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2.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81.svg" ContentType="image/svg+xml"/>
  <Override PartName="/ppt/media/image83.svg" ContentType="image/svg+xml"/>
  <Override PartName="/ppt/media/image89.svg" ContentType="image/svg+xml"/>
  <Override PartName="/ppt/media/image90.svg" ContentType="image/svg+xml"/>
  <Override PartName="/ppt/media/image91.svg" ContentType="image/svg+xml"/>
  <Override PartName="/ppt/media/image9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5" r:id="rId1"/>
  </p:sldMasterIdLst>
  <p:notesMasterIdLst>
    <p:notesMasterId r:id="rId96"/>
  </p:notesMasterIdLst>
  <p:sldIdLst>
    <p:sldId id="256" r:id="rId2"/>
    <p:sldId id="275" r:id="rId3"/>
    <p:sldId id="283" r:id="rId4"/>
    <p:sldId id="582" r:id="rId5"/>
    <p:sldId id="586" r:id="rId6"/>
    <p:sldId id="604" r:id="rId7"/>
    <p:sldId id="284" r:id="rId8"/>
    <p:sldId id="613" r:id="rId9"/>
    <p:sldId id="584" r:id="rId10"/>
    <p:sldId id="677" r:id="rId11"/>
    <p:sldId id="583" r:id="rId12"/>
    <p:sldId id="279" r:id="rId13"/>
    <p:sldId id="588" r:id="rId14"/>
    <p:sldId id="285" r:id="rId15"/>
    <p:sldId id="619" r:id="rId16"/>
    <p:sldId id="609" r:id="rId17"/>
    <p:sldId id="595" r:id="rId18"/>
    <p:sldId id="711" r:id="rId19"/>
    <p:sldId id="280" r:id="rId20"/>
    <p:sldId id="649" r:id="rId21"/>
    <p:sldId id="605" r:id="rId22"/>
    <p:sldId id="600" r:id="rId23"/>
    <p:sldId id="678" r:id="rId24"/>
    <p:sldId id="625" r:id="rId25"/>
    <p:sldId id="612" r:id="rId26"/>
    <p:sldId id="610" r:id="rId27"/>
    <p:sldId id="633" r:id="rId28"/>
    <p:sldId id="606" r:id="rId29"/>
    <p:sldId id="579" r:id="rId30"/>
    <p:sldId id="635" r:id="rId31"/>
    <p:sldId id="708" r:id="rId32"/>
    <p:sldId id="724" r:id="rId33"/>
    <p:sldId id="725" r:id="rId34"/>
    <p:sldId id="726" r:id="rId35"/>
    <p:sldId id="703" r:id="rId36"/>
    <p:sldId id="679" r:id="rId37"/>
    <p:sldId id="680" r:id="rId38"/>
    <p:sldId id="615" r:id="rId39"/>
    <p:sldId id="681" r:id="rId40"/>
    <p:sldId id="611" r:id="rId41"/>
    <p:sldId id="698" r:id="rId42"/>
    <p:sldId id="723" r:id="rId43"/>
    <p:sldId id="709" r:id="rId44"/>
    <p:sldId id="616" r:id="rId45"/>
    <p:sldId id="695" r:id="rId46"/>
    <p:sldId id="617" r:id="rId47"/>
    <p:sldId id="682" r:id="rId48"/>
    <p:sldId id="640" r:id="rId49"/>
    <p:sldId id="683" r:id="rId50"/>
    <p:sldId id="721" r:id="rId51"/>
    <p:sldId id="722" r:id="rId52"/>
    <p:sldId id="281" r:id="rId53"/>
    <p:sldId id="622" r:id="rId54"/>
    <p:sldId id="630" r:id="rId55"/>
    <p:sldId id="720" r:id="rId56"/>
    <p:sldId id="684" r:id="rId57"/>
    <p:sldId id="276" r:id="rId58"/>
    <p:sldId id="685" r:id="rId59"/>
    <p:sldId id="697" r:id="rId60"/>
    <p:sldId id="627" r:id="rId61"/>
    <p:sldId id="719" r:id="rId62"/>
    <p:sldId id="686" r:id="rId63"/>
    <p:sldId id="699" r:id="rId64"/>
    <p:sldId id="650" r:id="rId65"/>
    <p:sldId id="687" r:id="rId66"/>
    <p:sldId id="718" r:id="rId67"/>
    <p:sldId id="632" r:id="rId68"/>
    <p:sldId id="688" r:id="rId69"/>
    <p:sldId id="691" r:id="rId70"/>
    <p:sldId id="689" r:id="rId71"/>
    <p:sldId id="690" r:id="rId72"/>
    <p:sldId id="717" r:id="rId73"/>
    <p:sldId id="700" r:id="rId74"/>
    <p:sldId id="704" r:id="rId75"/>
    <p:sldId id="710" r:id="rId76"/>
    <p:sldId id="637" r:id="rId77"/>
    <p:sldId id="692" r:id="rId78"/>
    <p:sldId id="701" r:id="rId79"/>
    <p:sldId id="715" r:id="rId80"/>
    <p:sldId id="716" r:id="rId81"/>
    <p:sldId id="693" r:id="rId82"/>
    <p:sldId id="694" r:id="rId83"/>
    <p:sldId id="705" r:id="rId84"/>
    <p:sldId id="712" r:id="rId85"/>
    <p:sldId id="713" r:id="rId86"/>
    <p:sldId id="714" r:id="rId87"/>
    <p:sldId id="642" r:id="rId88"/>
    <p:sldId id="696" r:id="rId89"/>
    <p:sldId id="706" r:id="rId90"/>
    <p:sldId id="665" r:id="rId91"/>
    <p:sldId id="702" r:id="rId92"/>
    <p:sldId id="707" r:id="rId93"/>
    <p:sldId id="282" r:id="rId94"/>
    <p:sldId id="676" r:id="rId95"/>
  </p:sldIdLst>
  <p:sldSz cx="12192000" cy="6858000"/>
  <p:notesSz cx="7099300" cy="10234613"/>
  <p:embeddedFontLst>
    <p:embeddedFont>
      <p:font typeface="Consolas" panose="020B0609020204030204" pitchFamily="49" charset="0"/>
      <p:regular r:id="rId97"/>
      <p:bold r:id="rId98"/>
      <p:italic r:id="rId99"/>
      <p:boldItalic r:id="rId100"/>
    </p:embeddedFont>
    <p:embeddedFont>
      <p:font typeface="DB Heavent" panose="02000506060000020004" charset="-34"/>
      <p:regular r:id="rId101"/>
    </p:embeddedFont>
    <p:embeddedFont>
      <p:font typeface="Leelawadee UI" panose="020B0502040204020203" pitchFamily="34" charset="-34"/>
      <p:regular r:id="rId102"/>
      <p:bold r:id="rId103"/>
    </p:embeddedFont>
    <p:embeddedFont>
      <p:font typeface="LINE Seed Sans TH" panose="020B0303020203020204" pitchFamily="34" charset="-34"/>
      <p:regular r:id="rId104"/>
      <p:bold r:id="rId10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7128">
          <p15:clr>
            <a:srgbClr val="A4A3A4"/>
          </p15:clr>
        </p15:guide>
        <p15:guide id="4" pos="528">
          <p15:clr>
            <a:srgbClr val="A4A3A4"/>
          </p15:clr>
        </p15:guide>
        <p15:guide id="5" orient="horz" pos="3816">
          <p15:clr>
            <a:srgbClr val="A4A3A4"/>
          </p15:clr>
        </p15:guide>
        <p15:guide id="6" orient="horz" pos="816">
          <p15:clr>
            <a:srgbClr val="A4A3A4"/>
          </p15:clr>
        </p15:guide>
        <p15:guide id="7" orient="horz" pos="984">
          <p15:clr>
            <a:srgbClr val="A4A3A4"/>
          </p15:clr>
        </p15:guide>
        <p15:guide id="9" orient="horz" pos="4056">
          <p15:clr>
            <a:srgbClr val="A4A3A4"/>
          </p15:clr>
        </p15:guide>
        <p15:guide id="10" pos="1584">
          <p15:clr>
            <a:srgbClr val="A4A3A4"/>
          </p15:clr>
        </p15:guide>
        <p15:guide id="11" pos="6072">
          <p15:clr>
            <a:srgbClr val="A4A3A4"/>
          </p15:clr>
        </p15:guide>
        <p15:guide id="13" orient="horz" pos="2472">
          <p15:clr>
            <a:srgbClr val="A4A3A4"/>
          </p15:clr>
        </p15:guide>
        <p15:guide id="14" pos="4512">
          <p15:clr>
            <a:srgbClr val="A4A3A4"/>
          </p15:clr>
        </p15:guide>
        <p15:guide id="15" pos="5352">
          <p15:clr>
            <a:srgbClr val="A4A3A4"/>
          </p15:clr>
        </p15:guide>
        <p15:guide id="16" orient="horz" pos="103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087" autoAdjust="0"/>
  </p:normalViewPr>
  <p:slideViewPr>
    <p:cSldViewPr snapToGrid="0">
      <p:cViewPr varScale="1">
        <p:scale>
          <a:sx n="64" d="100"/>
          <a:sy n="64" d="100"/>
        </p:scale>
        <p:origin x="714" y="39"/>
      </p:cViewPr>
      <p:guideLst>
        <p:guide pos="7128"/>
        <p:guide pos="528"/>
        <p:guide orient="horz" pos="3816"/>
        <p:guide orient="horz" pos="816"/>
        <p:guide orient="horz" pos="984"/>
        <p:guide orient="horz" pos="4056"/>
        <p:guide pos="1584"/>
        <p:guide pos="6072"/>
        <p:guide orient="horz" pos="2472"/>
        <p:guide pos="4512"/>
        <p:guide pos="5352"/>
        <p:guide orient="horz" pos="1032"/>
      </p:guideLst>
    </p:cSldViewPr>
  </p:slideViewPr>
  <p:notesTextViewPr>
    <p:cViewPr>
      <p:scale>
        <a:sx n="150" d="100"/>
        <a:sy n="150" d="100"/>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notesMaster" Target="notesMasters/notesMaster1.xml"/><Relationship Id="rId97" Type="http://schemas.openxmlformats.org/officeDocument/2006/relationships/font" Target="fonts/font1.fntdata"/><Relationship Id="rId98" Type="http://schemas.openxmlformats.org/officeDocument/2006/relationships/font" Target="fonts/font2.fntdata"/><Relationship Id="rId99" Type="http://schemas.openxmlformats.org/officeDocument/2006/relationships/font" Target="fonts/font3.fntdata"/><Relationship Id="rId100" Type="http://schemas.openxmlformats.org/officeDocument/2006/relationships/font" Target="fonts/font4.fntdata"/><Relationship Id="rId101" Type="http://schemas.openxmlformats.org/officeDocument/2006/relationships/font" Target="fonts/font5.fntdata"/><Relationship Id="rId102" Type="http://schemas.openxmlformats.org/officeDocument/2006/relationships/font" Target="fonts/font6.fntdata"/><Relationship Id="rId103" Type="http://schemas.openxmlformats.org/officeDocument/2006/relationships/font" Target="fonts/font7.fntdata"/><Relationship Id="rId104" Type="http://schemas.openxmlformats.org/officeDocument/2006/relationships/font" Target="fonts/font8.fntdata"/><Relationship Id="rId105" Type="http://schemas.openxmlformats.org/officeDocument/2006/relationships/font" Target="fonts/font9.fntdata"/><Relationship Id="rId106" Type="http://schemas.openxmlformats.org/officeDocument/2006/relationships/presProps" Target="presProps.xml"/><Relationship Id="rId107" Type="http://schemas.openxmlformats.org/officeDocument/2006/relationships/viewProps" Target="viewProps.xml"/><Relationship Id="rId108" Type="http://schemas.openxmlformats.org/officeDocument/2006/relationships/theme" Target="theme/theme1.xml"/><Relationship Id="rId10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3275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เปิดคลาส: แนะนำหลักสูตร Build AI Multi-Agent with Claude Code (VIBE-CODE-L2) — สร้าง Multi-Agent Systems โดยใช้ Claude Code ในระดับ Production</a:t>
            </a:r>
          </a:p>
          <a:p>
            <a:r>
              <a:rPr lang="th-TH" dirty="0"/>
              <a:t>เรียน 2 วัน 09:00–16:00 น. วันแรกปูพื้นฐาน Environment และ Agent Specialization วันที่สองเน้น Coordination, Guardrails และ Capstone ขึ้น Vercel</a:t>
            </a:r>
          </a:p>
          <a:p>
            <a:r>
              <a:rPr lang="th-TH" dirty="0"/>
              <a:t>ชวนถาม: ใครเคยสั่ง AI ตัวเดียวทำงานใหญ่แล้ว context ล้นหรือวนแก้ไม่จบบ้าง? คอร์สนี้จะแบ่งงานให้ทีม Agent ทำแทน</a:t>
            </a:r>
          </a:p>
          <a:p>
            <a:r>
              <a:rPr lang="th-TH" dirty="0"/>
              <a:t>ที่มา: course outline (VIBE-CODE-L2); repo https://github.com/Onto-IQ/build-ai-multi-agent-with-claude</a:t>
            </a:r>
          </a:p>
        </p:txBody>
      </p:sp>
      <p:sp>
        <p:nvSpPr>
          <p:cNvPr id="4" name="Slide Number Placeholder 3"/>
          <p:cNvSpPr>
            <a:spLocks noGrp="1"/>
          </p:cNvSpPr>
          <p:nvPr>
            <p:ph type="sldNum" sz="quarter" idx="5"/>
          </p:nvPr>
        </p:nvSpPr>
        <p:spPr/>
        <p:txBody>
          <a:bodyPr/>
          <a:lstStyle/>
          <a:p>
            <a:fld id="{94303D33-CBAE-4455-8CC6-A98C7CD4FBE1}" type="slidenum">
              <a:rPr lang="th-TH" smtClean="0"/>
              <a:t>1</a:t>
            </a:fld>
            <a:endParaRPr lang="th-TH"/>
          </a:p>
        </p:txBody>
      </p:sp>
    </p:spTree>
    <p:extLst>
      <p:ext uri="{BB962C8B-B14F-4D97-AF65-F5344CB8AC3E}">
        <p14:creationId xmlns:p14="http://schemas.microsoft.com/office/powerpoint/2010/main" val="420797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แนะนำตัววิทยากร พี่เอก — ภัคพงศ์ กฤตวัฒน์ วิทยากร 9Expert Training ตลอด 2 วันจะพาลงมือทำจริงทุกโมดูล ใช้ repo ของคอร์ส https://github.com/Onto-IQ/build-ai-multi-agent-with-claude เป็นฐาน Lab ถามได้ตลอดระหว่างเรียน</a:t>
            </a:r>
          </a:p>
          <a:p>
            <a:r>
              <a:t>โครง repo: day-1/ (Module 1–6) และ day-2/ (Module 7–11) แต่ละ module มี README.md (บทเรียน) + LAB.md (Lab), sandbox/sales-insight (แอปของทุก Lab), solutions/w1–w6, reference/, instructor/</a:t>
            </a:r>
          </a:p>
          <a:p>
            <a:r>
              <a:t>ที่มา: repo Onto-IQ/build-ai-multi-agent-with-claude (HEAD 68f94a1) — README.md</a:t>
            </a:r>
          </a:p>
        </p:txBody>
      </p:sp>
      <p:sp>
        <p:nvSpPr>
          <p:cNvPr id="4" name="Slide Number Placeholder 3"/>
          <p:cNvSpPr>
            <a:spLocks noGrp="1"/>
          </p:cNvSpPr>
          <p:nvPr>
            <p:ph type="sldNum" sz="quarter" idx="5"/>
          </p:nvPr>
        </p:nvSpPr>
        <p:spPr/>
        <p:txBody>
          <a:bodyPr/>
          <a:lstStyle/>
          <a:p>
            <a:fld id="{94303D33-CBAE-4455-8CC6-A98C7CD4FBE1}" type="slidenum">
              <a:rPr lang="th-TH" smtClean="0"/>
              <a:t>2</a:t>
            </a:fld>
            <a:endParaRPr lang="th-T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ภาพรวม 2 วัน วันละ 09:00–16:00 น. วันที่ 1 เช้า: Module 1–3 Architecture, Setup และ Swarm ปิดด้วย Workshop 1</a:t>
            </a:r>
          </a:p>
          <a:p>
            <a:r>
              <a:t>วันที่ 1 บ่าย: Module 4–6 Specialty Agents, Skills, MCP (Workshop 2 และ Workshop 3 แบบ Guided Demo ≈20 นาที)</a:t>
            </a:r>
          </a:p>
          <a:p>
            <a:r>
              <a:t>วันที่ 2 เช้า: Module 7–9 Pipelines, Memory, Guardrails (Workshop 4–5)</a:t>
            </a:r>
          </a:p>
          <a:p>
            <a:r>
              <a:t>วันที่ 2 บ่าย: Module 10–11 Capstone และ Deploy ขึ้น Vercel. ผู้สอนปรับความลึกของ Workshop 4–5 ตามความคืบหน้าของห้อง. ที่มา: course outline หัวข้อ 5–6</a:t>
            </a:r>
          </a:p>
          <a:p>
            <a:r>
              <a:t>Workshop ทั้ง 6 ทำบน sandbox/sales-insight (แดชบอร์ดยอดขายร้านของฝากสมมติ) ชื่อ Workshop ตาม LAB.md ของ repo</a:t>
            </a:r>
          </a:p>
          <a:p>
            <a:r>
              <a:t>ที่มา: repo Onto-IQ/build-ai-multi-agent-with-claude (HEAD 68f94a1) — instructor/outline-rev1.md, day-1/*/LAB.md, day-2/*/LAB.md</a:t>
            </a:r>
          </a:p>
        </p:txBody>
      </p:sp>
      <p:sp>
        <p:nvSpPr>
          <p:cNvPr id="4" name="Slide Number Placeholder 3"/>
          <p:cNvSpPr>
            <a:spLocks noGrp="1"/>
          </p:cNvSpPr>
          <p:nvPr>
            <p:ph type="sldNum" sz="quarter" idx="5"/>
          </p:nvPr>
        </p:nvSpPr>
        <p:spPr/>
        <p:txBody>
          <a:bodyPr/>
          <a:lstStyle/>
          <a:p>
            <a:fld id="{94303D33-CBAE-4455-8CC6-A98C7CD4FBE1}" type="slidenum">
              <a:rPr lang="th-TH" smtClean="0"/>
              <a:t>3</a:t>
            </a:fld>
            <a:endParaRPr lang="th-T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th-TH" dirty="0"/>
              <a:t>วัตถุประสงค์ 5 ข้อของหลักสูตร — ไล่จากพื้นฐานไปจนส่งมอบงานจริง</a:t>
            </a:r>
          </a:p>
          <a:p>
            <a:r>
              <a:rPr lang="th-TH" dirty="0"/>
              <a:t>ข้อ 1–2 คือวันแรก: ตั้งค่า Claude Code ให้ถูก แล้วสร้าง Specialty Agent ด้วย Markdown + YAML Frontmatter เพิ่ม Skills และต่อ MCP</a:t>
            </a:r>
          </a:p>
          <a:p>
            <a:r>
              <a:rPr lang="th-TH" dirty="0"/>
              <a:t>ข้อ 3–4 คือหัวใจของ Multi-Agent: เลือก pattern ให้ถูกงาน (Swarm / Sequential / Leader-first) และวาง Permission, Approval Gate, Hooks คุมคุณภาพและงบ Token</a:t>
            </a:r>
          </a:p>
          <a:p>
            <a:r>
              <a:rPr lang="th-TH" dirty="0"/>
              <a:t>ข้อ 5 คือ Capstone วันที่สอง: ทีม Agent สร้าง Business Web App แล้ว Deploy ขึ้น Vercel ภายใต้สัญญากลาง (Shared Contract)</a:t>
            </a:r>
          </a:p>
          <a:p>
            <a:r>
              <a:rPr lang="th-TH" dirty="0"/>
              <a:t>ที่มา: course outline หัวข้อ 2 (วัตถุประสงค์หลักสูตร)</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หลักสูตรนี้เหมาะกับ 3 กลุ่ม: Developers/Software Engineers ที่อยากยกระดับจาก AI Chatbot สู่ Autonomous Agentic Workflows, Tech Leads/System Architects ที่ต้องวางโครงสร้าง Multi-Agent ใช้จริงในทีม และ Founders/Technical Builders ที่อยากให้ทีม AI Agent ช่วยพัฒนาและส่งมอบซอฟต์แวร์ — พื้นฐานที่ต้องมีคือใช้ Terminal เบื้องต้น (cd, ls, mkdir), เขียน Prompt กำหนดบทบาทและขอบเขตงานได้ และใช้ Git/GitHub เป็น. ที่มา: course outline หัวข้อ 3</a:t>
            </a:r>
          </a:p>
        </p:txBody>
      </p:sp>
      <p:sp>
        <p:nvSpPr>
          <p:cNvPr id="4" name="Slide Number Placeholder 3"/>
          <p:cNvSpPr>
            <a:spLocks noGrp="1"/>
          </p:cNvSpPr>
          <p:nvPr>
            <p:ph type="sldNum" sz="quarter" idx="5"/>
          </p:nvPr>
        </p:nvSpPr>
        <p:spPr/>
        <p:txBody>
          <a:bodyPr/>
          <a:lstStyle/>
          <a:p>
            <a:fld id="{94303D33-CBAE-4455-8CC6-A98C7CD4FBE1}" type="slidenum">
              <a:rPr lang="th-TH" smtClean="0"/>
              <a:t>5</a:t>
            </a:fld>
            <a:endParaRPr lang="th-TH"/>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เช็กเครื่องก่อนเริ่ม: OS ใช้ได้ทั้ง Windows 10/11, macOS 13 ขึ้นไป, Linux หรือ WSL มี Git และ VS Code หรือ Cursor</a:t>
            </a:r>
          </a:p>
          <a:p>
            <a:r>
              <a:t>บน Windows: ใช้ PowerShell เฉพาะตอนติดตั้ง Claude Code จากนั้นเปิด Git Bash หรือ WSL ทำ Lab ทั้งหมด — คำสั่งอย่าง mkdir -p, echo $VAR, echo $? ใช้ใน PowerShell 5.1 ไม่ได้ (repo SETUP.md, Lab 0)</a:t>
            </a:r>
          </a:p>
          <a:p>
            <a:r>
              <a:t>ติดตั้ง Claude Code ด้วย Native Install ตามเอกสารทางการ: macOS/Linux/WSL curl -fsSL https://claude.ai/install.sh | bash · Windows PowerShell irm https://claude.ai/install.ps1 | iex — ไม่ต้องใช้ Node.js และอัปเดตตัวเองอัตโนมัติ (หมายเหตุ: SETUP.md ของ repo ยังเขียนวิธี npm อยู่ ให้ยึดตามสไลด์)</a:t>
            </a:r>
          </a:p>
          <a:p>
            <a:r>
              <a:t>Node.js 20 LTS ขึ้นไป ใช้รัน sandbox (node server.js, quality gate, MCP echo server) — ถ้าจะติดตั้ง Claude Code ผ่าน npm ต้อง Node.js 22+</a:t>
            </a:r>
          </a:p>
          <a:p>
            <a:r>
              <a:t>ขั้นต่ำของคอร์ส: Claude Code 2.1.296 (claude --version) ถ้าต่ำกว่าให้ claude update · claude doctor เป็นตัวช่วยเสริม</a:t>
            </a:r>
          </a:p>
          <a:p>
            <a:r>
              <a:t>ANTHROPIC_API_KEY ต้องว่าง: ถ้ามีค่าค้าง Claude จะใช้คีย์แทนบัญชีคลาสและคิดเงินรายครั้งโดยไม่มีกล่องเตือน</a:t>
            </a:r>
          </a:p>
          <a:p>
            <a:r>
              <a:t>ที่มา: https://code.claude.com/docs/en/setup (ตรวจ 22 ต.ค. 2026) · repo (HEAD 68f94a1) SETUP.md, day-1/02-environment-setup/LAB.md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 ของคอร์ส: github.com/Onto-IQ/build-ai-multi-agent-with-claude (branch main) — ให้ผู้เรียนสแกน QR แล้ว clone ไว้ก่อน</a:t>
            </a:r>
          </a:p>
          <a:p>
            <a:r>
              <a:t>โครง repo: day-1/ (Module 1–6) และ day-2/ (Module 7–11) แต่ละ module มี README.md + LAB.md · sandbox/sales-insight = แอปของทุก Lab · solutions/w1–w6 = คำตอบอ้างอิง · reference/ = failure-modes, frontmatter-cheatsheet, glossary, prompt-pairs · instructor/ = ผลทดสอบของผู้สอน</a:t>
            </a:r>
          </a:p>
          <a:p>
            <a:r>
              <a:t>Sales Insight คือแดชบอร์ดยอดขายของร้านของฝากสมมติ: data/sales.csv + server.js (Node http ล้วน ไม่มี dependency ไม่ต้อง npm install) เปิด http://127.0.0.1:3000</a:t>
            </a:r>
          </a:p>
          <a:p>
            <a:r>
              <a:t>สถานะเริ่มต้นตั้งใจให้ "ยังไม่พร้อม" และ node scripts/quality-gate.js ต้องจบด้วย exit 2 — Workshop 5 จะทำให้เขียว</a:t>
            </a:r>
          </a:p>
          <a:p>
            <a:r>
              <a:t>ทุก Lab เริ่มจาก cd sandbox/sales-insight แล้วพิมพ์ claude (TUI)</a:t>
            </a:r>
          </a:p>
          <a:p>
            <a:r>
              <a:t>ภาพหน้าจอ: starter ของ sandbox/sales-insight รันบนกล่องของผู้สอน (26 ต.ค. 2026) · QR สร้างใหม่ชี้ https://github.com/Onto-IQ/build-ai-multi-agent-with-claude</a:t>
            </a:r>
          </a:p>
          <a:p>
            <a:r>
              <a:t>ที่มา: repo Onto-IQ/build-ai-multi-agent-with-claude (HEAD 68f94a1) — README.md, sandbox/sales-insight/README.md, sandbox/sales-insight/CLAUDE.md</a:t>
            </a:r>
          </a:p>
        </p:txBody>
      </p:sp>
      <p:sp>
        <p:nvSpPr>
          <p:cNvPr id="4" name="Slide Number Placeholder 3"/>
          <p:cNvSpPr>
            <a:spLocks noGrp="1"/>
          </p:cNvSpPr>
          <p:nvPr>
            <p:ph type="sldNum" sz="quarter" idx="5"/>
          </p:nvPr>
        </p:nvSpPr>
        <p:spPr/>
        <p:txBody>
          <a:bodyPr/>
          <a:lstStyle/>
          <a:p>
            <a:fld id="{94303D33-CBAE-4455-8CC6-A98C7CD4FBE1}" type="slidenum">
              <a:rPr lang="th-TH" smtClean="0"/>
              <a:t>7</a:t>
            </a:fld>
            <a:endParaRPr lang="th-TH"/>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ภาพรวม Workshop ทั้ง 6 — ทุกตัวทำบน sandbox/sales-insight และทำใน TUI (claude)</a:t>
            </a:r>
          </a:p>
          <a:p>
            <a:r>
              <a:t>วันที่ 1: W1 สำรวจแอปแบบขนาน (Module 3), W2 สร้าง data-researcher (Module 4), W3 MCP guided demo กับ sales-echo ≈20 นาที (Module 6)</a:t>
            </a:r>
          </a:p>
          <a:p>
            <a:r>
              <a:t>วันที่ 2: W4 Design → Clean → Review (Module 7), W5 Quality gate และ cost gate (Module 9), W6 แดชบอร์ดและสรุปผู้บริหาร ทีม 5 บทบาท (Module 10) แล้ว Lab preflight ก่อน Vercel (Module 11)</a:t>
            </a:r>
          </a:p>
          <a:p>
            <a:r>
              <a:t>งานสั้นที่ไม่ใช่ Workshop เรียกว่า Lab: Lab สาธิต 2 นาที (M1), Lab 0 ตรวจเครื่อง (M2), Lab release checklist (M5), Lab memory (M8), Lab preflight (M11)</a:t>
            </a:r>
          </a:p>
          <a:p>
            <a:r>
              <a:t>ที่มา: repo Onto-IQ/build-ai-multi-agent-with-claude (HEAD 68f94a1) — day-1/*/LAB.md, day-2/*/LAB.md, instructor/outline-rev1.md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เลือกได้ว่างานควรทำพร้อมกันหรือทีละขั้น และรู้ว่าทีมเอเจนต์ใช้ token ~15 เท่าของแชทเดียว · EN: Choose swarm or sequential work, and treat a team as about 15× the tokens of one chat.</a:t>
            </a:r>
          </a:p>
          <a:p>
            <a:r>
              <a:t>เปิด Module 1 (~45 นาที บรรยาย + สาธิต): สถาปัตยกรรม AI Agent และแนวโน้มปัจจุบัน</a:t>
            </a:r>
          </a:p>
          <a:p>
            <a:r>
              <a:t>เป้าหมาย: ผู้เรียนเลือกรูปแบบ Multi-Agent (Swarm / Sequential) ได้ถูกงาน และเข้าใจต้นทุน Token ก่อนลงมือ</a:t>
            </a:r>
          </a:p>
          <a:p>
            <a:r>
              <a:t>หัวข้อ: Chatbot vs Agent, Tool Calling loop, Subagents / Agent Teams / Background Agents, Orchestrator–Worker, Token cost ~15×, Swarm vs Sequential</a:t>
            </a:r>
          </a:p>
          <a:p>
            <a:r>
              <a:t>ที่มา: repo (HEAD 68f94a1) day-1/01-agent-foundations/README.md; course outline Module 1</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Chatbot ตอบคำถามแล้วจบ ไม่มีอะไรเปลี่ยนในโลกจริง — Agent ทำงานให้สำเร็จด้วย agentic loop</a:t>
            </a:r>
          </a:p>
          <a:p>
            <a:r>
              <a:t>วงจร: รับโจทย์ → วางแผน → เลือกเครื่องมือ (Tool Calling) → ลงมือทำ → ตรวจผล → แก้/ทำต่อ → ส่งมอบ</a:t>
            </a:r>
          </a:p>
          <a:p>
            <a:r>
              <a:t>ประเด็นสอน: พลังของ Agent มาจากการให้โมเดลมีมือและตา (tools + feedback loop) ไม่ใช่โมเดลฉลาดขึ้น</a:t>
            </a:r>
          </a:p>
          <a:p>
            <a:r>
              <a:t>อัปเดตปี 2026: ในแอป Claude เส้นแบ่งเริ่มเบลอ แต่ dev workflow จริง (แก้โค้ด รัน test จัดการ repo) ยังอยู่ที่ Claude Code CLI</a:t>
            </a:r>
          </a:p>
          <a:p>
            <a:r>
              <a:t>ที่มา: repo (HEAD 68f94a1) day-1/01-agent-foundations/README.md</a:t>
            </a:r>
          </a:p>
        </p:txBody>
      </p:sp>
      <p:sp>
        <p:nvSpPr>
          <p:cNvPr id="4" name="Slide Number Placeholder 3"/>
          <p:cNvSpPr>
            <a:spLocks noGrp="1"/>
          </p:cNvSpPr>
          <p:nvPr>
            <p:ph type="sldNum" sz="quarter" idx="5"/>
          </p:nvPr>
        </p:nvSpPr>
        <p:spPr/>
        <p:txBody>
          <a:bodyPr/>
          <a:lstStyle/>
          <a:p>
            <a:fld id="{94303D33-CBAE-4455-8CC6-A98C7CD4FBE1}" type="slidenum">
              <a:rPr lang="th-TH" smtClean="0"/>
              <a:t>10</a:t>
            </a:fld>
            <a:endParaRPr lang="th-TH"/>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กลไกที่ทำให้ agentic loop เกิดได้คือ Tool Calling — อธิบายตามวงจร 4 ขั้นทางขวา</a:t>
            </a:r>
          </a:p>
          <a:p>
            <a:r>
              <a:t>1) โมเดลได้รับรายการเครื่องมือพร้อมคำอธิบาย 2) เมื่อโจทย์ต้องการ โมเดลตอบเป็นคำสั่ง tool use 3) Claude Code รันเครื่องมือจริงแล้วส่งผลกลับเข้า context 4) โมเดลอ่านผลแล้วตัดสินใจขั้นถัดไป วนจนงานเสร็จ</a:t>
            </a:r>
          </a:p>
          <a:p>
            <a:r>
              <a:t>คำถามทบทวน: Tool Calling ต่างจากการ copy คำตอบไป paste อย่างไร? — Agent เรียกรันเองและอ่านผลจริงกลับเข้า context</a:t>
            </a:r>
          </a:p>
          <a:p>
            <a:r>
              <a:t>ที่มา: repo (HEAD 68f94a1) day-1/01-agent-foundations/README.md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แผนที่ Multi-Agent ใน Claude Code ปี 2026 มี 3 รูปแบบ</a:t>
            </a:r>
          </a:p>
          <a:p>
            <a:r>
              <a:t>Subagent: context แยก ทำเสร็จแล้วสรุปผลกลับ เหมาะกับงาน output ยาว ต้นทุนต่ำสุด</a:t>
            </a:r>
          </a:p>
          <a:p>
            <a:r>
              <a:t>Agent Teams: หลาย instance คุยกันได้ มี Task List ร่วมและ Team Lead — ยัง experimental ต้องเปิดด้วย CLAUDE_CODE_EXPERIMENTAL_AGENT_TEAMS=1 ต้นทุนสูง</a:t>
            </a:r>
          </a:p>
          <a:p>
            <a:r>
              <a:t>Background Agents: Subagent ที่รันเบื้องหลัง เหมาะกับ test suite / build ยาว ต้นทุนปานกลาง</a:t>
            </a:r>
          </a:p>
          <a:p>
            <a:r>
              <a:t>ที่มา: repo (HEAD 68f94a1) day-1/01-agent-foundations/README.md หัวข้อ 2</a:t>
            </a:r>
          </a:p>
          <a:p>
            <a:r>
              <a:t>ในคอร์สนี้ Agent Teams เป็นของผู้สอนสาธิตเท่านั้น แล็บปกติไม่เปิด (day-1/02-environment-setup/README.md: ตั้งเป็น 1 เฉพาะตอนสาธิตทีม)</a:t>
            </a:r>
          </a:p>
        </p:txBody>
      </p:sp>
      <p:sp>
        <p:nvSpPr>
          <p:cNvPr id="4" name="Slide Number Placeholder 3"/>
          <p:cNvSpPr>
            <a:spLocks noGrp="1"/>
          </p:cNvSpPr>
          <p:nvPr>
            <p:ph type="sldNum" sz="quarter" idx="5"/>
          </p:nvPr>
        </p:nvSpPr>
        <p:spPr/>
        <p:txBody>
          <a:bodyPr/>
          <a:lstStyle/>
          <a:p>
            <a:fld id="{94303D33-CBAE-4455-8CC6-A98C7CD4FBE1}" type="slidenum">
              <a:rPr lang="th-TH" smtClean="0"/>
              <a:t>12</a:t>
            </a:fld>
            <a:endParaRPr lang="th-TH"/>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แพทเทิร์นหลักของทีม Agent คือ Orchestrator–Worker ที่ทีมวิจัย Anthropic ใช้จริง</a:t>
            </a:r>
          </a:p>
          <a:p>
            <a:r>
              <a:t>Leader วิเคราะห์โจทย์ วางแผน แล้วแตกงานเป็น task ที่ระบุชัด 4 อย่าง: วัตถุประสงค์ รูปแบบผลลัพธ์ เครื่องมือที่ควรใช้ และขอบเขต</a:t>
            </a:r>
          </a:p>
          <a:p>
            <a:r>
              <a:t>Workers ทำขนาน แต่ละตัวมี context ของตัวเอง แล้ว Leader สังเคราะห์ผล — ถ้ายังขาดข้อมูลก็ปล่อยรอบเพิ่ม</a:t>
            </a:r>
          </a:p>
          <a:p>
            <a:r>
              <a:t>ที่มา: repo (HEAD 68f94a1) day-1/01-agent-foundations/README.md หัวข้อ 3; Anthropic Engineering — anthropic.com/engineering/built-multi-agent-research-system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ตัวเลขที่ควรจำจากรายงาน Anthropic: Multi-agent ใช้ Token ประมาณ 15 เท่าของการแชทธรรมดา</a:t>
            </a:r>
          </a:p>
          <a:p>
            <a:r>
              <a:t>แลกกับผลงานวิจัยกว้าง ๆ ที่ดีกว่า single-agent +90.2% และ Token อธิบายผลลัพธ์ได้ ~80% — คุม Token เท่ากับคุมคุณภาพและงบ</a:t>
            </a:r>
          </a:p>
          <a:p>
            <a:r>
              <a:t>จึงเหมาะกับงานขนานได้และอ่านหนัก ไม่เหมาะกับงานที่ต้องแชร์ context แน่น</a:t>
            </a:r>
          </a:p>
          <a:p>
            <a:r>
              <a:t>คำถามชวนคิด: 15× token แปลว่าอะไรต่อการตัดสินใจใช้ทีม? — ต้องมีค่าตอบแทนหรือความเร็วที่คุ้ม</a:t>
            </a:r>
          </a:p>
          <a:p>
            <a:r>
              <a:t>ที่มา: repo (HEAD 68f94a1) day-1/01-agent-foundations/README.md หัวข้อ 3 และ 6</a:t>
            </a:r>
          </a:p>
        </p:txBody>
      </p:sp>
      <p:sp>
        <p:nvSpPr>
          <p:cNvPr id="4" name="Slide Number Placeholder 3"/>
          <p:cNvSpPr>
            <a:spLocks noGrp="1"/>
          </p:cNvSpPr>
          <p:nvPr>
            <p:ph type="sldNum" sz="quarter" idx="5"/>
          </p:nvPr>
        </p:nvSpPr>
        <p:spPr/>
        <p:txBody>
          <a:bodyPr/>
          <a:lstStyle/>
          <a:p>
            <a:fld id="{94303D33-CBAE-4455-8CC6-A98C7CD4FBE1}" type="slidenum">
              <a:rPr lang="th-TH" smtClean="0"/>
              <a:t>14</a:t>
            </a:fld>
            <a:endParaRPr lang="th-TH"/>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คำถามตัดสินเดียวของทั้งคอร์ส: งานขั้นถัดไปต้องใช้ผลของขั้นก่อนหน้าหรือไม่ — ไม่ต้อง → ขนาน (Swarm), ต้อง → ต่อคิว (Sequential), งานเล็ก → ทำคนเดียวถูกที่สุด</a:t>
            </a:r>
          </a:p>
          <a:p>
            <a:r>
              <a:t>ไล่ 4 สถานการณ์ของ repo: สำรวจ server.js, sales.csv และ quality gate พร้อมกัน = Swarm (Workshop 1) · ออกแบบตัวทำความสะอาด → เขียน → รีวิว = Sequential (Workshop 4) · หน้าเว็บ + API หลังมี PRODUCT-SPEC = ขนานได้ (Workshop 6) · แก้บั๊กจุดเดียว = อย่าตั้งทีม</a:t>
            </a:r>
          </a:p>
          <a:p>
            <a:r>
              <a:t>ย้ำ: ไม่มีสัญญากลางแล้วขนาน = ตัดสินใจขัดแย้งกันเอง — เหตุผลที่ Capstone มี PRODUCT-SPEC ก่อน dispatch</a:t>
            </a:r>
          </a:p>
          <a:p>
            <a:r>
              <a:t>ที่มา: repo Onto-IQ/build-ai-multi-agent-with-claude (HEAD 68f94a1) — day-1/01-agent-foundations/README.md (ตาราง Concept), day-1/01-agent-foundations/LAB.md</a:t>
            </a:r>
          </a:p>
        </p:txBody>
      </p:sp>
      <p:sp>
        <p:nvSpPr>
          <p:cNvPr id="4" name="Slide Number Placeholder 3"/>
          <p:cNvSpPr>
            <a:spLocks noGrp="1"/>
          </p:cNvSpPr>
          <p:nvPr>
            <p:ph type="sldNum" sz="quarter" idx="5"/>
          </p:nvPr>
        </p:nvSpPr>
        <p:spPr/>
        <p:txBody>
          <a:bodyPr/>
          <a:lstStyle/>
          <a:p>
            <a:fld id="{94303D33-CBAE-4455-8CC6-A98C7CD4FBE1}" type="slidenum">
              <a:rPr lang="th-TH" smtClean="0"/>
              <a:t>15</a:t>
            </a:fld>
            <a:endParaRPr lang="th-TH"/>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สาธิต 2 นาทีของ Module 1 (⏱ 10 นาที) — สไลด์ใหม่ตาม LAB.md ของ repo</a:t>
            </a:r>
          </a:p>
          <a:p>
            <a:r>
              <a:t>ให้ผู้เรียนเปิด Git Bash แล้ว cd sandbox/sales-insight แล้วพิมพ์ claude (TUI) วาง prompt EN หรือ TH อย่างใดอย่างหนึ่ง</a:t>
            </a:r>
          </a:p>
          <a:p>
            <a:r>
              <a:t>ทำไมแนะนำ EN: ภาษาของ prompt กำหนดภาษาของคำตอบ — ทั้งห้องใช้ภาษาเดียวกันทำให้เทียบผลได้ TH ใช้ได้เต็มที่ ชื่อไฟล์และ endpoint ยังถูกพิมพ์ถูกต้อง</a:t>
            </a:r>
          </a:p>
          <a:p>
            <a:r>
              <a:t>ผลที่คาดหวัง: คำตอบ ≤ 80 คำ ชี้ไฟล์ในโปรเจกต์ เช่น server.js หรือ data/sales.csv พร้อมเหตุผลหนึ่งข้อ แล้วถามต่อว่าควร swarm หรือ sequential: อ่านหลายไฟล์ขนานได้ แต่การแก้ quality gate ต้องรู้ผลการอ่านก่อน จึงต่อคิว</a:t>
            </a:r>
          </a:p>
          <a:p>
            <a:r>
              <a:t>📚 รู้เพิ่ม: นี่คือคำถามตัดสินเดียวของทั้งคอร์ส — งานขั้นถัดไปต้องใช้ผลของขั้นก่อนหน้าหรือไม่</a:t>
            </a:r>
          </a:p>
          <a:p>
            <a:r>
              <a:t>กับดัก (Troubleshooting): Claude ขอสิทธิ์แล้วเงียบ → กดอนุญาตใน TUI · คำตอบยาว → ส่ง "under 80 words" ซ้ำ · ถูกคิดเงินรายครั้ง → unset ANTHROPIC_API_KEY · claude -p เขียน/รันไม่ได้ → แล็บนี้ใช้ TUI เท่านั้น</a:t>
            </a:r>
          </a:p>
          <a:p>
            <a:r>
              <a:t>ที่มา: repo Onto-IQ/build-ai-multi-agent-with-claude (HEAD 68f94a1) — day-1/01-agent-foundations/LAB.md, day-1/01-agent-foundations/README.md (Prompt pattern)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รู้ว่าแล็บใช้ TUI (claude) ไม่ใช่ claude -p และรู้ว่า ANTHROPIC_API_KEY จะทับบัญชีคลาส · EN: Use the TUI for labs, and know which environment variable overrides the class login.</a:t>
            </a:r>
          </a:p>
          <a:p>
            <a:r>
              <a:t>Module 2 (~30 นาที): เตรียมเครื่องให้พร้อมใช้ Claude Code 100% ตรวจผ่านทุกขั้นด้วยคำสั่ง verify</a:t>
            </a:r>
          </a:p>
          <a:p>
            <a:r>
              <a:t>ครอบคลุม Shell / PATH / Environment Variables, Workspace บน VS Code, ไฟล์ Config JSON, เวอร์ชัน CLI และ Feature Flags ที่เกี่ยวกับ Agent</a:t>
            </a:r>
          </a:p>
          <a:p>
            <a:r>
              <a:t>ที่มา: repo (HEAD 68f94a1) day-1/02-environment-setup/README.md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ขั้นที่ 1: ติดตั้งด้วย Native Install ตามเอกสารทางการ — macOS/Linux/WSL: curl -fsSL https://claude.ai/install.sh | bash · Windows PowerShell: irm https://claude.ai/install.ps1 | iex ไม่ต้องรันเป็น Administrator ติดตั้งเสร็จให้เปิด terminal ใหม่ ตัวนี้อัปเดตอัตโนมัติเบื้องหลัง</a:t>
            </a:r>
          </a:p>
          <a:p>
            <a:r>
              <a:t>ทางเลือก: brew install --cask claude-code, winget install Anthropic.ClaudeCode (สองทางนี้ไม่อัปเดตเอง) หรือ npm install -g @anthropic-ai/claude-code ที่ต้องมี Node.js 22+ และห้ามใช้ sudo npm</a:t>
            </a:r>
          </a:p>
          <a:p>
            <a:r>
              <a:t>ตรวจ claude --version ต้อง ≥ 2.1.296 ถ้าต่ำกว่าให้ claude update · claude doctor แสดงสุขภาพการติดตั้งและ settings โดยไม่เปิด session ถ้า claude หาไม่เจอ แปลว่า PATH ยังไม่มีโฟลเดอร์ติดตั้ง — เปิด terminal ใหม่ก่อน</a:t>
            </a:r>
          </a:p>
          <a:p>
            <a:r>
              <a:t>ถ้าเครื่องไหนเคยลงด้วย npm แล้วเจอ Cannot find module ... cli.js แปลว่า PATH ชี้ install เก่า (พบบ่อยกับ mise/nvm) — ถอนตัวเก่าหรือใช้ claude doctor ช่วยหาการติดตั้งที่ชนกัน</a:t>
            </a:r>
          </a:p>
          <a:p>
            <a:r>
              <a:t>ขั้นที่ 2: พิมพ์ claude ครั้งแรกจะ login ผ่านเบราว์เซอร์ (บัญชี Pro/Max/Team/Enterprise/Console — แผนฟรีใช้ไม่ได้) ใช้ /status ดูสถานะ ออกด้วย /exit หรือ Ctrl+C สองครั้ง</a:t>
            </a:r>
          </a:p>
          <a:p>
            <a:r>
              <a:t>สองโหมดที่คอร์สใช้: TUI (claude) เห็น tool calls และอนุมัติ permission สด ๆ · Headless (claude -p "โจทย์") คำสั่งเดียวจบ ใช้ทำ script และตรวจอัตโนมัติ</a:t>
            </a:r>
          </a:p>
          <a:p>
            <a:r>
              <a:t>ที่มา: https://code.claude.com/docs/en/setup (ตรวจ 22 ต.ค. 2026) · repo day-1/02-environment-setup/README.md</a:t>
            </a:r>
          </a:p>
          <a:p>
            <a:r>
              <a:t>TUI คือโหมดหลัก: แล็บทั้งหมดทำใน TUI (claude) เพราะเห็นเครื่องมือที่ทำงานและกดอนุญาตเองได้ · claude -p จบในคำสั่งเดียว ไม่มีหน้าจอให้กด สิทธิ์จึงแคบกว่า (เขียน .claude/** หรือรัน Bash มักถูกปฏิเสธ) ใช้เฉพาะขั้นที่แล็บเขียน --allowedTools และ --max-turns ให้</a:t>
            </a:r>
          </a:p>
          <a:p>
            <a:r>
              <a:t>ที่มา: repo Onto-IQ/build-ai-multi-agent-with-claude (HEAD 68f94a1) — day-1/02-environment-setup/README.md (ตาราง TUI / Print)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Lab 0 ตรวจเครื่อง (⏱ 25 นาที, เริ่มจาก clone สด) — ทำใน Git Bash ที่ราก repo</a:t>
            </a:r>
          </a:p>
          <a:p>
            <a:r>
              <a:t>1) node --version, git --version, claude --version, echo "$ANTHROPIC_API_KEY" — ผลที่คาดหวัง: Node 20 ขึ้นไป, Claude Code 2.1.296 ขึ้นไป, บรรทัดตัวแปรว่าง ถ้าคีย์โผล่ให้ unset ANTHROPIC_API_KEY</a:t>
            </a:r>
          </a:p>
          <a:p>
            <a:r>
              <a:t>📚 รู้เพิ่ม: ถ้ามีคีย์ค้าง Claude จะใช้คีย์แทนบัญชี Pro/Team ของคลาสทันที ค่าใช้จ่ายไปโผล่ที่บัญชีส่วนตัวโดยไม่มีกล่องเตือน</a:t>
            </a:r>
          </a:p>
          <a:p>
            <a:r>
              <a:t>2) claude → /status → /exit — ผลที่คาดหวัง: เห็นบัญชีของคลาส ไม่ใช่โหมด API key</a:t>
            </a:r>
          </a:p>
          <a:p>
            <a:r>
              <a:t>3) node scripts/verify-setup.mjs — ผลที่คาดหวัง: verify-setup: passed และบรรทัดบอกว่า starter quality gate เป็น exit 2</a:t>
            </a:r>
          </a:p>
          <a:p>
            <a:r>
              <a:t>4) cd sandbox/sales-insight → node server.js → เปิด http://127.0.0.1:3000 (หน้าบอกว่าแดชบอร์ดยังไม่พร้อม) → Ctrl+C แล้ว node scripts/quality-gate.js — ผลที่คาดหวัง: exit 2 มี FAIL | data-quality, FAIL | bad-json-does-not-crash, FAIL | summary-matches-valid-rows</a:t>
            </a:r>
          </a:p>
          <a:p>
            <a:r>
              <a:t>exit 2 วันนี้ไม่ใช่เครื่องพัง — ปัญหาถูกปลูกไว้ให้ Workshop 5 แก้จริง</a:t>
            </a:r>
          </a:p>
          <a:p>
            <a:r>
              <a:t>กับดัก: คำสั่ง bash พังเพราะอยู่ใน PowerShell → เปลี่ยนไป Git Bash · port busy → ปิด node server.js ก่อนรัน gate หรือ PORT=3001 · อย่าใช้ taskkill //IM node.exe · Lab 0 ไม่มีไฟล์ให้ catch-up ถ้าสคริปต์ไม่ผ่านให้เรียกผู้สอนก่อน Workshop 1</a:t>
            </a:r>
          </a:p>
          <a:p>
            <a:r>
              <a:t>Commit เป็นนิสัยที่ดีหลัง Agent ทำงานสำเร็จ (ใช้ต่อใน Module 9)</a:t>
            </a:r>
          </a:p>
          <a:p>
            <a:r>
              <a:t>ที่มา: repo Onto-IQ/build-ai-multi-agent-with-claude (HEAD 68f94a1) — day-1/02-environment-setup/LAB.md, scripts/verify-setup.mjs</a:t>
            </a:r>
          </a:p>
        </p:txBody>
      </p:sp>
      <p:sp>
        <p:nvSpPr>
          <p:cNvPr id="4" name="Slide Number Placeholder 3"/>
          <p:cNvSpPr>
            <a:spLocks noGrp="1"/>
          </p:cNvSpPr>
          <p:nvPr>
            <p:ph type="sldNum" sz="quarter" idx="5"/>
          </p:nvPr>
        </p:nvSpPr>
        <p:spPr/>
        <p:txBody>
          <a:bodyPr/>
          <a:lstStyle/>
          <a:p>
            <a:fld id="{94303D33-CBAE-4455-8CC6-A98C7CD4FBE1}" type="slidenum">
              <a:rPr lang="th-TH" smtClean="0"/>
              <a:t>19</a:t>
            </a:fld>
            <a:endParaRPr lang="th-TH"/>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สไลด์ใหม่: ทางลัดเมื่อตามไม่ทัน — จากราก repo รัน node scripts/catch-up.js w1 ถึง w6 จะคัดลอก solutions/wN/drop-in เข้า sandbox/sales-insight แล้วให้อ่าน SOLUTION.md ในโฟลเดอร์นั้น</a:t>
            </a:r>
          </a:p>
          <a:p>
            <a:r>
              <a:t>ระวัง: w5 และ w6 เขียนทับ data/sales.csv ด้วยไฟล์ที่สะอาดแล้ว อย่าใช้ถ้ายังอยากเห็นไฟล์ดิบเอง</a:t>
            </a:r>
          </a:p>
          <a:p>
            <a:r>
              <a:t>node scripts/check-solutions.mjs ตรวจคำตอบอ้างอิงทั้งชุด: starter quality gate ต้องเป็น exit 2 และ solutions/w1–w6 ผ่านทุกข้อ</a:t>
            </a:r>
          </a:p>
          <a:p>
            <a:r>
              <a:t>Lab 0 ไม่มีไฟล์ให้คัดลอก — ถ้า verify-setup ไม่ผ่านให้เรียกผู้สอน</a:t>
            </a:r>
          </a:p>
          <a:p>
            <a:r>
              <a:t>ที่มา: repo Onto-IQ/build-ai-multi-agent-with-claude (HEAD 68f94a1) — README.md (ถ้าตามไม่ทัน), scripts/catch-up.js, scripts/check-solutions.mjs</a:t>
            </a:r>
          </a:p>
        </p:txBody>
      </p:sp>
      <p:sp>
        <p:nvSpPr>
          <p:cNvPr id="4" name="Slide Number Placeholder 3"/>
          <p:cNvSpPr>
            <a:spLocks noGrp="1"/>
          </p:cNvSpPr>
          <p:nvPr>
            <p:ph type="sldNum" sz="quarter" idx="5"/>
          </p:nvPr>
        </p:nvSpPr>
        <p:spPr/>
        <p:txBody>
          <a:bodyPr/>
          <a:lstStyle/>
          <a:p>
            <a:fld id="{94303D33-CBAE-4455-8CC6-A98C7CD4FBE1}" type="slidenum">
              <a:rPr lang="th-TH" smtClean="0"/>
              <a:t>20</a:t>
            </a:fld>
            <a:endParaRPr lang="th-TH"/>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ตัวแปรและไฟล์ตั้งค่าที่คอร์สใช้ ตามตารางของ Module 2:</a:t>
            </a:r>
          </a:p>
          <a:p>
            <a:r>
              <a:t>PORT = พอร์ตของ server.js และ quality gate ค่าเริ่มต้น 3000 · CLAUDE_CODE_MAX_CONCURRENT_SUBAGENTS = จำนวนเอเจนต์ย่อยพร้อมกันสูงสุด ค่าว่างคือค่าเริ่มต้น · CLAUDE_CODE_EXPERIMENTAL_AGENT_TEAMS ตั้งเป็น 1 เฉพาะตอนสาธิตทีม</a:t>
            </a:r>
          </a:p>
          <a:p>
            <a:r>
              <a:t>ตั้งค่าผู้ใช้รายเครื่องอยู่ที่ ~/.claude/settings.json — settings.local.json เป็นของเครื่องนั้น ไม่ควรเข้า git</a:t>
            </a:r>
          </a:p>
          <a:p>
            <a:r>
              <a:t>Workspace คือ sandbox/sales-insight: เปิด claude จากโฟลเดอร์นี้เท่านั้น ถ้าเปิดนอกโฟลเดอร์จะสำรวจผิดที่ · Windows ใช้ Git Bash ไม่ใช่ PowerShell</a:t>
            </a:r>
          </a:p>
          <a:p>
            <a:r>
              <a:t>ที่มา: repo Onto-IQ/build-ai-multi-agent-with-claude (HEAD 68f94a1) — day-1/02-environment-setup/README.md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สั่งครั้งเดียวให้ leader ปล่อย Explore สามตัวแล้วรวมรายงานโดยไม่แก้ไฟล์ · EN: One prompt dispatches three read-only explorers and returns a single short report.</a:t>
            </a:r>
          </a:p>
          <a:p>
            <a:r>
              <a:t>Module 3 (~60 นาที: สอน 25 + Workshop 1 35 นาที) — Parallel Execution ด้วย Swarm Pattern</a:t>
            </a:r>
          </a:p>
          <a:p>
            <a:r>
              <a:t>หัวข้อ: Built-in Subagents ใน Isolated Context, Leader-first Interaction, Parallel Dispatching 3–5 Subagents, Result Aggregation และสัญญาณว่าแบ่งงานผิด</a:t>
            </a:r>
          </a:p>
          <a:p>
            <a:r>
              <a:t>ที่มา: repo (HEAD 68f94a1) day-1/03-swarm/README.md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Subagent ทำงานใน context แยก: ไม่เห็นบทสนทนาหลัก ได้เฉพาะโจทย์ที่ Leader เขียนส่งให้ มี tools ของตัวเอง และทำจบแล้วสรุปผลกลับเท่านั้น</a:t>
            </a:r>
          </a:p>
          <a:p>
            <a:r>
              <a:t>Built-in 3 ตัวที่ต้องรู้ก่อนสร้างของตัวเอง: Explore อ่านอย่างเดียว เหมาะกับสำรวจ, Plan ใช้ใน Plan Mode, General-purpose ทำได้ทุกอย่างรวมแก้ไฟล์</a:t>
            </a:r>
          </a:p>
          <a:p>
            <a:r>
              <a:t>ประโยชน์: output ยาว ๆ ของ Subagent ไม่ท่วม context หลัก</a:t>
            </a:r>
          </a:p>
          <a:p>
            <a:r>
              <a:t>ที่มา: repo (HEAD 68f94a1) day-1/03-swarm/README.md หัวข้อ 1; day-1/01-agent-foundations/README.md หัวข้อ 2</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หลักการ Leader-first: ส่งโจทย์ระดับสูงให้ Leader ก่อน แล้วให้ Leader แตกงานเอง อย่าสั่งละเอียดเอง</a:t>
            </a:r>
          </a:p>
          <a:p>
            <a:r>
              <a:t>prompt ที่ดีมี 5 ส่วน: บริบท เป้าหมาย การแตกงาน รูปแบบผล และขอบเขต</a:t>
            </a:r>
          </a:p>
          <a:p>
            <a:r>
              <a:t>อีกระดับที่ต่ำกว่า: ข้อความที่ Leader มอบให้ Subagent แต่ละตัวก็ควรครบ 5 ส่วน — บริบท ไฟล์ ผลที่ต้องส่ง ข้อห้าม และทีม (ใครทำส่วนไหน)</a:t>
            </a:r>
          </a:p>
          <a:p>
            <a:r>
              <a:t>ที่มา: repo (HEAD 68f94a1) day-1/03-swarm/README.md หัวข้อ 2</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Prompt pattern ของ Workshop 1 — เลือก EN หรือ TH อย่างใดอย่างหนึ่ง วางใน TUI ครั้งเดียว</a:t>
            </a:r>
          </a:p>
          <a:p>
            <a:r>
              <a:t>อธิบายทีละส่วน: ก้อน 1–3 อ่านไฟล์คนละชุดจึงขนานได้, ประโยค Do not modify files กันการแก้, จำกัด 300 คำและหัวข้อ structure / data quality / risks ให้รวมผลได้</a:t>
            </a:r>
          </a:p>
          <a:p>
            <a:r>
              <a:t>ทำไมแนะนำ EN: ภาษาของ prompt กำหนดภาษาของรายงาน รายงานนี้ถูกอ้างต่อใน Workshop ถัดไป ซึ่งชื่อ endpoint, file:line และหัวข้อเป็นอังกฤษ — TH ใช้ได้เต็มสิทธิ์ ของเทคนิคยังพิมพ์ถูก</a:t>
            </a:r>
          </a:p>
          <a:p>
            <a:r>
              <a:t>ใน TUI จะเห็น leader เรียก Task tool แล้วเอเจนต์ย่อยสามตัวทำงานพร้อมกัน</a:t>
            </a:r>
          </a:p>
          <a:p>
            <a:r>
              <a:t>หมายเหตุ headless: ถ้าต้องรันนอก TUI จริง ๆ คือ claude -p "&lt;prompt&gt;" --allowedTools "Task" --max-turns 20 จากโฟลเดอร์แอป แต่แล็บในห้องไม่ใช้ทางนี้</a:t>
            </a:r>
          </a:p>
          <a:p>
            <a:r>
              <a:t>ที่มา: repo Onto-IQ/build-ai-multi-agent-with-claude (HEAD 68f94a1) — day-1/03-swarm/README.md (Prompt pattern)</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หลัง Subagents ทำงานเสร็จ Leader รวมผลเป็นรายงานเดียว — ในการรันจริงได้ 3 หมวด: โครงสร้างโปรเจกต์ endpoints ทั้งหมด และจุดน่าสงสัย</a:t>
            </a:r>
          </a:p>
          <a:p>
            <a:r>
              <a:t>ตารางนี้ใช้วินิจฉัยจากอาการ: ส่งข้อความหากันบ่อย = ผูกกันแน่นเกินไป, ไฟล์ชน = เจ้าของไฟล์ไม่ชัด, รอกันเป็นทอด = งานไม่ได้ขนานจริง, ผลไม่ต่อกัน = ไม่มีสัญญากลาง, สมมติฐานผิด = ข้อความมอบงานขาดบริบท</a:t>
            </a:r>
          </a:p>
          <a:p>
            <a:r>
              <a:t>fork = Subagent ที่สืบทอดบทสนทนาทั้งหมด, worktree = แยก agent ไปทำบนสำเนา repo แล้วค่อย merge</a:t>
            </a:r>
          </a:p>
          <a:p>
            <a:r>
              <a:t>ที่มา: repo (HEAD 68f94a1) day-1/03-swarm/README.md หัวข้อ 5–6</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Workshop 1 (⏱ 35 นาที) เริ่มจาก starter ที่ quality gate ยัง exit 2</a:t>
            </a:r>
          </a:p>
          <a:p>
            <a:r>
              <a:t>ขั้นตอน: cd sandbox/sales-insight → claude → วาง prompt EN หรือ TH ครั้งเดียว → ออกจาก TUI → git status --short → node scripts/quality-gate.js (รันเอง อย่าให้เอเจนต์รันแทน)</a:t>
            </a:r>
          </a:p>
          <a:p>
            <a:r>
              <a:t>ผลที่คาดหวัง: leader เรียกเอเจนต์ย่อยมากกว่าหนึ่งตัว ตอบรายงานเดียวสามหัวข้อ ระบุ server.js, data/sales.csv, scripts/quality-gate.js และพูดถึง POST /api/notes กับ GET /api/summary · git status ไม่มีไฟล์ของแอปถูกแก้ · gate ยัง exit 2</a:t>
            </a:r>
          </a:p>
          <a:p>
            <a:r>
              <a:t>📚 รู้เพิ่ม: หลักฐานผ่าน/ไม่ผ่านต้องมาจากเทอร์มินัลของคุณ ไม่ใช่คำบอกของเอเจนต์</a:t>
            </a:r>
          </a:p>
          <a:p>
            <a:r>
              <a:t>กับดัก: ได้แผนแต่ไม่ได้รายงาน → เติมว่าให้ส่งเอเจนต์ย่อยจริง · ไฟล์ถูกแก้ → git checkout -- . ในแอปแล้วสั่งใหม่ · สำรวจผิดโฟลเดอร์ → เปิด claude ใหม่จาก sandbox/sales-insight · port busy → ปิดเซิร์ฟเวอร์ก่อน</a:t>
            </a:r>
          </a:p>
          <a:p>
            <a:r>
              <a:t>ตามไม่ทัน: node scripts/catch-up.js w1 แล้วอ่าน docs/EXPLORATION-REPORT.md</a:t>
            </a:r>
          </a:p>
          <a:p>
            <a:r>
              <a:t>ที่มา: repo Onto-IQ/build-ai-multi-agent-with-claude (HEAD 68f94a1) — day-1/03-swarm/LAB.md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ให้ Claude เขียนไฟล์เอเจนต์นักวิจัยข้อมูลที่อ่านอย่างเดียว แล้วเรียกใช้จนได้หลักฐานแบบ file:line · EN: Prompt Claude to add a read-only data researcher and get file:line evidence back.</a:t>
            </a:r>
          </a:p>
          <a:p>
            <a:r>
              <a:t>Module 4 (~55 นาที: สอน 25 + Workshop 2 30 นาที) — การสร้างและกำหนดสเปก Specialty Agent</a:t>
            </a:r>
          </a:p>
          <a:p>
            <a:r>
              <a:t>หัวข้อ: CLAUDE.md, ไฟล์ .claude/agents/, Frontmatter parameters, Model Routing, 3 วิธีเรียกใช้ และ Prompt-driven Generation</a:t>
            </a:r>
          </a:p>
          <a:p>
            <a:r>
              <a:t>ที่มา: repo (HEAD 68f94a1) day-1/04-specialty-agents/README.md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CLAUDE.md ที่ root ของ sandbox ถูกหยิบขึ้นมาเองทุกครั้ง ทั้งตอนเปิดเซสชันและตอนเอเจนต์ย่อยทุกตัวถูกสร้าง — เหมือนกฎที่แขวนไว้หน้าประตูโรงงาน ไม่ต้องพิมพ์กติกาซ้ำในทุก prompt</a:t>
            </a:r>
          </a:p>
          <a:p>
            <a:r>
              <a:t>ตัวอย่างจริงใน sandbox/sales-insight/CLAUDE.md: แดชบอร์ดยอดขายร้านของฝากสมมติ, server.js เป็น Node http ล้วน ห้ามเพิ่ม dependency, ตอบเป็นภาษาของผู้ถามแต่ชื่อไฟล์/endpoint/ฟิลด์คงอังกฤษ, งานสำรวจห้ามแก้ไฟล์, อย่าแนะนำ Express หรือ npm, ห้ามคัดลอกค่าที่ขึ้นต้น sk-, ก่อนบอกว่าพร้อมส่งให้รัน node scripts/quality-gate.js แล้วรายงาน exit code จริง</a:t>
            </a:r>
          </a:p>
          <a:p>
            <a:r>
              <a:t>ระดับ: ./CLAUDE.md (ทีมแชร์ผ่าน Git) และ ~/.claude/CLAUDE.md (ระดับผู้ใช้)</a:t>
            </a:r>
          </a:p>
          <a:p>
            <a:r>
              <a:t>ที่มา: repo Onto-IQ/build-ai-multi-agent-with-claude (HEAD 68f94a1) — day-1/04-specialty-agents/README.md, sandbox/sales-insight/CLAUDE.md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ฟิลด์บังคับมีแค่ name กับ description — description คือสิ่งที่ leader อ่านเพื่อเลือกส่งงาน เขียนสั้น ขึ้นต้นงานที่อยากให้ถูกเรียกเองด้วย Use proactively</a:t>
            </a:r>
          </a:p>
          <a:p>
            <a:r>
              <a:t>แยกให้ชัด: ไฟล์ = definition (ตำแหน่งงาน) การ dispatch หนึ่งครั้ง = instance</a:t>
            </a:r>
          </a:p>
          <a:p>
            <a:r>
              <a:t>ตัวอย่าง data-researcher (คำตอบอ้างอิงของ Workshop 2): tools อ่านอย่างเดียว Read, Grep, Glob, model sonnet, body มี Method / Output format / Constraints — ห้าม Edit, Write, Bash และห้ามแก้ CSV, server, quality gate</a:t>
            </a:r>
          </a:p>
          <a:p>
            <a:r>
              <a:t>ที่มา: repo Onto-IQ/build-ai-multi-agent-with-claude (HEAD 68f94a1) — solutions/w2/drop-in/.claude/agents/data-researcher.md, reference/frontmatter-cheatsheet.md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ชีต frontmatter ของคอร์ส: name (อังกฤษ ไม่มีช่องว่าง), description (ตัวตัดสินว่าจะส่งงานให้หรือไม่ เขียนสั้น ขึ้นต้น Use proactively), tools (allowlist), disallowedTools (ถ้าชื่อเดียวกันอยู่ทั้งสองรายการ ตัวนั้นหลุดออก), model (ชื่อตระกูล haiku/sonnet/opus), permissionMode, skills (preload skill เช่น release-checklist), memory (เช่น project)</a:t>
            </a:r>
          </a:p>
          <a:p>
            <a:r>
              <a:t>กับดักที่ไม่มีป้ายเตือน: permissionMode ในไฟล์เอเจนต์มีผลเฉพาะเมื่อเซสชันหลักยังเป็นโหมด default ถ้าเปิดเซสชันด้วยโหมดยอมรับการแก้ไฟล์อัตโนมัติ เอเจนต์ย่อยจะถูกดึงไปใช้โหมดเดียวกัน — ทีมผู้สอนเคยทดสอบ ตัวที่ตั้งเป็นอ่านอย่างเดียวกลับเขียนไฟล์สำเร็จ (reference/failure-modes.md)</a:t>
            </a:r>
          </a:p>
          <a:p>
            <a:r>
              <a:t>description ถูกส่งเข้าเซสชันหลักตลอด อย่าเขียนขั้นตอนยาวไว้ที่นั่น · ฟิลด์อื่นอย่าง isolation, maxTurns อยู่ใน instructor/deep-dives/module-04-agent-definitions.md</a:t>
            </a:r>
          </a:p>
          <a:p>
            <a:r>
              <a:t>ที่มา: repo Onto-IQ/build-ai-multi-agent-with-claude (HEAD 68f94a1) — reference/frontmatter-cheatsheet.md, day-1/04-specialty-agents/README.md</a:t>
            </a:r>
          </a:p>
        </p:txBody>
      </p:sp>
      <p:sp>
        <p:nvSpPr>
          <p:cNvPr id="4" name="Slide Number Placeholder 3"/>
          <p:cNvSpPr>
            <a:spLocks noGrp="1"/>
          </p:cNvSpPr>
          <p:nvPr>
            <p:ph type="sldNum" sz="quarter" idx="5"/>
          </p:nvPr>
        </p:nvSpPr>
        <p:spPr/>
        <p:txBody>
          <a:bodyPr/>
          <a:lstStyle/>
          <a:p>
            <a:fld id="{94303D33-CBAE-4455-8CC6-A98C7CD4FBE1}" type="slidenum">
              <a:rPr lang="th-TH" smtClean="0"/>
              <a:t>31</a:t>
            </a:fld>
            <a:endParaRPr lang="th-TH"/>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ต่อจาก Frontmatter Parameters: นอกจาก permissionMode ของ agent แล้ว ใน session ปกติเราสลับโหมดได้เองด้วย Shift+Tab — ใช้ได้ทันทีในทุก workshop</a:t>
            </a:r>
          </a:p>
          <a:p>
            <a:r>
              <a:t>ตามเอกสาร Claude Code: Manual (ค่า config คือ default) ถามก่อน action ส่วนใหญ่ · acceptEdits แก้ไฟล์และคำสั่ง filesystem พื้นฐานใน working directory ได้โดยไม่ถาม · plan ให้ Claude สำรวจและเขียนแผน ยังไม่แก้ source จนกว่าจะอนุมัติ · auto ให้ classifier ตรวจ action แทนเรา</a:t>
            </a:r>
          </a:p>
          <a:p>
            <a:r>
              <a:t>ตั้งแต่ v2.1.283 session แบบ interactive เริ่มที่ auto mode (ถ้าบัญชี/โมเดลรองรับ) กด Shift+Tab ครั้งแรกจะไป Manual แล้ววน Manual → Accept edits → Plan → Auto · เอกสารเตือนว่า auto ลด prompt แต่ไม่ได้รับประกันความปลอดภัย</a:t>
            </a:r>
          </a:p>
          <a:p>
            <a:r>
              <a:t>bypassPermissions จะอยู่ในวงเฉพาะเมื่อเริ่ม session ด้วย --dangerously-skip-permissions หรือ --permission-mode bypassPermissions (หรือ --allow-dangerously-skip-permissions) ส่วน dontAsk ไม่อยู่ในวง ใช้กับ CI ที่กำหนด allowlist ไว้แล้ว</a:t>
            </a:r>
          </a:p>
          <a:p>
            <a:r>
              <a:t>บทเรียนจากคอร์ส Busy Developer: ตอนเปิด accept edits Claude เคยแก้ test ให้ผ่านแทนการแก้โค้ด — ใช้ accept edits แล้วต้อง review git diff เสมอ</a:t>
            </a:r>
          </a:p>
          <a:p>
            <a:r>
              <a:t>ที่มา: https://code.claude.com/docs/en/permission-modes (ตรวจ 22 ต.ค. 2026) · udemy-claude-code-busy-dev/compare-L2.md ข้อ 3.2 · udemy-claude-cowork/compare-L2.md ข้อ 3.3</a:t>
            </a:r>
          </a:p>
          <a:p>
            <a:r>
              <a:t>กับดักของคอร์ส: ถ้าเซสชันหลักเปิดโหมดยอมรับอัตโนมัติ permissionMode ในไฟล์เอเจนต์จะถูกเมินโดยไม่เตือน (repo day-1/04-specialty-agents/README.md, reference/failure-modes.md) · ตรวจผลด้วย git diff เสมอ</a:t>
            </a:r>
          </a:p>
        </p:txBody>
      </p:sp>
      <p:sp>
        <p:nvSpPr>
          <p:cNvPr id="4" name="Slide Number Placeholder 3"/>
          <p:cNvSpPr>
            <a:spLocks noGrp="1"/>
          </p:cNvSpPr>
          <p:nvPr>
            <p:ph type="sldNum" sz="quarter" idx="5"/>
          </p:nvPr>
        </p:nvSpPr>
        <p:spPr/>
        <p:txBody>
          <a:bodyPr/>
          <a:lstStyle/>
          <a:p>
            <a:fld id="{94303D33-CBAE-4455-8CC6-A98C7CD4FBE1}" type="slidenum">
              <a:rPr lang="th-TH" smtClean="0"/>
              <a:t>35</a:t>
            </a:fld>
            <a:endParaRPr lang="th-TH"/>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Model routing: ใช้ model ต่างระดับตามประเภทงาน — haiku สำหรับสแกน/ค้นเร็ว จัดหมวด (ถูกและเร็ว), sonnet สำหรับวิเคราะห์ logic สรุปงานวิจัย (สมดุล), opus สำหรับตัดสินใจสถาปัตยกรรมหรืองานยากมาก</a:t>
            </a:r>
          </a:p>
          <a:p>
            <a:r>
              <a:t>ลำดับที่ Claude Code ใช้ตัดสิน model: 1) model ที่ระบุตอนเรียกครั้งนั้น 2) model ใน definition (inherit = เหมือน session หลัก) 3) env CLAUDE_CODE_SUBAGENT_MODEL 4) model ของ session หลัก</a:t>
            </a:r>
          </a:p>
          <a:p>
            <a:r>
              <a:t>ที่มา: repo (HEAD 68f94a1) day-1/04-specialty-agents/README.md หัวข้อ 3</a:t>
            </a:r>
          </a:p>
        </p:txBody>
      </p:sp>
      <p:sp>
        <p:nvSpPr>
          <p:cNvPr id="4" name="Slide Number Placeholder 3"/>
          <p:cNvSpPr>
            <a:spLocks noGrp="1"/>
          </p:cNvSpPr>
          <p:nvPr>
            <p:ph type="sldNum" sz="quarter" idx="5"/>
          </p:nvPr>
        </p:nvSpPr>
        <p:spPr/>
        <p:txBody>
          <a:bodyPr/>
          <a:lstStyle/>
          <a:p>
            <a:fld id="{94303D33-CBAE-4455-8CC6-A98C7CD4FBE1}" type="slidenum">
              <a:rPr lang="th-TH" smtClean="0"/>
              <a:t>36</a:t>
            </a:fld>
            <a:endParaRPr lang="th-TH"/>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วิธีเรียกใช้ Agent: 1) Auto-delegation — Leader อ่าน description แล้วเลือกเองเมื่อโจทย์ตรง</a:t>
            </a:r>
          </a:p>
          <a:p>
            <a:r>
              <a:t>2) @-mention — พิมพ์ @data-researcher ตามด้วยโจทย์ รับประกันว่าตัวนี้ถูกเรียก</a:t>
            </a:r>
          </a:p>
          <a:p>
            <a:r>
              <a:t>3) CLI flag หรือ settings — claude --agent data-researcher หรือตั้ง "agent": "data-researcher" ใน .claude/settings.json ให้ session หลักทำงานเป็น agent ตัวนั้น</a:t>
            </a:r>
          </a:p>
          <a:p>
            <a:r>
              <a:t>ที่มา: repo (HEAD 68f94a1) (HEAD 68f94a1) day-1/04-specialty-agents/README.md หัวข้อ 4</a:t>
            </a:r>
          </a:p>
          <a:p>
            <a:r>
              <a:t>ใน Workshop 2 ใช้แบบสั่งด้วยภาษา: "Use the data-researcher subagent to explain POST /api/notes ..." ในเซสชัน TUI เดิม</a:t>
            </a:r>
          </a:p>
        </p:txBody>
      </p:sp>
      <p:sp>
        <p:nvSpPr>
          <p:cNvPr id="4" name="Slide Number Placeholder 3"/>
          <p:cNvSpPr>
            <a:spLocks noGrp="1"/>
          </p:cNvSpPr>
          <p:nvPr>
            <p:ph type="sldNum" sz="quarter" idx="5"/>
          </p:nvPr>
        </p:nvSpPr>
        <p:spPr/>
        <p:txBody>
          <a:bodyPr/>
          <a:lstStyle/>
          <a:p>
            <a:fld id="{94303D33-CBAE-4455-8CC6-A98C7CD4FBE1}" type="slidenum">
              <a:rPr lang="th-TH" smtClean="0"/>
              <a:t>37</a:t>
            </a:fld>
            <a:endParaRPr lang="th-TH"/>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สไลด์นี้เติมจาก Module 4: description ไม่ใช่แค่คำอธิบาย แต่คือสิ่งที่ Leader ใช้ตัดสินว่าจะส่งงานให้ agent ตัวไหน (auto-delegation)</a:t>
            </a:r>
          </a:p>
          <a:p>
            <a:r>
              <a:t>ถ้า agent หรือ tool ถูกเลือกผิดตัว ให้แก้ description ก่อน อย่าเพิ่งไปโทษโมเดลหรือปรับค่าอื่น — เขียนให้ชัดว่าทำอะไรและใช้เมื่อไหร่ ส่วนวิธีทำงานไว้ใน body</a:t>
            </a:r>
          </a:p>
          <a:p>
            <a:r>
              <a:t>หลักเดียวกันใช้กับ tool schema ของ MCP (Module 6): ใส่ required เฉพาะที่ tool ทำงานไม่ได้ถ้าขาด, ใช้ enum เมื่อค่ามีตัวเลือกตายตัว, อธิบายทุกพารามิเตอร์</a:t>
            </a:r>
          </a:p>
          <a:p>
            <a:r>
              <a:t>Error ที่ดีต้องบอกทั้งสาเหตุและทางไปต่อ เช่น ไม่พบไฟล์ปีนี้ แต่มีไฟล์ของปีอื่น — และส่ง error กลับให้ Claude เห็นเสมอ อย่าซ่อน</a:t>
            </a:r>
          </a:p>
          <a:p>
            <a:r>
              <a:t>Retry เฉพาะความผิดพลาดชั่วคราว (timeout, rate limit) ส่วนความผิดพลาดถาวร (ไม่มีไฟล์, ไม่มีสิทธิ์) ให้รายงานตรง ๆ ไม่ต้อง retry และควรตั้ง timeout เสมอ</a:t>
            </a:r>
          </a:p>
          <a:p>
            <a:r>
              <a:t>ที่มา: udemy-claude-architect/notes.md (Section 4: 2.2 Tool Schemas, 2.4 Error Handling, practice questions) และ compare-L2.md ข้อ 4 · repo day-1/04-specialty-agents/README.md (description = หัวใจของ auto-delegation)</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Workshop 2 (⏱ 35 นาที) เริ่มหลัง Workshop 1 ยังไม่มี .claude/agents/data-researcher.md</a:t>
            </a:r>
          </a:p>
          <a:p>
            <a:r>
              <a:t>ขั้นตอน: cd sandbox/sales-insight → claude → วาง prompt สร้างไฟล์ EN หรือ TH ครั้งเดียว → กดอนุญาตเมื่อ TUI ถามสิทธิ์เขียน .claude/ → ในเซสชันเดิมสั่งใช้เอเจนต์อธิบาย POST /api/notes → ปิด TUI แล้วเปิดไฟล์ด้วยตา</a:t>
            </a:r>
          </a:p>
          <a:p>
            <a:r>
              <a:t>Prompt สร้าง EN: In this folder, create .claude/agents/data-researcher.md. Frontmatter exactly: name data-researcher; description starts with "Use proactively" and says the agent is read-only; tools Read, Grep, Glob; model sonnet. Body sections: Method, Output format with file:line evidence, Constraints that forbid Edit, Write, and Bash. Do not change server.js or the CSV.</a:t>
            </a:r>
          </a:p>
          <a:p>
            <a:r>
              <a:t>Prompt สร้าง TH: ในโฟลเดอร์นี้ ให้สร้าง .claude/agents/data-researcher.md frontmatter ต้องตรงนี้: name เป็น data-researcher; description ขึ้นต้น Use proactively และบอกว่าอ่านอย่างเดียว; tools เป็น Read, Grep, Glob; model เป็น sonnet เนื้อหามี Method, รูปแบบคำตอบที่อ้าง file:line, และ Constraints ที่ห้าม Edit, Write, Bash ห้ามแก้ server.js หรือ CSV</a:t>
            </a:r>
          </a:p>
          <a:p>
            <a:r>
              <a:t>ผลที่คาดหวัง: ไฟล์โผล่จริง มี name, description, tools, model · คำตอบมีหลักฐานแบบ server.js: และพูดถึงการอ่าน JSON</a:t>
            </a:r>
          </a:p>
          <a:p>
            <a:r>
              <a:t>📚 รู้เพิ่ม: ระบบบังคับกดอนุญาตไฟล์ .claude/ เพราะเป็นคำสั่งประจำตัวของเอเจนต์ · เลขบรรทัดคือหลักฐานว่าเปิดอ่านจริง</a:t>
            </a:r>
          </a:p>
          <a:p>
            <a:r>
              <a:t>กับดัก: claude -p ปฏิเสธ .claude/** → กลับมาทำใน TUI · ไม่มีไฟล์ทั้งที่บอกว่าเขียนแล้ว → เปิดดูด้วยตา · ใส่ Bash ใน tools = รั้งอ่านอย่างเดียวรั่ว · frontmatter ภาษาไทย → สั่งให้เขียนฟิลด์อังกฤษ</a:t>
            </a:r>
          </a:p>
          <a:p>
            <a:r>
              <a:t>ตามไม่ทัน: node scripts/catch-up.js w2 · ตรวจด้วย node solutions/w2/check.js</a:t>
            </a:r>
          </a:p>
          <a:p>
            <a:r>
              <a:t>ที่มา: repo Onto-IQ/build-ai-multi-agent-with-claude (HEAD 68f94a1) — day-1/04-specialty-agents/LAB.md, day-1/04-specialty-agents/README.md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เขียน SKILL.md ที่ถูกหยิบเมื่อจะปล่อยของ และผูกเข้า frontmatter ของเอเจนต์ได้ · EN: Add a skill folder and preload it on one agent.</a:t>
            </a:r>
          </a:p>
          <a:p>
            <a:r>
              <a:t>Module 5 (~25 นาที): ขยายความสามารถด้วย Skills — ผู้เรียนเขียน Skill ของตัวเองได้และผูกให้ Subagent ใช้</a:t>
            </a:r>
          </a:p>
          <a:p>
            <a:r>
              <a:t>หัวข้อ: Skill ต่างจาก Subagent อย่างไร, โครงสร้าง SKILL.md, การผูก Skill ผ่าน frontmatter skills</a:t>
            </a:r>
          </a:p>
          <a:p>
            <a:r>
              <a:t>ที่มา: repo (HEAD 68f94a1) day-1/05-skills/README.md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Skill กับ Subagent ต่างกันที่บทบาท: Subagent เป็นตัวลงมือทำ มี context และ tools ของตัวเอง ส่วน Skill เป็นชุดคำสั่ง/ความรู้ที่ฉีดเข้า context</a:t>
            </a:r>
          </a:p>
          <a:p>
            <a:r>
              <a:t>Subagent เก็บที่ .claude/agents/*.md ใช้กับงานหนัก output ยาว; Skill เก็บที่ .claude/skills/&lt;ชื่อ&gt;/SKILL.md ใช้กับขั้นตอนมาตรฐานที่ต้องทำซ้ำให้ถูกต้อง</a:t>
            </a:r>
          </a:p>
          <a:p>
            <a:r>
              <a:t>ทั้งคู่ใช้ description เป็นตัว trigger</a:t>
            </a:r>
          </a:p>
          <a:p>
            <a:r>
              <a:t>ที่มา: repo (HEAD 68f94a1) day-1/05-skills/README.md หัวข้อ 1</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Skill = คู่มือประจำงานที่วางไว้ในห้องเดียวกัน (ต่างจาก subagent ที่เป็นคนทำงานอีกห้อง) — ใช้ skill เมื่องานซ้ำที่ต้องทำเหมือนเดิมทุกครั้ง</a:t>
            </a:r>
          </a:p>
          <a:p>
            <a:r>
              <a:t>ที่อยู่: .claude/skills/release-checklist/SKILL.md · description เป็นอังกฤษเสมอ เพราะ Claude ใช้จับว่างานไหนควรหยิบ skill นี้ เนื้อขั้นตอนเป็นไทยได้เต็มที่</a:t>
            </a:r>
          </a:p>
          <a:p>
            <a:r>
              <a:t>สี่ขั้นตามบทเรียน: เปิดเซิร์ฟเวอร์ให้ขึ้นบรรทัด listening, จดผลของ quality gate, เช็กว่า /api/health ไม่มีสตริง sk-, ปิดเซิร์ฟเวอร์ก่อนรัน node scripts/quality-gate.js</a:t>
            </a:r>
          </a:p>
          <a:p>
            <a:r>
              <a:t>ภาพในกล่องโค้ดเป็นโครงที่ Claude สร้างจาก prompt ของบทเรียน — ถ้อยคำในไฟล์จริงของผู้เรียนอาจต่างได้</a:t>
            </a:r>
          </a:p>
          <a:p>
            <a:r>
              <a:t>Prompt EN: Create .claude/skills/release-checklist/SKILL.md. Frontmatter: name release-checklist; description "Use before releasing the Sales Insight app". Body: four checks — server boots, quality gate result is recorded, /api/health must not contain sk-, server is stopped before the gate.</a:t>
            </a:r>
          </a:p>
          <a:p>
            <a:r>
              <a:t>ที่มา: repo Onto-IQ/build-ai-multi-agent-with-claude (HEAD 68f94a1) — day-1/05-skills/README.md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ต่างจาก auto-trigger: การ preload ผ่าน skills: ทำให้เนื้อหา skill อยู่ใน context ของเอเจนต์ตั้งแต่เริ่ม — ใส่เฉพาะตัวที่ต้องใช้ ใส่ทุกตัว = จ่าย token ซ้ำ</a:t>
            </a:r>
          </a:p>
          <a:p>
            <a:r>
              <a:t>Lab release checklist (⏱ 15 นาที): 1) เปิด TUI จาก sandbox/sales-insight วาง prompt จากบทเรียน — ผลที่คาดหวัง: มี .claude/skills/release-checklist/SKILL.md ที่มี name และ description 2) EN: I want to release the sales insight app now. Walk me through it. / TH: ฉันจะปล่อย Sales Insight ตอนนี้ พาฉันทำทีละขั้น — ผลที่คาดหวัง: คำตอบพูดถึงการเปิดเซิร์ฟเวอร์ quality gate และ sk- 3) เพิ่ม skills: release-checklist ให้เอเจนต์ตัวเดียวที่ตั้งใจ</a:t>
            </a:r>
          </a:p>
          <a:p>
            <a:r>
              <a:t>ต่อยอดตาม repo: ให้ data-researcher คง tools อ่านอย่างเดียว แล้วสร้าง release-manager ต่างหากที่ preload skill นี้ (ตัวอย่างบนสไลด์)</a:t>
            </a:r>
          </a:p>
          <a:p>
            <a:r>
              <a:t>กับดัก: เขียนไฟล์ไม่ได้ใน claude -p → ใช้ TUI · ไม่ถูกหยิบ → เอ่ยชื่อ skill หรือปรับ description</a:t>
            </a:r>
          </a:p>
          <a:p>
            <a:r>
              <a:t>ที่มา: repo Onto-IQ/build-ai-multi-agent-with-claude (HEAD 68f94a1) — day-1/05-skills/LAB.md, day-1/05-skills/README.md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ปิด Module 5 ก่อนเข้า MCP: Plugin คือการรวม skills, agents (subagent), hooks และ MCP servers ไว้เป็นหน่วยเดียว มี manifest ที่ .claude-plugin/plugin.json ติดตั้งครั้งเดียวได้ทั้งชุด — ใน docs ปัจจุบัน skill ใช้เรียกเป็น command ได้ด้วย</a:t>
            </a:r>
          </a:p>
          <a:p>
            <a:r>
              <a:rPr lang="th-TH" dirty="0"/>
              <a:t>ส่วนใหญ่มาจาก marketplace (แคตตาล็อกที่บอกว่าดึง plugin จากไหน) ซึ่งมีทั้งของทางการ Anthropic และของ third-party — ไม่ว่าแหล่งไหน plugin รันโค้ดด้วยสิทธิ์ของผู้ใช้ จึงเป็นความเสี่ยงแบบ supply chain</a:t>
            </a:r>
          </a:p>
          <a:p>
            <a:r>
              <a:rPr lang="th-TH" dirty="0"/>
              <a:t>plugin ที่เปิดไว้เป็นส่วนหนึ่งของทุก session: ชื่อและ description ของ skill/agent อยู่ใน context ทุก turn, MCP server รันคู่, hooks ยิงตาม event — ไม่ใช้แล้วให้ disable</a:t>
            </a:r>
          </a:p>
          <a:p>
            <a:r>
              <a:rPr lang="th-TH" dirty="0"/>
              <a:t>Checklist ก่อนติดตั้ง: ดูแหล่งที่มาและผู้ดูแล, อ่าน SKILL.md / agent / hook / script จริงก่อน, ดูว่าขอสิทธิ์ tools อะไรและ MCP ต่อออกไปที่ไหน, ล็อกเวอร์ชันที่ตรวจแล้ว, ลองใน sandbox ก่อนใช้กับ repo จริง</a:t>
            </a:r>
          </a:p>
          <a:p>
            <a:r>
              <a:rPr lang="th-TH" dirty="0"/>
              <a:t>โครงสร้างบนสไลด์เป็นตัวอย่างประกอบ (ชื่อไฟล์ตามเอกสาร plugin components) — ไม่ใช่ plugin ใน repo ของคอร์ส</a:t>
            </a:r>
          </a:p>
          <a:p>
            <a:r>
              <a:rPr lang="th-TH" dirty="0"/>
              <a:t>ที่มา: https://code.claude.com/docs/en/plugins (ตรวจ 22 ต.ค. 2026) · udemy-claude-cowork/compare-L2.md ข้อ 3.2 และหัวข้อความเสี่ยง (third-party skills/plugins)</a:t>
            </a:r>
          </a:p>
        </p:txBody>
      </p:sp>
      <p:sp>
        <p:nvSpPr>
          <p:cNvPr id="4" name="Slide Number Placeholder 3"/>
          <p:cNvSpPr>
            <a:spLocks noGrp="1"/>
          </p:cNvSpPr>
          <p:nvPr>
            <p:ph type="sldNum" sz="quarter" idx="5"/>
          </p:nvPr>
        </p:nvSpPr>
        <p:spPr/>
        <p:txBody>
          <a:bodyPr/>
          <a:lstStyle/>
          <a:p>
            <a:fld id="{94303D33-CBAE-4455-8CC6-A98C7CD4FBE1}" type="slidenum">
              <a:rPr lang="th-TH" smtClean="0"/>
              <a:t>45</a:t>
            </a:fld>
            <a:endParaRPr lang="th-TH"/>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ต่อ MCP แบบ stdio เข้า Claude Code แล้วเรียกเครื่องมือด้วยชื่อ mcp__เซิร์ฟเวอร์__เครื่องมือ · EN: Connect a local stdio MCP server and call one tool by its full name.</a:t>
            </a:r>
          </a:p>
          <a:p>
            <a:r>
              <a:t>Module 6 (~35 นาที: สอน 15 + Guided Demo 20 นาที) — ต่อ MCP Server เข้ากับ Claude Code และผูกให้ Specialty Agent ใช้</a:t>
            </a:r>
          </a:p>
          <a:p>
            <a:r>
              <a:t>MCP คือโปรโตคอลมาตรฐาน (JSON-RPC) ให้ Agent ต่อแหล่งเครื่องมือ/ข้อมูลภายนอก</a:t>
            </a:r>
          </a:p>
          <a:p>
            <a:r>
              <a:t>ที่มา: repo (HEAD 68f94a1) day-1/06-mcp/README.md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MCP คือโปรโตคอลมาตรฐาน (JSON-RPC) ให้ Agent ต่อแหล่งเครื่องมือหรือข้อมูลภายนอก</a:t>
            </a:r>
          </a:p>
          <a:p>
            <a:r>
              <a:t>Transport ตามสเปกทางการ: stdio เมื่อ server รันในเครื่องเดียวกับ Claude Code, Streamable HTTP สำหรับ remote service, WebSocket สำหรับ server ที่ push event สด (ตั้งผ่าน JSON config) ส่วน SSE เป็น deprecated</a:t>
            </a:r>
          </a:p>
          <a:p>
            <a:r>
              <a:t>แยกให้ขาด: Node.js (npx), Docker, Remote URL คือรูปแบบการติดตั้ง ไม่ใช่ชนิดของ MCP</a:t>
            </a:r>
          </a:p>
          <a:p>
            <a:r>
              <a:t>ที่มา: repo (HEAD 68f94a1) day-1/06-mcp/README.md หัวข้อ 1–2</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ขอบเขตการลงทะเบียนมีสามระดับ: local (อยู่เครื่องนี้), project (ไฟล์ .mcp.json แชร์กับ repo ได้) และ user</a:t>
            </a:r>
          </a:p>
          <a:p>
            <a:r>
              <a:t>คำสั่ง claude mcp add sales-echo -- node mcp/echo-server.js ใน Workshop 3 ลงทะเบียนแบบ local</a:t>
            </a:r>
          </a:p>
          <a:p>
            <a:r>
              <a:t>ผูก MCP ให้เอเจนต์ตัวใดตัวหนึ่งด้วย mcpServers ใน frontmatter เช่น data-researcher</a:t>
            </a:r>
          </a:p>
          <a:p>
            <a:r>
              <a:t>ชื่อเต็มของ tool คือ mcp__&lt;server&gt;__&lt;tool&gt; เช่น mcp__sales-echo__echo ทำให้ตั้ง permission ระดับ tool ได้</a:t>
            </a:r>
          </a:p>
          <a:p>
            <a:r>
              <a:t>ที่มา: repo Onto-IQ/build-ai-multi-agent-with-claude (HEAD 68f94a1) — day-1/06-mcp/README.md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Workshop 3 เป็น guided demo ⏱ 20 นาที เริ่มจาก sandbox ที่มี mcp/echo-server.js</a:t>
            </a:r>
          </a:p>
          <a:p>
            <a:r>
              <a:t>ขั้น 1: จาก sandbox/sales-insight รัน claude mcp add sales-echo -- node mcp/echo-server.js แล้ว claude mcp list — ผลที่คาดหวัง: รายการมี sales-echo · -- คือเส้นแบ่ง "จบคำสั่งของ Claude Code เริ่มคำสั่งของสคริปต์"</a:t>
            </a:r>
          </a:p>
          <a:p>
            <a:r>
              <a:t>ขั้น 2: เปิด TUI วาง prompt TH (แนะนำ) หรือ EN — ผลที่คาดหวัง: EN ได้ hello-sales กลับมาตรงตัว, TH ได้ สวัสดี — ทดสอบ ก-ฮ ๐๑๒๓ ครบ ไม่เพี้ยน</a:t>
            </a:r>
          </a:p>
          <a:p>
            <a:r>
              <a:t>ขั้น 3: เพิ่ม mcpServers: sales-echo ใน frontmatter ของ data-researcher ผ่าน TUI แล้วกดอนุญาต — ผลที่คาดหวัง: tools: Read, Grep, Glob ยังครบ</a:t>
            </a:r>
          </a:p>
          <a:p>
            <a:r>
              <a:t>headless ใช้เฉพาะถ้าจำเป็น: --allowedTools "mcp__sales-echo__echo" --max-turns 10 — แล็บในห้องใช้ TUI</a:t>
            </a:r>
          </a:p>
          <a:p>
            <a:r>
              <a:t>กับดัก: stdout ไม่สะอาด → tool ไม่ตอบ · claude -p กัน .claude/** → เขียน frontmatter ใน TUI · stdio ไม่ใช้พอร์ต 3000</a:t>
            </a:r>
          </a:p>
          <a:p>
            <a:r>
              <a:t>ตามไม่ทัน: node scripts/catch-up.js w3 ได้ mcp/sales-server.js (echo, lookup_province, shout) ตรวจด้วย node solutions/w3/check.js · ต่อยอด: เพิ่ม lookup_province</a:t>
            </a:r>
          </a:p>
          <a:p>
            <a:r>
              <a:t>ที่มา: repo Onto-IQ/build-ai-multi-agent-with-claude (HEAD 68f94a1) — day-1/06-mcp/LAB.md, day-1/06-mcp/README.md</a:t>
            </a:r>
          </a:p>
        </p:txBody>
      </p:sp>
      <p:sp>
        <p:nvSpPr>
          <p:cNvPr id="4" name="Slide Number Placeholder 3"/>
          <p:cNvSpPr>
            <a:spLocks noGrp="1"/>
          </p:cNvSpPr>
          <p:nvPr>
            <p:ph type="sldNum" sz="quarter" idx="5"/>
          </p:nvPr>
        </p:nvSpPr>
        <p:spPr/>
        <p:txBody>
          <a:bodyPr/>
          <a:lstStyle/>
          <a:p>
            <a:fld id="{94303D33-CBAE-4455-8CC6-A98C7CD4FBE1}" type="slidenum">
              <a:rPr lang="th-TH" smtClean="0"/>
              <a:t>49</a:t>
            </a:fld>
            <a:endParaRPr lang="th-TH"/>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โจทย์ TH ทดสอบสองชั้นในรอบเดียว: การเรียก tool ปกติ และการเดินทางของตัวอักษรไทย+เลขไทยทั้งสาย prompt → tool call → MCP server → tool result → context</a:t>
            </a:r>
          </a:p>
          <a:p>
            <a:r>
              <a:t>ผลที่คาดหวัง: ได้ สวัสดี — ทดสอบ ก-ฮ ๐๑๒๓ กลับมาครบ ไม่เพี้ยน · เลขไทยในช่วงนี้คือ U+0E50 ถึง U+0E53 (ไม่ใช่ U+0E60–0E63 ที่บันทึกทดสอบเก่าเขียนพลาด)</a:t>
            </a:r>
          </a:p>
          <a:p>
            <a:r>
              <a:t>ทิป: ถามปิดท้ายว่า "ตรงทุกตัวหรือเพี้ยน" ทำให้ Agent ตรวจละเอียดเอง · ถ้าเพี้ยนแปลว่ามีที่ไหนสักแห่งพิมพ์ของแปลกปลอมลง stdout</a:t>
            </a:r>
          </a:p>
          <a:p>
            <a:r>
              <a:t>บันทึกทดสอบของผู้สอน (instructor/test-runs/module-06/run-010) ทำบนเวอร์ชันเดิม (shop-echo) และให้ผล PASS ไม่มี mojibake</a:t>
            </a:r>
          </a:p>
          <a:p>
            <a:r>
              <a:t>ที่มา: repo Onto-IQ/build-ai-multi-agent-with-claude (HEAD 68f94a1) — day-1/06-mcp/README.md, day-1/06-mcp/LAB.md, reference/prompt-pairs-th-en.md</a:t>
            </a:r>
          </a:p>
        </p:txBody>
      </p:sp>
      <p:sp>
        <p:nvSpPr>
          <p:cNvPr id="4" name="Slide Number Placeholder 3"/>
          <p:cNvSpPr>
            <a:spLocks noGrp="1"/>
          </p:cNvSpPr>
          <p:nvPr>
            <p:ph type="sldNum" sz="quarter" idx="5"/>
          </p:nvPr>
        </p:nvSpPr>
        <p:spPr/>
        <p:txBody>
          <a:bodyPr/>
          <a:lstStyle/>
          <a:p>
            <a:fld id="{94303D33-CBAE-4455-8CC6-A98C7CD4FBE1}" type="slidenum">
              <a:rPr lang="th-TH" smtClean="0"/>
              <a:t>52</a:t>
            </a:fld>
            <a:endParaRPr lang="th-TH"/>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สามขั้นต่อคิว: ออกแบบ → เขียนตัวทำความสะอาด → รีวิว · EN: Design, implement, then review a cleaner, each stage consuming the previous artifact.</a:t>
            </a:r>
          </a:p>
          <a:p>
            <a:r>
              <a:t>เริ่มวันที่ 2 — Module 7 Orchestration &amp; Sequential Workflows</a:t>
            </a:r>
          </a:p>
          <a:p>
            <a:r>
              <a:t>หัวข้อ: Sequential Pipeline (output → input), Leader-first Orchestration (Plan Approval, Task List, สถานะ), Agent Teams (SendMessage, Shared Task List) และ Workshop 4</a:t>
            </a:r>
          </a:p>
          <a:p>
            <a:r>
              <a:t>ที่มา: course outline Module 7; repo day-2/07-sequential-orchestration/README.md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Sequential: output ของขั้นก่อนเป็น input ของขั้นถัดไป — Workshop 4 ใช้ Design → Clean → Review บน data/sales.csv</a:t>
            </a:r>
          </a:p>
          <a:p>
            <a:r>
              <a:t>DESIGN.md ทำให้ขั้นเขียนไม่ต้องเดา และ REVIEW.md มีตัวเทียบที่เป็นธรรม ถ้าไม่มีสองไฟล์นี้ งานสามขั้นจะเหลือแค่เรื่องเล่า</a:t>
            </a:r>
          </a:p>
          <a:p>
            <a:r>
              <a:t>การขนานหลังมีสัญญากลาง (หน้าเว็บ + API บน PRODUCT-SPEC) จะเห็นใน Capstone</a:t>
            </a:r>
          </a:p>
          <a:p>
            <a:r>
              <a:t>ที่มา: repo Onto-IQ/build-ai-multi-agent-with-claude (HEAD 68f94a1) — day-2/07-sequential-orchestration/README.md, LAB.md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ใน TUI Leader บริหารงานผ่าน Task List ที่ผู้เรียนมองเห็น: Pending, In Progress, Completed</a:t>
            </a:r>
          </a:p>
          <a:p>
            <a:r>
              <a:t>Leader กำกับ Plan Approval แจกงานตาม Task List และติดตามสถานะ — prompt ที่ดีต้องบังคับให้ Leader สร้างและอัปเดต task list</a:t>
            </a:r>
          </a:p>
          <a:p>
            <a:r>
              <a:t>แล้วเห็นพัฒนาการ = ผู้เรียนมอง task list ไหล ไม่ใช่รอเงียบ ๆ 5 นาที</a:t>
            </a:r>
          </a:p>
          <a:p>
            <a:r>
              <a:t>กับดัก: ไม่บังคับ task list → Leader ทำเงียบ ๆ จบหมด ผู้เรียนไม่เห็นพัฒนาการ</a:t>
            </a:r>
          </a:p>
          <a:p>
            <a:r>
              <a:t>ที่มา: repo (HEAD 68f94a1) day-2/07-sequential-orchestration/README.md หัวข้อ 2; course outline Module 7</a:t>
            </a:r>
          </a:p>
        </p:txBody>
      </p:sp>
      <p:sp>
        <p:nvSpPr>
          <p:cNvPr id="4" name="Slide Number Placeholder 3"/>
          <p:cNvSpPr>
            <a:spLocks noGrp="1"/>
          </p:cNvSpPr>
          <p:nvPr>
            <p:ph type="sldNum" sz="quarter" idx="5"/>
          </p:nvPr>
        </p:nvSpPr>
        <p:spPr/>
        <p:txBody>
          <a:bodyPr/>
          <a:lstStyle/>
          <a:p>
            <a:fld id="{94303D33-CBAE-4455-8CC6-A98C7CD4FBE1}" type="slidenum">
              <a:rPr lang="th-TH" smtClean="0"/>
              <a:t>56</a:t>
            </a:fld>
            <a:endParaRPr lang="th-TH"/>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Agent Teams เป็นฟีเจอร์ experimental เปิดด้วย CLAUDE_CODE_EXPERIMENTAL_AGENT_TEAMS=1 แล้วสั่งเป็นภาษาธรรมชาติ เช่น Spawn a team of 3 teammates: one designer, one implementer, one reviewer</a:t>
            </a:r>
          </a:p>
          <a:p>
            <a:r>
              <a:t>Teammates คุยกันผ่าน SendMessage และแชร์ Task List ที่ dependency ปลดล็อกอัตโนมัติ</a:t>
            </a:r>
          </a:p>
          <a:p>
            <a:r>
              <a:t>เริ่มที่ 3–5 ตัว เพราะ token โตตามจำนวนสมาชิก; สร้าง teammate ได้เฉพาะ session interactive</a:t>
            </a:r>
          </a:p>
          <a:p>
            <a:r>
              <a:t>ในโปรดักชันจริงให้ใช้ sequential pipeline แบบทำเองก่อน แล้วค่อยพิจารณาทีม</a:t>
            </a:r>
          </a:p>
          <a:p>
            <a:r>
              <a:t>ที่มา: repo (HEAD 68f94a1) day-2/07-sequential-orchestration/README.md หัวข้อ 3</a:t>
            </a:r>
          </a:p>
          <a:p>
            <a:r>
              <a:t>ในคอร์สนี้ Agent Teams เป็นของผู้สอนสาธิตเท่านั้น ตั้ง CLAUDE_CODE_EXPERIMENTAL_AGENT_TEAMS=1 เฉพาะตอนสาธิตทีม (repo day-1/02-environment-setup/README.md)</a:t>
            </a:r>
          </a:p>
        </p:txBody>
      </p:sp>
      <p:sp>
        <p:nvSpPr>
          <p:cNvPr id="4" name="Slide Number Placeholder 3"/>
          <p:cNvSpPr>
            <a:spLocks noGrp="1"/>
          </p:cNvSpPr>
          <p:nvPr>
            <p:ph type="sldNum" sz="quarter" idx="5"/>
          </p:nvPr>
        </p:nvSpPr>
        <p:spPr/>
        <p:txBody>
          <a:bodyPr/>
          <a:lstStyle/>
          <a:p>
            <a:fld id="{94303D33-CBAE-4455-8CC6-A98C7CD4FBE1}" type="slidenum">
              <a:rPr lang="th-TH" smtClean="0"/>
              <a:t>57</a:t>
            </a:fld>
            <a:endParaRPr lang="th-TH"/>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Workshop 4 (⏱ 40 นาที) เริ่มจาก gate ยัง exit 2 และยังไม่มี scripts/clean-sales.js</a:t>
            </a:r>
          </a:p>
          <a:p>
            <a:r>
              <a:t>ขั้นตอน: cd sandbox/sales-insight → git status --short → claude → วาง prompt สามขั้นครั้งเดียว → ปิด TUI → node scripts/clean-sales.js data/sales.csv data/sales.clean.csv → node scripts/quality-gate.js</a:t>
            </a:r>
          </a:p>
          <a:p>
            <a:r>
              <a:t>Prompt EN: Run three stages now, not as a plan. Stage 1: Write docs/DESIGN.md for cleaning data/sales.csv. List fatal row drops and repairs. Include the revenue formula. Do not write code yet. Stage 2: Write scripts/clean-sales.js (node only, no dependencies) that implements DESIGN.md. Do not edit server.js. Stage 3: Write docs/REVIEW.md comparing the script to DESIGN.md. Cite clean-sales.js. Fix nothing.</a:t>
            </a:r>
          </a:p>
          <a:p>
            <a:r>
              <a:t>ผลที่คาดหวัง: เกิด docs/DESIGN.md, scripts/clean-sales.js, docs/REVIEW.md · data/sales.clean.csv มีแถวน้อยกว่าไฟล์ดิบ · server.js ไม่ถูกแก้ · gate อาจยังแดง (ตั้งใจ แก้ใน Workshop 5)</a:t>
            </a:r>
          </a:p>
          <a:p>
            <a:r>
              <a:t>📚 รู้เพิ่ม: ห้ามแตะ scripts/quality-gate.js เพื่อให้เขียว — ตัวตรวจตายตัว แก้ตัวตรวจเท่ากับลบหลักฐานทั้งชุด</a:t>
            </a:r>
          </a:p>
          <a:p>
            <a:r>
              <a:t>กับดัก: มีแต่ข้อความสามขั้น → เติม "Execute each stage now, not as a plan." · headless ไม่ยอมรัน node → รันสคริปต์เองใน Git Bash · สคริปต์ไปแก้ quality-gate.js → คืนจาก git</a:t>
            </a:r>
          </a:p>
          <a:p>
            <a:r>
              <a:t>ตามไม่ทัน: node scripts/catch-up.js w4</a:t>
            </a:r>
          </a:p>
          <a:p>
            <a:r>
              <a:t>ที่มา: repo Onto-IQ/build-ai-multi-agent-with-claude (HEAD 68f94a1) — day-2/07-sequential-orchestration/LAB.md, README.md</a:t>
            </a:r>
          </a:p>
        </p:txBody>
      </p:sp>
      <p:sp>
        <p:nvSpPr>
          <p:cNvPr id="4" name="Slide Number Placeholder 3"/>
          <p:cNvSpPr>
            <a:spLocks noGrp="1"/>
          </p:cNvSpPr>
          <p:nvPr>
            <p:ph type="sldNum" sz="quarter" idx="5"/>
          </p:nvPr>
        </p:nvSpPr>
        <p:spPr/>
        <p:txBody>
          <a:bodyPr/>
          <a:lstStyle/>
          <a:p>
            <a:fld id="{94303D33-CBAE-4455-8CC6-A98C7CD4FBE1}" type="slidenum">
              <a:rPr lang="th-TH" smtClean="0"/>
              <a:t>58</a:t>
            </a:fld>
            <a:endParaRPr lang="th-TH"/>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สไลด์นี้สำหรับผู้เรียนที่เคยใช้ OpenAI Agents SDK (เช่นจากคอร์สอื่น): pattern เดียวกับ Sequential Pipeline ของ Module 7 แต่คนละ framework</a:t>
            </a:r>
          </a:p>
          <a:p>
            <a:r>
              <a:rPr lang="th-TH" dirty="0"/>
              <a:t>OpenAI Agents SDK (ตามเอกสารทางการ) เป็นไลบรารี Python มี primitive หลักคือ Agents, Handoffs / agents as tools และ Guardrails ที่ตรวจ input/output ขนานกับการรัน agent มี Sessions เป็น memory layer, function tools, เรียก MCP ได้, มี human-in-the-loop และ tracing ในตัว ต้องใช้ OPENAI_API_KEY</a:t>
            </a:r>
          </a:p>
          <a:p>
            <a:r>
              <a:rPr lang="th-TH" dirty="0"/>
              <a:t>ฝั่ง Claude Code ใน L2: ส่งงานผ่าน subagent ที่ Leader dispatch หรือ Agent Teams + SendMessage, คุมด่านด้วย hooks + permissions, ความจำผ่าน frontmatter memory และ CLAUDE.md, ประกาศ agent เป็นไฟล์ Markdown + YAML แทนการเขียนโค้ด</a:t>
            </a:r>
          </a:p>
          <a:p>
            <a:r>
              <a:rPr lang="th-TH" dirty="0"/>
              <a:t>ย้ำกับผู้เรียน: ตารางนี้เทียบเชิงแนวคิด ไม่ใช่การแปลง 1:1 — พฤติกรรมรายละเอียด (เช่น guardrail ทำงานจังหวะไหน, hook event ไหนบล็อกได้) ต่างกัน ต้องเช็กเอกสารของแต่ละฝั่งก่อนย้ายระบบ และ L2 ไม่ได้สอน OpenAI SDK</a:t>
            </a:r>
          </a:p>
          <a:p>
            <a:r>
              <a:rPr lang="th-TH" dirty="0"/>
              <a:t>ที่มา: https://openai.github.io/openai-agents-python/ (ตรวจ 22 ต.ค. 2026) · https://code.claude.com/docs/en/hooks · udemy-claude-cowork/compare-L2.md ข้อ 3.4</a:t>
            </a:r>
          </a:p>
        </p:txBody>
      </p:sp>
      <p:sp>
        <p:nvSpPr>
          <p:cNvPr id="4" name="Slide Number Placeholder 3"/>
          <p:cNvSpPr>
            <a:spLocks noGrp="1"/>
          </p:cNvSpPr>
          <p:nvPr>
            <p:ph type="sldNum" sz="quarter" idx="5"/>
          </p:nvPr>
        </p:nvSpPr>
        <p:spPr/>
        <p:txBody>
          <a:bodyPr/>
          <a:lstStyle/>
          <a:p>
            <a:fld id="{94303D33-CBAE-4455-8CC6-A98C7CD4FBE1}" type="slidenum">
              <a:rPr lang="th-TH" smtClean="0"/>
              <a:t>59</a:t>
            </a:fld>
            <a:endParaRPr lang="th-TH"/>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ส่งงานกลับ leader แบบสั้น และรู้ว่า memory คนละอย่างกับ CLAUDE.md · EN: Hand back a short summary, and keep project memory separate from CLAUDE.md.</a:t>
            </a:r>
          </a:p>
          <a:p>
            <a:r>
              <a:t>Module 8 (~30 นาที): ออกแบบการไหลของ context ให้ทีม Agent ไม่ท่วม และให้ Agent จำข้ามเซสชันได้</a:t>
            </a:r>
          </a:p>
          <a:p>
            <a:r>
              <a:t>หัวข้อ: Context Window Isolation, Summarization Handoff, Persistent Memory</a:t>
            </a:r>
          </a:p>
          <a:p>
            <a:r>
              <a:t>ที่มา: repo (HEAD 68f94a1) day-2/08-context-memory/README.md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กฎ 3 ข้อที่ควบคุมทุกการออกแบบ Multi-Agent: 1) context ของแต่ละ Agent แยกกัน 2) ทุกอย่างที่ไหลกลับมากิน context ของ Leader 3) context ที่ดีไม่ใช่ context ที่มาก</a:t>
            </a:r>
          </a:p>
          <a:p>
            <a:r>
              <a:t>ยกตัวอย่าง: รายงาน 2,000 คำจาก 5 agent ทำให้ context ของ Leader บานปลายทันที</a:t>
            </a:r>
          </a:p>
          <a:p>
            <a:r>
              <a:t>Context Window Isolation คือกลไกป้องกัน Context Pollution ใน Subagents</a:t>
            </a:r>
          </a:p>
          <a:p>
            <a:r>
              <a:t>ที่มา: repo (HEAD 68f94a1) day-2/08-context-memory/README.md หัวข้อ 1</a:t>
            </a:r>
          </a:p>
        </p:txBody>
      </p:sp>
      <p:sp>
        <p:nvSpPr>
          <p:cNvPr id="4" name="Slide Number Placeholder 3"/>
          <p:cNvSpPr>
            <a:spLocks noGrp="1"/>
          </p:cNvSpPr>
          <p:nvPr>
            <p:ph type="sldNum" sz="quarter" idx="5"/>
          </p:nvPr>
        </p:nvSpPr>
        <p:spPr/>
        <p:txBody>
          <a:bodyPr/>
          <a:lstStyle/>
          <a:p>
            <a:fld id="{94303D33-CBAE-4455-8CC6-A98C7CD4FBE1}" type="slidenum">
              <a:rPr lang="th-TH" smtClean="0"/>
              <a:t>62</a:t>
            </a:fld>
            <a:endParaRPr lang="th-TH"/>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ต่อจากสไลด์ Context Window: เมื่อ agent รันนาน ๆ แล้วคุณภาพตก อาการแรกที่ควรสงสัยคือ context rot ไม่ใช่ว่าโมเดลหรือ agent พัง</a:t>
            </a:r>
          </a:p>
          <a:p>
            <a:r>
              <a:rPr lang="th-TH" dirty="0"/>
              <a:t>Context rot คือข้อมูลที่ถูกต้องตั้งแต่ช่วงต้นถูกฝังอยู่ใต้ทางตันและผลลัพธ์ที่ไม่เกี่ยวข้องจำนวนมาก ทุก token มีต้นทุนทั้งเงินและความสนใจของโมเดล เป้าหมายคือข้อมูลที่มีประโยชน์ที่สุด ไม่ใช่มากที่สุด</a:t>
            </a:r>
          </a:p>
          <a:p>
            <a:r>
              <a:rPr lang="th-TH" dirty="0"/>
              <a:t>/compact ใช้เมื่อยังทำงานชิ้นเดิม: ย่อบทสนทนาโดยเก็บเป้าหมาย การตัดสินใจ และกรอบงานไว้ ส่วน /clear ใช้เมื่อจะเริ่มงานใหม่ที่ไม่เกี่ยวกับของเดิม</a:t>
            </a:r>
          </a:p>
          <a:p>
            <a:r>
              <a:rPr lang="th-TH" dirty="0"/>
              <a:t>เชื่อมกับสไลด์ถัดไป: ใน multi-agent ทางแก้อีกทางคือให้ subagent ส่งกลับเฉพาะสรุป (Summarization Handoff) เพื่อไม่ให้ context ของ Leader รก</a:t>
            </a:r>
          </a:p>
          <a:p>
            <a:r>
              <a:rPr lang="th-TH" dirty="0"/>
              <a:t>ที่มา: udemy-claude-architect/notes.md (3.5 Working the Loop, 4.1 Context Engineering) และ compare-L2.md ข้อ 2 — repo L2 ยังไม่มีเนื้อหา /compact ใน material</a:t>
            </a:r>
          </a:p>
        </p:txBody>
      </p:sp>
      <p:sp>
        <p:nvSpPr>
          <p:cNvPr id="4" name="Slide Number Placeholder 3"/>
          <p:cNvSpPr>
            <a:spLocks noGrp="1"/>
          </p:cNvSpPr>
          <p:nvPr>
            <p:ph type="sldNum" sz="quarter" idx="5"/>
          </p:nvPr>
        </p:nvSpPr>
        <p:spPr/>
        <p:txBody>
          <a:bodyPr/>
          <a:lstStyle/>
          <a:p>
            <a:fld id="{94303D33-CBAE-4455-8CC6-A98C7CD4FBE1}" type="slidenum">
              <a:rPr lang="th-TH" smtClean="0"/>
              <a:t>63</a:t>
            </a:fld>
            <a:endParaRPr lang="th-TH"/>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Summarization Handoff คือหัวใจของการส่งงาน — Subagent ไม่ควรส่งทุกอย่างที่เจอ แต่ส่ง 3 อย่าง: คำตอบที่กระชับ หลักฐานอ้างอิง (file:line, ลิงก์) และความไม่แน่นอน/สิ่งที่ตรวจไม่ได้</a:t>
            </a:r>
          </a:p>
          <a:p>
            <a:r>
              <a:t>นี่คือเหตุผลที่ Workshop 1 บังคับ รายงานไม่เกิน 300 คำ</a:t>
            </a:r>
          </a:p>
          <a:p>
            <a:r>
              <a:t>ปฏิบัติ: ทุก prompt สั่งทีมมีบรรทัดคุม output เช่น under 300 words, 5-line summary, table only</a:t>
            </a:r>
          </a:p>
          <a:p>
            <a:r>
              <a:t>ที่มา: repo (HEAD 68f94a1) day-2/08-context-memory/README.md หัวข้อ 2 และ 5</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memory มีสาม scope: user (ข้ามทุกโปรเจกต์), project (ของโปรเจกต์นี้ แชร์ทีม), local (โปรเจกต์นี้ เครื่องนี้)</a:t>
            </a:r>
          </a:p>
          <a:p>
            <a:r>
              <a:t>Lab จำข้อตกลงของโปรเจกต์ (⏱ 15 นาที, มี data-researcher จาก Workshop 2):</a:t>
            </a:r>
          </a:p>
          <a:p>
            <a:r>
              <a:t>1) ใน TUI เพิ่ม memory: project ใน frontmatter ของ data-researcher แล้วกดอนุญาต — ผลที่คาดหวัง: tools ยังอ่านอย่างเดียว</a:t>
            </a:r>
          </a:p>
          <a:p>
            <a:r>
              <a:t>2) EN: Ask the data-researcher subagent to remember this project note: Sales Insight uses plain Node http and no dependencies. Do not suggest Express unless asked. / TH: ให้ subagent data-researcher จดไว้ว่า Sales Insight ใช้ Node http ล้วน ไม่มี dependency ห้ามแนะนำ Express ถ้าไม่ได้ขอ</a:t>
            </a:r>
          </a:p>
          <a:p>
            <a:r>
              <a:t>3) /exit แล้วเปิด claude ใหม่ ถามว่าแอปนี้ควรใช้ Express หรือไม่ — ผลที่อยากเห็น: อ้างข้อตกลง ถ้าไม่อ้างให้จดว่าความจำข้ามเซสชันไม่เกิดในรุ่นที่ใช้ แล้วไปต่อ (repo ยังไม่ได้ล็อกผลนี้ไว้ในสคริปต์)</a:t>
            </a:r>
          </a:p>
          <a:p>
            <a:r>
              <a:t>📚 CLAUDE.md กับ memory คนละชั้น — กติกาห้าม Express มีใน CLAUDE.md อยู่แล้ว แล็บนี้ทดสอบความจำที่เอเจนต์จดเอง · กับดัก: ให้ทุก agent มี memory ทุก scope → ขยะที่โหลดทุกครั้ง</a:t>
            </a:r>
          </a:p>
          <a:p>
            <a:r>
              <a:t>ที่มา: repo Onto-IQ/build-ai-multi-agent-with-claude (HEAD 68f94a1) — day-2/08-context-memory/LAB.md, README.md</a:t>
            </a:r>
          </a:p>
        </p:txBody>
      </p:sp>
      <p:sp>
        <p:nvSpPr>
          <p:cNvPr id="4" name="Slide Number Placeholder 3"/>
          <p:cNvSpPr>
            <a:spLocks noGrp="1"/>
          </p:cNvSpPr>
          <p:nvPr>
            <p:ph type="sldNum" sz="quarter" idx="5"/>
          </p:nvPr>
        </p:nvSpPr>
        <p:spPr/>
        <p:txBody>
          <a:bodyPr/>
          <a:lstStyle/>
          <a:p>
            <a:fld id="{94303D33-CBAE-4455-8CC6-A98C7CD4FBE1}" type="slidenum">
              <a:rPr lang="th-TH" smtClean="0"/>
              <a:t>65</a:t>
            </a:fld>
            <a:endParaRPr lang="th-TH"/>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ทำให้ quality gate สามเคสผ่าน และมี hook ที่บล็อกคำสั่งอันตราย พร้อม cost gate · EN: Turn the three gate cases green, and add a command hook plus a cost gate.</a:t>
            </a:r>
          </a:p>
          <a:p>
            <a:r>
              <a:t>Module 9: Production Guardrails, Permissions &amp; Hooks</a:t>
            </a:r>
          </a:p>
          <a:p>
            <a:r>
              <a:t>หัวข้อ: tools allowlist / disallowedTools / Sandboxing, Gate Pattern (Stop Conditions + HITL), Hooks PreToolUse และ TaskCompleted, Workshop 5 Quality Gate + Cost Gate</a:t>
            </a:r>
          </a:p>
          <a:p>
            <a:r>
              <a:t>ภาพ 20 turns = ตัวอย่าง guardrail แบบเพดานรอบ (--max-turns)</a:t>
            </a:r>
          </a:p>
          <a:p>
            <a:r>
              <a:t>ที่มา: course outline Module 9; repo day-2/09-guardrails-hooks/README.md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หลักคิด: ความจำของ Agent ไม่ใช่กลไกควบคุม สิ่งสำคัญต้องอยู่ใน config ที่บังคับได้</a:t>
            </a:r>
          </a:p>
          <a:p>
            <a:r>
              <a:t>ชั้น 1 Permissions: tools เป็น allowlist, disallowedTools เป็น denylist, permissionMode กำหนดโหมดสิทธิ์ (เช่น plan) — แต่ถูกเมินถ้าเซสชันหลักเปิดโหมดยอมรับอัตโนมัติ (กับดักของ Module 4)</a:t>
            </a:r>
          </a:p>
          <a:p>
            <a:r>
              <a:t>ชั้น 2 Approval gates และชั้น 3 Hooks (PreToolUse, TaskCompleted) — ดูสไลด์ถัดไป</a:t>
            </a:r>
          </a:p>
          <a:p>
            <a:r>
              <a:t>ผลทดสอบของผู้สอน: การเขียน .claude/** ใน claude -p ถูกปฏิเสธได้ทุกแบบของ --allowedTools (reference/frontmatter-cheatsheet.md)</a:t>
            </a:r>
          </a:p>
          <a:p>
            <a:r>
              <a:t>ที่มา: repo Onto-IQ/build-ai-multi-agent-with-claude (HEAD 68f94a1) — day-2/09-guardrails-hooks/README.md, reference/frontmatter-cheatsheet.md, reference/failure-modes.md</a:t>
            </a:r>
          </a:p>
        </p:txBody>
      </p:sp>
      <p:sp>
        <p:nvSpPr>
          <p:cNvPr id="4" name="Slide Number Placeholder 3"/>
          <p:cNvSpPr>
            <a:spLocks noGrp="1"/>
          </p:cNvSpPr>
          <p:nvPr>
            <p:ph type="sldNum" sz="quarter" idx="5"/>
          </p:nvPr>
        </p:nvSpPr>
        <p:spPr/>
        <p:txBody>
          <a:bodyPr/>
          <a:lstStyle/>
          <a:p>
            <a:fld id="{94303D33-CBAE-4455-8CC6-A98C7CD4FBE1}" type="slidenum">
              <a:rPr lang="th-TH" smtClean="0"/>
              <a:t>68</a:t>
            </a:fld>
            <a:endParaRPr lang="th-TH"/>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ต่อจาก Guardrails 3 ชั้น: บางคอร์สหรือบทความสอนให้เปิด bypass permissions แล้วบอก agent ว่าทำอะไรก็ได้ — ใช้เป็นกรณีศึกษาว่าทำไม L2 ไม่ทำแบบนั้น</a:t>
            </a:r>
          </a:p>
          <a:p>
            <a:r>
              <a:rPr lang="th-TH" dirty="0"/>
              <a:t>ตามเอกสาร Claude Code: bypassPermissions (เทียบเท่า --dangerously-skip-permissions) ปิด permission prompt และ safety check เกือบทั้งหมด ให้ใช้เฉพาะสภาพแวดล้อมที่แยกขาด เช่น container, VM หรือ dev container ที่ไม่มีอินเทอร์เน็ต และไม่ได้ป้องกัน prompt injection หรือ action ที่ไม่ตั้งใจ — บน Linux/macOS จะไม่ยอมรันเป็น root/sudo</a:t>
            </a:r>
          </a:p>
          <a:p>
            <a:r>
              <a:rPr lang="th-TH" dirty="0"/>
              <a:t>ถ้าจำเป็นต้องใช้จริง: เครื่องนั้นต้องไม่มี secrets หรือ credential จริง และสร้าง git checkpoint ก่อนเสมอ เพื่อย้อนกลับได้</a:t>
            </a:r>
          </a:p>
          <a:p>
            <a:r>
              <a:rPr lang="th-TH" dirty="0"/>
              <a:t>ทางที่ปลอดภัยกว่า: allowlist เฉพาะคำสั่งที่ต้องใช้ (--allowedTools หรือ permissions.allow), deny rules ซึ่งบล็อกได้ในทุกโหมด, hooks PreToolUse ที่ exit 2 เมื่อเจอคำสั่งเสี่ยง และ auto mode ที่ให้ classifier ตรวจแทน (เอกสารเตือนว่าไม่ได้รับประกันความปลอดภัย)</a:t>
            </a:r>
          </a:p>
          <a:p>
            <a:r>
              <a:rPr lang="th-TH" dirty="0"/>
              <a:t>องค์กรปิดโหมดนี้ได้ด้วย permissions.disableBypassPermissionsMode ใน managed settings</a:t>
            </a:r>
          </a:p>
          <a:p>
            <a:r>
              <a:rPr lang="th-TH" dirty="0"/>
              <a:t>ที่มา: https://code.claude.com/docs/en/permission-modes (ตรวจ 22 ต.ค. 2026) · udemy-claude-cowork/compare-L2.md ข้อ 3.1 และหัวข้อความเสี่ยง</a:t>
            </a:r>
          </a:p>
        </p:txBody>
      </p:sp>
      <p:sp>
        <p:nvSpPr>
          <p:cNvPr id="4" name="Slide Number Placeholder 3"/>
          <p:cNvSpPr>
            <a:spLocks noGrp="1"/>
          </p:cNvSpPr>
          <p:nvPr>
            <p:ph type="sldNum" sz="quarter" idx="5"/>
          </p:nvPr>
        </p:nvSpPr>
        <p:spPr/>
        <p:txBody>
          <a:bodyPr/>
          <a:lstStyle/>
          <a:p>
            <a:fld id="{94303D33-CBAE-4455-8CC6-A98C7CD4FBE1}" type="slidenum">
              <a:rPr lang="th-TH" smtClean="0"/>
              <a:t>69</a:t>
            </a:fld>
            <a:endParaRPr lang="th-TH"/>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Gate Pattern: วางด่านตรวจระหว่างทาง ถ้าผ่านทำต่อ ถ้าไม่ผ่านให้หยุดแล้วรายงาน — กันงานรุดหน้าผิดทิศโดยไม่มีคนเห็น</a:t>
            </a:r>
          </a:p>
          <a:p>
            <a:r>
              <a:t>Stop Conditions ในคอร์ส: --max-turns / maxTurns, ประโยค if it fails, stop and report ใน prompt deploy, และแผน B เมื่อ Agent ติด loop</a:t>
            </a:r>
          </a:p>
          <a:p>
            <a:r>
              <a:t>Human-in-the-Loop: Plan Approval ก่อนเริ่ม, Leader/คนตัดสิน finding ไหน block, ตรวจก่อนขึ้น Production</a:t>
            </a:r>
          </a:p>
          <a:p>
            <a:r>
              <a:t>ที่มา: repo (HEAD 68f94a1) day-2/09-guardrails-hooks/README.md หัวข้อ 1; module-07 หัวข้อ 2; module-10 หัวข้อ 4; module-11 หัวข้อ 1–2</a:t>
            </a:r>
          </a:p>
        </p:txBody>
      </p:sp>
      <p:sp>
        <p:nvSpPr>
          <p:cNvPr id="4" name="Slide Number Placeholder 3"/>
          <p:cNvSpPr>
            <a:spLocks noGrp="1"/>
          </p:cNvSpPr>
          <p:nvPr>
            <p:ph type="sldNum" sz="quarter" idx="5"/>
          </p:nvPr>
        </p:nvSpPr>
        <p:spPr/>
        <p:txBody>
          <a:bodyPr/>
          <a:lstStyle/>
          <a:p>
            <a:fld id="{94303D33-CBAE-4455-8CC6-A98C7CD4FBE1}" type="slidenum">
              <a:rPr lang="th-TH" smtClean="0"/>
              <a:t>70</a:t>
            </a:fld>
            <a:endParaRPr lang="th-TH"/>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PreToolUse ดัก tool ก่อนรัน exit code 2 = บล็อก · PostToolUse ตรวจผลหลังรัน · TaskCompleted คือด่านสุดท้ายของงาน</a:t>
            </a:r>
          </a:p>
          <a:p>
            <a:r>
              <a:t>ตัวอย่างจากคำตอบอ้างอิง Workshop 5: PreToolUse (matcher Bash) รัน block-dangerous-bash.js และ TaskCompleted รัน task-completed-gate.js</a:t>
            </a:r>
          </a:p>
          <a:p>
            <a:r>
              <a:t>สคริปต์อย่างเดียวยังไม่ทำงานใน TUI จนกว่าจะผูกเหตุการณ์ใน .claude/settings.json และการผูกในของจริงยังต้องมีคนกดเดินใน TUI หนึ่งรอบ</a:t>
            </a:r>
          </a:p>
          <a:p>
            <a:r>
              <a:t>กับดัก: exit 2 เท่านั้นที่บล็อก · เหตุผลของการบล็อกต้องเขียนที่ stderr เพราะ stdout ของ hook ถูกอ่านต่อ</a:t>
            </a:r>
          </a:p>
          <a:p>
            <a:r>
              <a:t>ที่มา: repo Onto-IQ/build-ai-multi-agent-with-claude (HEAD 68f94a1) — solutions/w5/drop-in/.claude/settings.json, day-2/09-guardrails-hooks/LAB.md</a:t>
            </a:r>
          </a:p>
        </p:txBody>
      </p:sp>
      <p:sp>
        <p:nvSpPr>
          <p:cNvPr id="4" name="Slide Number Placeholder 3"/>
          <p:cNvSpPr>
            <a:spLocks noGrp="1"/>
          </p:cNvSpPr>
          <p:nvPr>
            <p:ph type="sldNum" sz="quarter" idx="5"/>
          </p:nvPr>
        </p:nvSpPr>
        <p:spPr/>
        <p:txBody>
          <a:bodyPr/>
          <a:lstStyle/>
          <a:p>
            <a:fld id="{94303D33-CBAE-4455-8CC6-A98C7CD4FBE1}" type="slidenum">
              <a:rPr lang="th-TH" smtClean="0"/>
              <a:t>71</a:t>
            </a:fld>
            <a:endParaRPr lang="th-TH"/>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สไลด์นี้ขยาย "กับดัก" จากสไลด์ Hooks ก่อนหน้า ก่อนเข้า Workshop 5 — ใช้เวลาราว 5 นาที</a:t>
            </a:r>
          </a:p>
          <a:p>
            <a:r>
              <a:t>ตามเอกสาร Claude Code: exit 0 = สำเร็จ action ไปต่อ (ถ้าไม่มี output ก็คือไม่มีคำตัดสิน ไหลเข้า permission flow ปกติ) · exit 2 = blocking error ใน event ที่บล็อกได้ เช่น PreToolUse จะบล็อก tool call และส่ง stderr ให้ Claude เป็นเหตุผล</a:t>
            </a:r>
          </a:p>
          <a:p>
            <a:r>
              <a:t>exit code อื่น รวมถึง exit 1 = non-blocking error: action ยังไปต่อ ผู้ใช้เห็นแค่ notice ว่า hook error ในทรานสคริปต์ เอกสารเตือนตรง ๆ ว่าถ้า hook มีไว้บังคับ policy ให้ใช้ exit 2</a:t>
            </a:r>
          </a:p>
          <a:p>
            <a:r>
              <a:t>กับดักที่เจอบ่อย: path ของสคริปต์ใน settings.json พิมพ์ผิด → hook ไม่ได้รันเลย และนับเป็น non-blocking error เหมือนกัน ให้ดู notice ตอนรันครั้งแรกเสมอ</a:t>
            </a:r>
          </a:p>
          <a:p>
            <a:r>
              <a:t>หมายเหตุสำหรับผู้สอน: ถ้า hook พิมพ์ JSON ที่ถูก schema ออก stdout ตัว JSON จะเป็นตัวตัดสินแทน exit code ได้ และ Claude Code รุ่นใหม่ (v2.1.295 ขึ้นไป) มี onFailure: "block" ให้บล็อกเมื่อ hook พัง — ใน PostToolUse exit 2 จะส่ง stderr ให้ Claude เห็นแต่ tool รันไปแล้ว</a:t>
            </a:r>
          </a:p>
          <a:p>
            <a:r>
              <a:t>ใน lab: เช็กว่า block-dangerous-bash.js และ quality-gate.js ใช้ exit 2 ตอนไม่ผ่าน ไม่ใช่ exit 1</a:t>
            </a:r>
          </a:p>
          <a:p>
            <a:r>
              <a:t>ที่มา: https://code.claude.com/docs/en/hooks (หัวข้อ Exit code output, Exit code 2 behavior per event; ตรวจ 22 ต.ค. 2026) · udemy-claude-architect/notes.md 3.4 · compare-L2.md ข้อ 1 · repo day-2/09-guardrails-hooks/README.md</a:t>
            </a:r>
          </a:p>
          <a:p>
            <a:r>
              <a:t>ทดสอบ hook ด้วยมือใน Git Bash: echo '{"tool_name":"Bash","tool_input":{"command":"rm -rf data"}}' | node .claude/hooks/block-dangerous-bash.js แล้ว echo $? ต้องได้ 2 · คำสั่ง node scripts/quality-gate.js ต้องได้ 0 (repo day-2/09-guardrails-hooks/LAB.md)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Workshop 5 (⏱ 40 นาที) เริ่มจากตัวทำความสะอาดของ Workshop 4 และ gate ยังไม่เขียวครบ (ตามออกแบบ)</a:t>
            </a:r>
          </a:p>
          <a:p>
            <a:r>
              <a:t>Quality gate มี 3 เคส: data-quality (data/sales.csv ต้องไม่มี violation), bad-json-does-not-crash (POST /api/notes ด้วยของที่ไม่ใช่ JSON แล้ว /api/health ยังตอบ), summary-matches-valid-rows (ยอดและจำนวนออเดอร์ตรงกับแถวที่ใช้ได้ ปัดสตางค์ทีละแถว)</a:t>
            </a:r>
          </a:p>
          <a:p>
            <a:r>
              <a:t>Hook: block-dangerous-bash.js ทดสอบด้วยมือ rm -rf data → exit 2, node scripts/quality-gate.js → exit 0 · ผูกใน .claude/settings.json ด้วย PreToolUse และ TaskCompleted</a:t>
            </a:r>
          </a:p>
          <a:p>
            <a:r>
              <a:t>Cost gate: เขียน usage.json จาก /cost ใน TUI ถ้ามี หรือตัวเลขฝึก {"total_cost_usd":0.5,"usage":{"output_tokens":1000}} แล้ว node scripts/cost-gate.js usage.json — exit 0 เมื่อต่ำกว่า 2 USD และต่ำกว่า 20000 output token, total_cost_usd 3 ต้องได้ exit 2</a:t>
            </a:r>
          </a:p>
          <a:p>
            <a:r>
              <a:t>ผลการทดสอบเก่าของผู้สอน (instructor/test-runs/module-09/run-006) ทำบน demo-shop รุ่นก่อน — ไม่ใช่ตัวเลขของแล็บนี้</a:t>
            </a:r>
          </a:p>
          <a:p>
            <a:r>
              <a:t>ที่มา: repo Onto-IQ/build-ai-multi-agent-with-claude (HEAD 68f94a1) — day-2/09-guardrails-hooks/LAB.md, README.md, solutions/w5/</a:t>
            </a:r>
          </a:p>
        </p:txBody>
      </p:sp>
      <p:sp>
        <p:nvSpPr>
          <p:cNvPr id="4" name="Slide Number Placeholder 3"/>
          <p:cNvSpPr>
            <a:spLocks noGrp="1"/>
          </p:cNvSpPr>
          <p:nvPr>
            <p:ph type="sldNum" sz="quarter" idx="5"/>
          </p:nvPr>
        </p:nvSpPr>
        <p:spPr/>
        <p:txBody>
          <a:bodyPr/>
          <a:lstStyle/>
          <a:p>
            <a:fld id="{94303D33-CBAE-4455-8CC6-A98C7CD4FBE1}" type="slidenum">
              <a:rPr lang="th-TH" smtClean="0"/>
              <a:t>74</a:t>
            </a:fld>
            <a:endParaRPr lang="th-TH"/>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สไลด์ใหม่: ลำดับ gate-first ของ Workshop 5 — ดูหน้าตาของแดงก่อนแก้เสมอ รายงานรอบแรกคือ baseline</a:t>
            </a:r>
          </a:p>
          <a:p>
            <a:r>
              <a:t>1) Git Bash: cd sandbox/sales-insight → node scripts/quality-gate.js — ผลที่คาดหวัง: exit 2 และสามบรรทัด FAIL (data-quality, bad-json-does-not-crash, summary-matches-valid-rows)</a:t>
            </a:r>
          </a:p>
          <a:p>
            <a:r>
              <a:t>2) เปิด TUI วาง prompt EN หรือ TH กดอนุญาตเมื่อจะเขียน server.js หรือทับ CSV — ผลที่คาดหวัง: data/sales.csv สะอาด และ POST /api/notes ไม่ทำให้โปรเซสตาย</a:t>
            </a:r>
          </a:p>
          <a:p>
            <a:r>
              <a:t>3) ปิดเซิร์ฟเวอร์ที่ค้าง แล้วรัน gate เอง — ผลที่คาดหวัง: quality gate: 3/3 passed และ exit 0</a:t>
            </a:r>
          </a:p>
          <a:p>
            <a:r>
              <a:t>4) ทดสอบ hook และ cost gate ด้วยมือ (echo $? ใน Git Bash)</a:t>
            </a:r>
          </a:p>
          <a:p>
            <a:r>
              <a:t>📚 รู้เพิ่ม: นี่คือกฎการเชื่อของบทบาท qa ใน Capstone — คำว่า "ผ่าน" ของเอเจนต์ไม่ใช่หลักฐาน exit code จากเทอร์มินัลของคุณเท่านั้นที่นับ · ทำไมแนะนำ EN: findings จะอยู่ภาษาเดียวกับ output ของ gate</a:t>
            </a:r>
          </a:p>
          <a:p>
            <a:r>
              <a:t>กับดัก: gate exit 0 เพราะแก้ quality-gate.js → คืนไฟล์จาก git · port busy → PORT=3001 node scripts/quality-gate.js · อย่าใช้ taskkill ทั้งภาพ · คีย์ API ทับบัญชี → unset ANTHROPIC_API_KEY</a:t>
            </a:r>
          </a:p>
          <a:p>
            <a:r>
              <a:t>ที่มา: repo Onto-IQ/build-ai-multi-agent-with-claude (HEAD 68f94a1) — day-2/09-guardrails-hooks/LAB.md, README.md</a:t>
            </a:r>
          </a:p>
        </p:txBody>
      </p:sp>
      <p:sp>
        <p:nvSpPr>
          <p:cNvPr id="4" name="Slide Number Placeholder 3"/>
          <p:cNvSpPr>
            <a:spLocks noGrp="1"/>
          </p:cNvSpPr>
          <p:nvPr>
            <p:ph type="sldNum" sz="quarter" idx="5"/>
          </p:nvPr>
        </p:nvSpPr>
        <p:spPr/>
        <p:txBody>
          <a:bodyPr/>
          <a:lstStyle/>
          <a:p>
            <a:fld id="{94303D33-CBAE-4455-8CC6-A98C7CD4FBE1}" type="slidenum">
              <a:rPr lang="th-TH" smtClean="0"/>
              <a:t>75</a:t>
            </a:fld>
            <a:endParaRPr lang="th-TH"/>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ทีม 5 บทบาทส่งแดชบอร์ดและสรุปผู้บริหารจาก PRODUCT-SPEC ชุดเดียว · EN: Five roles deliver a dashboard and an executive summary from one shared spec.</a:t>
            </a:r>
          </a:p>
          <a:p>
            <a:r>
              <a:t>Module 10 Capstone (~90 นาที): ทีม Specialty Agents ส่งมอบ Full-stack Business Web Application ภายใต้สัญญากลาง</a:t>
            </a:r>
          </a:p>
          <a:p>
            <a:r>
              <a:t>เชื่อมทุกอย่างที่เรียนมา: Specialty Agents, Swarm, Sequential, Orchestration, Guardrails</a:t>
            </a:r>
          </a:p>
          <a:p>
            <a:r>
              <a:t>ที่มา: repo (HEAD 68f94a1) day-2/10-capstone/README.md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โจทย์ Capstone = Workshop 6 แดชบอร์ดและสรุปผู้บริหาร (⏱ 90 นาที) เริ่มจาก quality gate exit 0 ของ Workshop 5</a:t>
            </a:r>
          </a:p>
          <a:p>
            <a:r>
              <a:t>ก่อนตั้งทีม: node scripts/quality-gate.js ต้องได้ exit 0 ถ้ายังแดงให้กลับ Workshop 5 หรือ node scripts/catch-up.js w5 — ทีมห้าตัวที่วิ่งบนของแดงสร้างของเสียสองชั้น</a:t>
            </a:r>
          </a:p>
          <a:p>
            <a:r>
              <a:t>สัญญากลาง (ขั้น 0): docs/PRODUCT-SPEC.md (หน้าจอ, endpoints, เกณฑ์ยอมรับ) และ docs/TASKS.md ที่มี dependency — ไม่มี PRODUCT-SPEC ห้าบทบาทจะจบงานคนละแอป</a:t>
            </a:r>
          </a:p>
          <a:p>
            <a:r>
              <a:t>ภาพหน้าจอ: แดชบอร์ดจาก solutions/w6 รันบนกล่องของผู้สอนหลัง node scripts/catch-up.js w6 (26 ต.ค. 2026)</a:t>
            </a:r>
          </a:p>
          <a:p>
            <a:r>
              <a:t>ที่มา: repo Onto-IQ/build-ai-multi-agent-with-claude (HEAD 68f94a1) — day-2/10-capstone/LAB.md, README.md, solutions/w6/</a:t>
            </a:r>
          </a:p>
        </p:txBody>
      </p:sp>
      <p:sp>
        <p:nvSpPr>
          <p:cNvPr id="4" name="Slide Number Placeholder 3"/>
          <p:cNvSpPr>
            <a:spLocks noGrp="1"/>
          </p:cNvSpPr>
          <p:nvPr>
            <p:ph type="sldNum" sz="quarter" idx="5"/>
          </p:nvPr>
        </p:nvSpPr>
        <p:spPr/>
        <p:txBody>
          <a:bodyPr/>
          <a:lstStyle/>
          <a:p>
            <a:fld id="{94303D33-CBAE-4455-8CC6-A98C7CD4FBE1}" type="slidenum">
              <a:rPr lang="th-TH" smtClean="0"/>
              <a:t>77</a:t>
            </a:fld>
            <a:endParaRPr lang="th-TH"/>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ต่อจาก Shared Contract: นอกจาก Product Spec และ Task Dependency List แล้ว ให้ทุก agent ส่งงานต่อด้วยรูปแบบข้อความเดียวกัน</a:t>
            </a:r>
          </a:p>
          <a:p>
            <a:r>
              <a:t>ฟิลด์ขั้นต่ำ: task ID, ผู้ส่ง (from), ผู้รับ (to), สถานะ, ชิ้นงาน/หลักฐาน (artifacts) และก้าวถัดไป (next action) — อย่าส่งแค่คำว่า done</a:t>
            </a:r>
          </a:p>
          <a:p>
            <a:r>
              <a:t>ใช้ JSON หรือรูปแบบตายตัวเดียวกันทั้งทีม Leader จะอ่านและรวมผลได้ง่าย และ QA ตรวจย้อนได้ว่าใครส่งอะไรให้ใคร</a:t>
            </a:r>
          </a:p>
          <a:p>
            <a:r>
              <a:t>ตัวอย่างบนสไลด์เป็นตัวอย่างสมมติใน Capstone (Backend ส่งต่อให้ QA/Security) ไม่ใช่ไฟล์ที่มีอยู่ใน repo — ผู้เรียนนำไปใส่ใน prompt ของ Leader หรือ docs/TASKS.md ได้</a:t>
            </a:r>
          </a:p>
          <a:p>
            <a:r>
              <a:t>ที่มา: udemy-claude-architect/notes.md (1.6 Handoff Protocols) และ compare-L2.md ข้อ 3 · repo day-2/10-capstone/ (Shared Contract)</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ทีม 5 บทบาทตาม repo: planner (sonnet) เขียน docs/PRODUCT-SPEC.md และ docs/TASKS.md ให้เสร็จก่อนคนอื่น · researcher (haiku) รายงานจำนวนออเดอร์และรายได้จาก data/sales.csv · developer (sonnet) และ writer (haiku) ทำขนานได้หลังมีสเปก ห้ามแก้ไฟล์เดียวกัน · writer เขียน docs/EXECUTIVE-SUMMARY.md เป็นไทยด้วยตัวเลขจาก API เท่านั้น · qa (sonnet) รัน node scripts/quality-gate.js และตรวจว่า /api/health ไม่มี sk-</a:t>
            </a:r>
          </a:p>
          <a:p>
            <a:r>
              <a:t>Leader คือเซสชันหลักของเรา ไม่ใช่ไฟล์บทบาทที่หก — สไลด์ก่อนหน้านี้เคยนับ Frontend/Backend แยกกัน ตอนนี้รวมเป็น developer ตาม repo</a:t>
            </a:r>
          </a:p>
          <a:p>
            <a:r>
              <a:t>model ตามคำตอบอ้างอิง solutions/w6 · งบ Pro หมด → ยุบเหลือ planner, developer, qa</a:t>
            </a:r>
          </a:p>
          <a:p>
            <a:r>
              <a:t>กติกาใน prompt: Agents that need another agent's output must NOT run before it.</a:t>
            </a:r>
          </a:p>
          <a:p>
            <a:r>
              <a:t>ที่มา: repo Onto-IQ/build-ai-multi-agent-with-claude (HEAD 68f94a1) — day-2/10-capstone/README.md, solutions/w6/drop-in/.claude/agents/</a:t>
            </a:r>
          </a:p>
        </p:txBody>
      </p:sp>
      <p:sp>
        <p:nvSpPr>
          <p:cNvPr id="4" name="Slide Number Placeholder 3"/>
          <p:cNvSpPr>
            <a:spLocks noGrp="1"/>
          </p:cNvSpPr>
          <p:nvPr>
            <p:ph type="sldNum" sz="quarter" idx="5"/>
          </p:nvPr>
        </p:nvSpPr>
        <p:spPr/>
        <p:txBody>
          <a:bodyPr/>
          <a:lstStyle/>
          <a:p>
            <a:fld id="{94303D33-CBAE-4455-8CC6-A98C7CD4FBE1}" type="slidenum">
              <a:rPr lang="th-TH" smtClean="0"/>
              <a:t>81</a:t>
            </a:fld>
            <a:endParaRPr lang="th-TH"/>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Capstone ใช้หลาย pattern ปนกัน: planner ทำขั้น 0 ก่อน (sequential), developer ∥ writer หลังมีสเปกและคนละไฟล์ (swarm), build → qa (sequential), Leader ตัดสิน finding</a:t>
            </a:r>
          </a:p>
          <a:p>
            <a:r>
              <a:t>หลักฐาน 3 ชั้น: Task List ระหว่างรัน, git log หลังจบ, และเทียบยอดในสรุปผู้บริหารกับ totalRevenue ของ /api/summary — เลขคนละชุดคือของเสียชิ้นใหญ่ที่สุดของงานแบบนี้</a:t>
            </a:r>
          </a:p>
          <a:p>
            <a:r>
              <a:t>ที่มา: repo Onto-IQ/build-ai-multi-agent-with-claude (HEAD 68f94a1) — day-2/10-capstone/README.md, LAB.md</a:t>
            </a:r>
          </a:p>
        </p:txBody>
      </p:sp>
      <p:sp>
        <p:nvSpPr>
          <p:cNvPr id="4" name="Slide Number Placeholder 3"/>
          <p:cNvSpPr>
            <a:spLocks noGrp="1"/>
          </p:cNvSpPr>
          <p:nvPr>
            <p:ph type="sldNum" sz="quarter" idx="5"/>
          </p:nvPr>
        </p:nvSpPr>
        <p:spPr/>
        <p:txBody>
          <a:bodyPr/>
          <a:lstStyle/>
          <a:p>
            <a:fld id="{94303D33-CBAE-4455-8CC6-A98C7CD4FBE1}" type="slidenum">
              <a:rPr lang="th-TH" smtClean="0"/>
              <a:t>82</a:t>
            </a:fld>
            <a:endParaRPr lang="th-TH"/>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Checkpoint 6 ข้อของ Workshop 6 ตาม LAB.md</a:t>
            </a:r>
          </a:p>
          <a:p>
            <a:r>
              <a:t>ขั้นตอน: 1) node scripts/quality-gate.js → exit 0 ก่อนตั้งทีม 2) TUI วาง prompt ห้าบทบาท กดอนุญาตเมื่อเขียน .claude/agents/ — ผลที่คาดหวัง: ไฟล์ planner, researcher, developer, writer, qa + docs/PRODUCT-SPEC.md, docs/TASKS.md 3) node server.js เปิด http://127.0.0.1:3000 เห็นยอด ออเดอร์ ชื่อภาค แล้ว Ctrl+C 4) รัน gate อีกครั้ง และเทียบ docs/EXECUTIVE-SUMMARY.md กับ totalRevenue</a:t>
            </a:r>
          </a:p>
          <a:p>
            <a:r>
              <a:t>กับดัก: ทีมจบแต่ไฟล์ไม่เกิด → เติม Execute, do not only plan · ยอดในสรุปไม่ตรง → ให้ qa ส่งยอดจาก /api/summary กลับไปแก้ · gate exit 2 เพราะพอร์ต → Ctrl+C ก่อน · งบ Pro หมด → ยุบเหลือ planner, developer, qa</a:t>
            </a:r>
          </a:p>
          <a:p>
            <a:r>
              <a:t>ตามไม่ทัน: node scripts/catch-up.js w6 (ไม่มี hook ของ W5 ถ้าต้องการให้ catch-up w5 ก่อน)</a:t>
            </a:r>
          </a:p>
          <a:p>
            <a:r>
              <a:t>ภาพ: ตารางของแดชบอร์ด solutions/w6 รันบนกล่องของผู้สอน (26 ต.ค. 2026)</a:t>
            </a:r>
          </a:p>
          <a:p>
            <a:r>
              <a:t>ที่มา: repo Onto-IQ/build-ai-multi-agent-with-claude (HEAD 68f94a1) — day-2/10-capstone/LAB.md</a:t>
            </a:r>
          </a:p>
        </p:txBody>
      </p:sp>
      <p:sp>
        <p:nvSpPr>
          <p:cNvPr id="4" name="Slide Number Placeholder 3"/>
          <p:cNvSpPr>
            <a:spLocks noGrp="1"/>
          </p:cNvSpPr>
          <p:nvPr>
            <p:ph type="sldNum" sz="quarter" idx="5"/>
          </p:nvPr>
        </p:nvSpPr>
        <p:spPr/>
        <p:txBody>
          <a:bodyPr/>
          <a:lstStyle/>
          <a:p>
            <a:fld id="{94303D33-CBAE-4455-8CC6-A98C7CD4FBE1}" type="slidenum">
              <a:rPr lang="th-TH" smtClean="0"/>
              <a:t>83</a:t>
            </a:fld>
            <a:endParaRPr lang="th-TH"/>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มีเช็กลิสต์ก่อนปล่อยเอเจนต์ และรู้ว่าการ deploy ขึ้น Vercel ยังต้องมีคนทำให้จบหนึ่งรอบ · EN: Run a preflight before any deploy. A live Vercel URL is still a human step.</a:t>
            </a:r>
          </a:p>
          <a:p>
            <a:r>
              <a:t>Module 11 (~30 นาที): งานของทีม Agent ขึ้น Production บน Vercel และผู้เรียนมี Pre-flight Checklist ติดตัว</a:t>
            </a:r>
          </a:p>
          <a:p>
            <a:r>
              <a:t>ปิดท้ายด้วย Best Practices, Failure Modes และแนวทางนำไปใช้ในองค์กร</a:t>
            </a:r>
          </a:p>
          <a:p>
            <a:r>
              <a:t>ที่มา: repo (HEAD 68f94a1) day-2/11-deploy-preflight/README.md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Deploy ขึ้น Vercel ผ่าน TUI — วาง prompt EN หรือ TH เฉพาะเมื่อผู้สอนบอกว่าห้องนี้ deploy จริง</a:t>
            </a:r>
          </a:p>
          <a:p>
            <a:r>
              <a:t>prompt มีสองส่วนสำคัญ: preflight ฝังใน prompt (รัน quality gate ก่อน ไม่ผ่านให้หยุดแล้วรายงาน) และ traceability (ขอ production URL + commit) พร้อมข้อห้ามพิมพ์ค่า sk-</a:t>
            </a:r>
          </a:p>
          <a:p>
            <a:r>
              <a:t>ผลที่คาดหวังถ้าขึ้นได้: มี URL และรหัส commit · ถ้าไม่ขึ้น: รายงานว่าหยุดที่ quality gate หรือติดสิทธิ์ ไม่มีคำว่าขึ้นแล้วโดยไม่มี URL</a:t>
            </a:r>
          </a:p>
          <a:p>
            <a:r>
              <a:t>บอกผู้เรียนตรง ๆ: repo ยังไม่มี URL จริงจากการ deploy — การขึ้น Vercel ยังต้องมีคนทำให้จบหนึ่งรอบ และสคริปต์ตรวจใน repo ไม่ได้เรียก Vercel แทนคุณ</a:t>
            </a:r>
          </a:p>
          <a:p>
            <a:r>
              <a:t>ที่มา: repo Onto-IQ/build-ai-multi-agent-with-claude (HEAD 68f94a1) — day-2/11-deploy-preflight/README.md, LAB.md</a:t>
            </a:r>
          </a:p>
        </p:txBody>
      </p:sp>
      <p:sp>
        <p:nvSpPr>
          <p:cNvPr id="4" name="Slide Number Placeholder 3"/>
          <p:cNvSpPr>
            <a:spLocks noGrp="1"/>
          </p:cNvSpPr>
          <p:nvPr>
            <p:ph type="sldNum" sz="quarter" idx="5"/>
          </p:nvPr>
        </p:nvSpPr>
        <p:spPr/>
        <p:txBody>
          <a:bodyPr/>
          <a:lstStyle/>
          <a:p>
            <a:fld id="{94303D33-CBAE-4455-8CC6-A98C7CD4FBE1}" type="slidenum">
              <a:rPr lang="th-TH" smtClean="0"/>
              <a:t>88</a:t>
            </a:fld>
            <a:endParaRPr lang="th-TH"/>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สไลด์นี้ตอบคำถาม "เรียนจบแล้วเอาไป production ยังไง" — runtime 3 แบบของ Claude ที่ใช้ agent loop แนวเดียวกัน</a:t>
            </a:r>
          </a:p>
          <a:p>
            <a:r>
              <a:rPr lang="th-TH" dirty="0"/>
              <a:t>Claude Code (CLI) คือสิ่งที่เราใช้ตลอด L2: รันบนเครื่องเรา เหมาะกับงาน interactive ใช้ subscription หรือ Console account</a:t>
            </a:r>
          </a:p>
          <a:p>
            <a:r>
              <a:rPr lang="th-TH" dirty="0"/>
              <a:t>Claude Agent SDK = เอา tools, agent loop, context management ของ Claude Code มาเป็น library (Python / TypeScript) รันใน process ที่เราดูแลเอง ใช้ API key — docs ระบุว่า third-party ห้ามใช้ claude.ai login ในผลิตภัณฑ์ (ยกเว้นได้อนุมัติ)</a:t>
            </a:r>
          </a:p>
          <a:p>
            <a:r>
              <a:rPr lang="th-TH" dirty="0"/>
              <a:t>Claude Managed Agents = Anthropic host harness ให้ ผ่าน Claude API มี 4 concept: agent, environment, session, events · ตอนนี้เป็น beta (ต้องใช้ header managed-agents-2026-04-01) รายละเอียดอาจเปลี่ยน</a:t>
            </a:r>
          </a:p>
          <a:p>
            <a:r>
              <a:rPr lang="th-TH" dirty="0"/>
              <a:t>ค่าใช้จ่าย Managed Agents: ค่า tokens ตามปกติ + $0.08 ต่อ session-hour นับเฉพาะสถานะ running (idle ไม่นับ) · แนะนำตั้ง spend limit ใน Console ก่อนลอง</a:t>
            </a:r>
          </a:p>
          <a:p>
            <a:r>
              <a:rPr lang="th-TH" dirty="0"/>
              <a:t>ข้อควรระวัง: Managed Agents เป็น stateful เก็บ history / sandbox state ฝั่ง server จึงยังไม่เข้า ZDR หรือ HIPAA BAA — ระวังข้อมูลลูกค้า / PDPA</a:t>
            </a:r>
          </a:p>
          <a:p>
            <a:r>
              <a:rPr lang="th-TH" dirty="0"/>
              <a:t>แนวทางเลือก: เรียน + prototype ด้วย Claude Code → ฝังในแอปด้วย Agent SDK → งานยาว / async / ตั้งเวลา บน Managed Agents</a:t>
            </a:r>
          </a:p>
          <a:p>
            <a:r>
              <a:rPr lang="th-TH" dirty="0"/>
              <a:t>Docs: https://code.claude.com/docs/en/agent-sdk/overview · https://platform.claude.com/docs/en/managed-agents/overview · https://platform.claude.com/docs/en/about-claude/pricing (ตรวจ 22 ต.ค. 2026)</a:t>
            </a:r>
          </a:p>
        </p:txBody>
      </p:sp>
      <p:sp>
        <p:nvSpPr>
          <p:cNvPr id="4" name="Slide Number Placeholder 3"/>
          <p:cNvSpPr>
            <a:spLocks noGrp="1"/>
          </p:cNvSpPr>
          <p:nvPr>
            <p:ph type="sldNum" sz="quarter" idx="5"/>
          </p:nvPr>
        </p:nvSpPr>
        <p:spPr/>
        <p:txBody>
          <a:bodyPr/>
          <a:lstStyle/>
          <a:p>
            <a:fld id="{94303D33-CBAE-4455-8CC6-A98C7CD4FBE1}" type="slidenum">
              <a:rPr lang="th-TH" smtClean="0"/>
              <a:t>89</a:t>
            </a:fld>
            <a:endParaRPr lang="th-TH"/>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เช็กลิสต์เจ็ดข้อของ Module 11 — รันเรียงจากบนลงล่าง ข้อไหนไม่ผ่านแก้ข้อนั้นก่อน · ข้อ 2 ตรวจด้วยมือ: node scripts/quality-gate.js &amp;&amp; echo GATE-GREEN</a:t>
            </a:r>
          </a:p>
          <a:p>
            <a:r>
              <a:t>Lab preflight ก่อน Vercel (⏱ 30 นาที): 1) ปิด node server.js แล้วรัน gate — ผลที่คาดหวัง quality gate: 3/3 passed 2) PORT=3001 node server.js เปิด /api/health — ผลที่คาดหวัง {"ok":true} แล้ว Ctrl+C 3) echo "$ANTHROPIC_API_KEY" ต้องว่าง และล็อกอิน Vercel ได้ 4) วาง prompt deploy เฉพาะเมื่อผู้สอนบอกว่าห้องนี้ deploy จริง</a:t>
            </a:r>
          </a:p>
          <a:p>
            <a:r>
              <a:t>ทางสำรอง: หลัง gate เขียว กดเองด้วย vercel --prod · ถ้าเวลาไม่พอ ผู้สอนทำให้ดูหนึ่งเครื่อง ผู้เรียนยังต้องมีเช็กลิสต์กับผล gate ของตัวเอง</a:t>
            </a:r>
          </a:p>
          <a:p>
            <a:r>
              <a:t>บรรทัดสุดท้ายเป็นข้อเสริมจากผู้สอน (git checkpoint, allowedTools, งบ token) ไม่ได้อยู่ในตารางของ repo</a:t>
            </a:r>
          </a:p>
          <a:p>
            <a:r>
              <a:t>ที่มา: repo Onto-IQ/build-ai-multi-agent-with-claude (HEAD 68f94a1) — day-2/11-deploy-preflight/README.md, LAB.md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เติมจาก Production Pre-flight Checklist: ก่อนปล่อย agent ขึ้นใช้งานจริง ให้ประเมินสองมิติ คือผลลัพธ์ (outcome) และเส้นทาง (trajectory)</a:t>
            </a:r>
          </a:p>
          <a:p>
            <a:r>
              <a:rPr lang="th-TH" dirty="0"/>
              <a:t>คำถาม trajectory 4 ข้อ: ใช้ tool ถูกตัวไหม, ลำดับสมเหตุผลไหม, กู้จาก error ได้ไหม, หยุดเมื่อควรหยุดไหม — ไม่ต้องบังคับเส้นทางเดียว ให้ดูคุณสมบัติของเส้นทาง</a:t>
            </a:r>
          </a:p>
          <a:p>
            <a:r>
              <a:rPr lang="th-TH" dirty="0"/>
              <a:t>Agent ไม่ deterministic จึงต้องรันโจทย์เดียวกันหลายรอบ: pass@k = ผ่านอย่างน้อยหนึ่งครั้งใน k รอบ (บอกว่าทำได้) ส่วน pass^k = ผ่านทุกรอบ (บอกว่าไว้ใจได้)</a:t>
            </a:r>
          </a:p>
          <a:p>
            <a:r>
              <a:rPr lang="th-TH" dirty="0"/>
              <a:t>Indirect prompt injection คือคำสั่งที่แฝงมากับเนื้อหาภายนอก เช่น หน้าเว็บหรือผลลัพธ์ของ tool — ให้ถือว่าเนื้อหาภายนอกเป็นข้อมูลที่ไม่น่าเชื่อถือ ไม่ใช่คำสั่ง</a:t>
            </a:r>
          </a:p>
          <a:p>
            <a:r>
              <a:rPr lang="th-TH" dirty="0"/>
              <a:t>Checklist สั้น ๆ: ให้สิทธิ์น้อยที่สุด, มี approval gate ก่อน action ที่เสี่ยงหรือย้อนไม่ได้, เขียนเคสทดสอบเชิงโจมตี รันกับ agent เดิมก่อนเพื่อเป็น baseline แล้วค่อยแก้และรันเทียบ</a:t>
            </a:r>
          </a:p>
          <a:p>
            <a:r>
              <a:rPr lang="th-TH" dirty="0"/>
              <a:t>ที่มา: udemy-claude-architect/notes.md (Section 7: 5.1, 5.2, 5.5, 5.6, practice questions) และ compare-L2.md ข้อ 5–6</a:t>
            </a:r>
          </a:p>
        </p:txBody>
      </p:sp>
      <p:sp>
        <p:nvSpPr>
          <p:cNvPr id="4" name="Slide Number Placeholder 3"/>
          <p:cNvSpPr>
            <a:spLocks noGrp="1"/>
          </p:cNvSpPr>
          <p:nvPr>
            <p:ph type="sldNum" sz="quarter" idx="5"/>
          </p:nvPr>
        </p:nvSpPr>
        <p:spPr/>
        <p:txBody>
          <a:bodyPr/>
          <a:lstStyle/>
          <a:p>
            <a:fld id="{94303D33-CBAE-4455-8CC6-A98C7CD4FBE1}" type="slidenum">
              <a:rPr lang="th-TH" smtClean="0"/>
              <a:t>91</a:t>
            </a:fld>
            <a:endParaRPr lang="th-TH"/>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ตาราง failure modes 10 ข้อของ repo พร้อมระบุว่าเจอใน Lab ไหน (จากตาราง Troubleshooting ของแต่ละ LAB.md)</a:t>
            </a:r>
          </a:p>
          <a:p>
            <a:r>
              <a:t>ไฮไลต์: เอเจนต์บอกว่าเขียนแล้วแต่ไฟล์ไม่มี → เปิดไฟล์เองหรือรัน gate · ฆ่า Node ทั้งเครื่อง → ปิดเฉพาะ PID อย่าใช้ taskkill //IM node.exe · แก้ตัวตรวจแทนของที่ถูกตรวจ → ห้ามแก้ scripts/quality-gate.js เพื่อให้เขียว</a:t>
            </a:r>
          </a:p>
          <a:p>
            <a:r>
              <a:t>บันทึกทดสอบของผู้สอนรุ่นก่อน (instructor/test-runs/ run-003, run-006, run-007) ทำบน demo-shop — ใช้เล่าเป็นเรื่องจริงได้ แต่ตัวเลขไม่ใช่ของ Sales Insight</a:t>
            </a:r>
          </a:p>
          <a:p>
            <a:r>
              <a:t>ที่มา: repo Onto-IQ/build-ai-multi-agent-with-claude (HEAD 68f94a1) — reference/failure-modes.md, day-1/*/LAB.md, day-2/*/LAB.md</a:t>
            </a:r>
          </a:p>
        </p:txBody>
      </p:sp>
      <p:sp>
        <p:nvSpPr>
          <p:cNvPr id="4" name="Slide Number Placeholder 3"/>
          <p:cNvSpPr>
            <a:spLocks noGrp="1"/>
          </p:cNvSpPr>
          <p:nvPr>
            <p:ph type="sldNum" sz="quarter" idx="5"/>
          </p:nvPr>
        </p:nvSpPr>
        <p:spPr/>
        <p:txBody>
          <a:bodyPr/>
          <a:lstStyle/>
          <a:p>
            <a:fld id="{94303D33-CBAE-4455-8CC6-A98C7CD4FBE1}" type="slidenum">
              <a:rPr lang="th-TH" smtClean="0"/>
              <a:t>92</a:t>
            </a:fld>
            <a:endParaRPr lang="th-TH"/>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สรุป Best Practices เป็น 3 หลักสำหรับนำ Multi-Agent ไปใช้ในองค์กร (สังเคราะห์จากตาราง Failure Modes และ Module 1, 8, 9, 10)</a:t>
            </a:r>
          </a:p>
          <a:p>
            <a:r>
              <a:t>1) สัญญากลางก่อนขนาน 2) คุม context และงบ token — ใช้ทีมเมื่อคุ้มกับ ~15× 3) gate/hook ที่บังคับจริง + git checkpoint</a:t>
            </a:r>
          </a:p>
          <a:p>
            <a:r>
              <a:t>ปิดด้วยคำถามทบทวน 3 ข้อจาก Module 11: v1 vs v2 server ยังล่มไหม, ใช้ pattern อะไรตรงไหน, cost ของ run สุดท้ายคุ้มไหม</a:t>
            </a:r>
          </a:p>
          <a:p>
            <a:r>
              <a:t>ที่มา: repo (HEAD 68f94a1) day-2/11-deploy-preflight/README.md หัวข้อ 3–4; day-2/09-guardrails-hooks/README.md; day-2/10-capstone/README.md</a:t>
            </a:r>
          </a:p>
        </p:txBody>
      </p:sp>
      <p:sp>
        <p:nvSpPr>
          <p:cNvPr id="4" name="Slide Number Placeholder 3"/>
          <p:cNvSpPr>
            <a:spLocks noGrp="1"/>
          </p:cNvSpPr>
          <p:nvPr>
            <p:ph type="sldNum" sz="quarter" idx="5"/>
          </p:nvPr>
        </p:nvSpPr>
        <p:spPr/>
        <p:txBody>
          <a:bodyPr/>
          <a:lstStyle/>
          <a:p>
            <a:fld id="{94303D33-CBAE-4455-8CC6-A98C7CD4FBE1}" type="slidenum">
              <a:rPr lang="th-TH" smtClean="0"/>
              <a:t>93</a:t>
            </a:fld>
            <a:endParaRPr lang="th-TH"/>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ย้ำว่าสื่อทั้งหมดอยู่ใน repo github.com/Onto-IQ/build-ai-multi-agent-with-claude: day-1/ และ day-2/ (README + LAB ทุก module), sandbox/sales-insight, solutions/w1–w6, reference/ (failure-modes, frontmatter-cheatsheet, prompt-pairs-th-en, glossary)</a:t>
            </a:r>
          </a:p>
          <a:p>
            <a:r>
              <a:t>ตามไม่ทันหลังคลาส: node scripts/catch-up.js wN แล้วอ่าน SOLUTION.md · ตรวจคำตอบทั้งชุด node scripts/check-solutions.mjs</a:t>
            </a:r>
          </a:p>
          <a:p>
            <a:r>
              <a:t>ขอบคุณผู้เรียน — วิทยากร พี่เอก ภัคพงศ์ กฤตวัฒน์</a:t>
            </a:r>
          </a:p>
          <a:p>
            <a:r>
              <a:t>ที่มา: repo Onto-IQ/build-ai-multi-agent-with-claude (HEAD 68f94a1) — README.md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2.png"/><Relationship Id="rId4" Type="http://schemas.openxmlformats.org/officeDocument/2006/relationships/image" Target="../media/image2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7.jpeg"/><Relationship Id="rId4" Type="http://schemas.openxmlformats.org/officeDocument/2006/relationships/image" Target="../media/image28.jpe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jpeg"/><Relationship Id="rId12" Type="http://schemas.openxmlformats.org/officeDocument/2006/relationships/image" Target="../media/image36.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3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9.png"/><Relationship Id="rId11" Type="http://schemas.openxmlformats.org/officeDocument/2006/relationships/image" Target="../media/image6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8.png"/><Relationship Id="rId4" Type="http://schemas.openxmlformats.org/officeDocument/2006/relationships/image" Target="../media/image6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70.svg"/><Relationship Id="rId4" Type="http://schemas.openxmlformats.org/officeDocument/2006/relationships/image" Target="../media/image71.svg"/><Relationship Id="rId5" Type="http://schemas.openxmlformats.org/officeDocument/2006/relationships/image" Target="../media/image72.svg"/><Relationship Id="rId6" Type="http://schemas.openxmlformats.org/officeDocument/2006/relationships/image" Target="../media/image73.svg"/><Relationship Id="rId7" Type="http://schemas.openxmlformats.org/officeDocument/2006/relationships/image" Target="../media/image74.svg"/><Relationship Id="rId8" Type="http://schemas.openxmlformats.org/officeDocument/2006/relationships/image" Target="../media/image75.svg"/><Relationship Id="rId9" Type="http://schemas.openxmlformats.org/officeDocument/2006/relationships/image" Target="../media/image7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77.png"/><Relationship Id="rId4" Type="http://schemas.openxmlformats.org/officeDocument/2006/relationships/image" Target="../media/image7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9.png"/><Relationship Id="rId11" Type="http://schemas.openxmlformats.org/officeDocument/2006/relationships/image" Target="../media/image6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8.png"/><Relationship Id="rId4" Type="http://schemas.openxmlformats.org/officeDocument/2006/relationships/image" Target="../media/image6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70.svg"/><Relationship Id="rId4" Type="http://schemas.openxmlformats.org/officeDocument/2006/relationships/image" Target="../media/image71.svg"/><Relationship Id="rId5" Type="http://schemas.openxmlformats.org/officeDocument/2006/relationships/image" Target="../media/image72.svg"/><Relationship Id="rId6" Type="http://schemas.openxmlformats.org/officeDocument/2006/relationships/image" Target="../media/image73.svg"/><Relationship Id="rId7" Type="http://schemas.openxmlformats.org/officeDocument/2006/relationships/image" Target="../media/image74.svg"/><Relationship Id="rId8" Type="http://schemas.openxmlformats.org/officeDocument/2006/relationships/image" Target="../media/image75.svg"/><Relationship Id="rId9" Type="http://schemas.openxmlformats.org/officeDocument/2006/relationships/image" Target="../media/image7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77.png"/><Relationship Id="rId4" Type="http://schemas.openxmlformats.org/officeDocument/2006/relationships/image" Target="../media/image7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9.png"/><Relationship Id="rId11" Type="http://schemas.openxmlformats.org/officeDocument/2006/relationships/image" Target="../media/image6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8.png"/><Relationship Id="rId4" Type="http://schemas.openxmlformats.org/officeDocument/2006/relationships/image" Target="../media/image6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70.svg"/><Relationship Id="rId4" Type="http://schemas.openxmlformats.org/officeDocument/2006/relationships/image" Target="../media/image71.svg"/><Relationship Id="rId5" Type="http://schemas.openxmlformats.org/officeDocument/2006/relationships/image" Target="../media/image72.svg"/><Relationship Id="rId6" Type="http://schemas.openxmlformats.org/officeDocument/2006/relationships/image" Target="../media/image73.svg"/><Relationship Id="rId7" Type="http://schemas.openxmlformats.org/officeDocument/2006/relationships/image" Target="../media/image74.svg"/><Relationship Id="rId8" Type="http://schemas.openxmlformats.org/officeDocument/2006/relationships/image" Target="../media/image75.svg"/><Relationship Id="rId9" Type="http://schemas.openxmlformats.org/officeDocument/2006/relationships/image" Target="../media/image76.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77.png"/><Relationship Id="rId4" Type="http://schemas.openxmlformats.org/officeDocument/2006/relationships/image" Target="../media/image7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0.svg"/><Relationship Id="rId4" Type="http://schemas.openxmlformats.org/officeDocument/2006/relationships/image" Target="../media/image71.svg"/><Relationship Id="rId5" Type="http://schemas.openxmlformats.org/officeDocument/2006/relationships/image" Target="../media/image72.svg"/><Relationship Id="rId6" Type="http://schemas.openxmlformats.org/officeDocument/2006/relationships/image" Target="../media/image76.png"/><Relationship Id="rId7" Type="http://schemas.openxmlformats.org/officeDocument/2006/relationships/image" Target="../media/image73.svg"/><Relationship Id="rId8" Type="http://schemas.openxmlformats.org/officeDocument/2006/relationships/image" Target="../media/image74.svg"/><Relationship Id="rId9" Type="http://schemas.openxmlformats.org/officeDocument/2006/relationships/image" Target="../media/image7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9.png"/><Relationship Id="rId4" Type="http://schemas.openxmlformats.org/officeDocument/2006/relationships/image" Target="../media/image7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0.png"/><Relationship Id="rId3" Type="http://schemas.openxmlformats.org/officeDocument/2006/relationships/image" Target="../media/image81.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0.png"/><Relationship Id="rId3" Type="http://schemas.openxmlformats.org/officeDocument/2006/relationships/image" Target="../media/image81.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83.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0.png"/><Relationship Id="rId3" Type="http://schemas.openxmlformats.org/officeDocument/2006/relationships/image" Target="../media/image89.svg"/><Relationship Id="rId4" Type="http://schemas.openxmlformats.org/officeDocument/2006/relationships/image" Target="../media/image90.svg"/><Relationship Id="rId5" Type="http://schemas.openxmlformats.org/officeDocument/2006/relationships/image" Target="../media/image91.svg"/><Relationship Id="rId6" Type="http://schemas.openxmlformats.org/officeDocument/2006/relationships/image" Target="../media/image92.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0.png"/><Relationship Id="rId3" Type="http://schemas.openxmlformats.org/officeDocument/2006/relationships/image" Target="../media/image89.svg"/><Relationship Id="rId4" Type="http://schemas.openxmlformats.org/officeDocument/2006/relationships/image" Target="../media/image90.svg"/><Relationship Id="rId5" Type="http://schemas.openxmlformats.org/officeDocument/2006/relationships/image" Target="../media/image91.svg"/><Relationship Id="rId6" Type="http://schemas.openxmlformats.org/officeDocument/2006/relationships/image" Target="../media/image92.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3.png"/><Relationship Id="rId4"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4.png"/><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image" Target="../media/image97.pn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00.png"/><Relationship Id="rId9" Type="http://schemas.openxmlformats.org/officeDocument/2006/relationships/image" Target="../media/image101.png"/><Relationship Id="rId10" Type="http://schemas.openxmlformats.org/officeDocument/2006/relationships/image" Target="../media/image102.svg"/><Relationship Id="rId11" Type="http://schemas.openxmlformats.org/officeDocument/2006/relationships/image" Target="../media/image103.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4.png"/><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image" Target="../media/image97.pn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00.png"/><Relationship Id="rId9" Type="http://schemas.openxmlformats.org/officeDocument/2006/relationships/image" Target="../media/image101.png"/><Relationship Id="rId10" Type="http://schemas.openxmlformats.org/officeDocument/2006/relationships/image" Target="../media/image102.svg"/><Relationship Id="rId11" Type="http://schemas.openxmlformats.org/officeDocument/2006/relationships/image" Target="../media/image103.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4.png"/><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image" Target="../media/image97.pn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00.png"/><Relationship Id="rId9" Type="http://schemas.openxmlformats.org/officeDocument/2006/relationships/image" Target="../media/image101.png"/><Relationship Id="rId10" Type="http://schemas.openxmlformats.org/officeDocument/2006/relationships/image" Target="../media/image102.svg"/><Relationship Id="rId11" Type="http://schemas.openxmlformats.org/officeDocument/2006/relationships/image" Target="../media/image103.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42A89-8996-C5AC-7497-D8EE02170DE9}"/>
              </a:ext>
            </a:extLst>
          </p:cNvPr>
          <p:cNvSpPr>
            <a:spLocks noGrp="1"/>
          </p:cNvSpPr>
          <p:nvPr>
            <p:ph type="ctrTitle" hasCustomPrompt="1"/>
          </p:nvPr>
        </p:nvSpPr>
        <p:spPr>
          <a:xfrm>
            <a:off x="838200" y="2247900"/>
            <a:ext cx="6264216" cy="1618058"/>
          </a:xfrm>
        </p:spPr>
        <p:txBody>
          <a:bodyPr anchor="ctr">
            <a:normAutofit/>
          </a:bodyPr>
          <a:lstStyle>
            <a:lvl1pPr algn="l">
              <a:defRPr sz="6000" b="1">
                <a:gradFill>
                  <a:gsLst>
                    <a:gs pos="0">
                      <a:schemeClr val="accent3"/>
                    </a:gs>
                    <a:gs pos="50000">
                      <a:schemeClr val="accent3"/>
                    </a:gs>
                    <a:gs pos="100000">
                      <a:schemeClr val="accent1"/>
                    </a:gs>
                  </a:gsLst>
                  <a:lin ang="5400000" scaled="1"/>
                </a:gradFill>
                <a:latin typeface="+mn-lt"/>
              </a:defRPr>
            </a:lvl1pPr>
          </a:lstStyle>
          <a:p>
            <a:r>
              <a:rPr lang="en-US" dirty="0"/>
              <a:t>Click to edit Course Name</a:t>
            </a:r>
          </a:p>
        </p:txBody>
      </p:sp>
      <p:sp>
        <p:nvSpPr>
          <p:cNvPr id="3" name="Subtitle 2">
            <a:extLst>
              <a:ext uri="{FF2B5EF4-FFF2-40B4-BE49-F238E27FC236}">
                <a16:creationId xmlns:a16="http://schemas.microsoft.com/office/drawing/2014/main" id="{788F62F7-419E-42B1-0E79-D5B6DD5EDEBE}"/>
              </a:ext>
            </a:extLst>
          </p:cNvPr>
          <p:cNvSpPr>
            <a:spLocks noGrp="1"/>
          </p:cNvSpPr>
          <p:nvPr>
            <p:ph type="subTitle" idx="1"/>
          </p:nvPr>
        </p:nvSpPr>
        <p:spPr>
          <a:xfrm>
            <a:off x="838200" y="4276802"/>
            <a:ext cx="4983126" cy="760493"/>
          </a:xfrm>
        </p:spPr>
        <p:txBody>
          <a:bodyPr anchor="ctr">
            <a:normAutofit/>
          </a:bodyPr>
          <a:lstStyle>
            <a:lvl1pPr marL="0" indent="0" algn="l">
              <a:buNone/>
              <a:defRPr sz="2400">
                <a:solidFill>
                  <a:schemeClr val="bg1"/>
                </a:solidFill>
              </a:defRPr>
            </a:lvl1pPr>
            <a:lvl2pPr marL="457212" indent="0" algn="ctr">
              <a:buNone/>
              <a:defRPr sz="2000"/>
            </a:lvl2pPr>
            <a:lvl3pPr marL="914423" indent="0" algn="ctr">
              <a:buNone/>
              <a:defRPr sz="1800"/>
            </a:lvl3pPr>
            <a:lvl4pPr marL="1371635" indent="0" algn="ctr">
              <a:buNone/>
              <a:defRPr sz="1600"/>
            </a:lvl4pPr>
            <a:lvl5pPr marL="1828845" indent="0" algn="ctr">
              <a:buNone/>
              <a:defRPr sz="1600"/>
            </a:lvl5pPr>
            <a:lvl6pPr marL="2286058" indent="0" algn="ctr">
              <a:buNone/>
              <a:defRPr sz="1600"/>
            </a:lvl6pPr>
            <a:lvl7pPr marL="2743268" indent="0" algn="ctr">
              <a:buNone/>
              <a:defRPr sz="1600"/>
            </a:lvl7pPr>
            <a:lvl8pPr marL="3200480" indent="0" algn="ctr">
              <a:buNone/>
              <a:defRPr sz="1600"/>
            </a:lvl8pPr>
            <a:lvl9pPr marL="3657692" indent="0" algn="ctr">
              <a:buNone/>
              <a:defRPr sz="1600"/>
            </a:lvl9pPr>
          </a:lstStyle>
          <a:p>
            <a:r>
              <a:rPr lang="en-US"/>
              <a:t>Click to edit Master subtitle style</a:t>
            </a:r>
            <a:endParaRPr lang="en-US" dirty="0"/>
          </a:p>
        </p:txBody>
      </p:sp>
      <p:sp>
        <p:nvSpPr>
          <p:cNvPr id="8" name="Picture Placeholder 7">
            <a:extLst>
              <a:ext uri="{FF2B5EF4-FFF2-40B4-BE49-F238E27FC236}">
                <a16:creationId xmlns:a16="http://schemas.microsoft.com/office/drawing/2014/main" id="{433857C5-EA61-5480-5347-C203244BEA86}"/>
              </a:ext>
            </a:extLst>
          </p:cNvPr>
          <p:cNvSpPr>
            <a:spLocks noGrp="1"/>
          </p:cNvSpPr>
          <p:nvPr>
            <p:ph type="pic" sz="quarter" idx="13"/>
          </p:nvPr>
        </p:nvSpPr>
        <p:spPr>
          <a:xfrm>
            <a:off x="8105776" y="1820584"/>
            <a:ext cx="3248025" cy="3216834"/>
          </a:xfrm>
        </p:spPr>
        <p:txBody>
          <a:bodyPr/>
          <a:lstStyle>
            <a:lvl1pPr marL="0" indent="0">
              <a:buNone/>
              <a:defRPr/>
            </a:lvl1pPr>
          </a:lstStyle>
          <a:p>
            <a:r>
              <a:rPr lang="en-US"/>
              <a:t>Click icon to add picture</a:t>
            </a:r>
            <a:endParaRPr lang="en-US" dirty="0"/>
          </a:p>
        </p:txBody>
      </p:sp>
      <p:sp>
        <p:nvSpPr>
          <p:cNvPr id="7" name="Footer Placeholder 4">
            <a:extLst>
              <a:ext uri="{FF2B5EF4-FFF2-40B4-BE49-F238E27FC236}">
                <a16:creationId xmlns:a16="http://schemas.microsoft.com/office/drawing/2014/main" id="{BC525282-3DEA-0EC8-AAB3-D7F68D8843EC}"/>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Tree>
    <p:extLst>
      <p:ext uri="{BB962C8B-B14F-4D97-AF65-F5344CB8AC3E}">
        <p14:creationId xmlns:p14="http://schemas.microsoft.com/office/powerpoint/2010/main" val="719728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Instructor Aj Chalaiv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Oval 25">
            <a:extLst>
              <a:ext uri="{FF2B5EF4-FFF2-40B4-BE49-F238E27FC236}">
                <a16:creationId xmlns:a16="http://schemas.microsoft.com/office/drawing/2014/main" id="{C9B819E3-E53F-6DC1-9A26-9A00104B2643}"/>
              </a:ext>
            </a:extLst>
          </p:cNvPr>
          <p:cNvSpPr/>
          <p:nvPr/>
        </p:nvSpPr>
        <p:spPr bwMode="ltGray">
          <a:xfrm>
            <a:off x="955609" y="1765088"/>
            <a:ext cx="3962400" cy="3962400"/>
          </a:xfrm>
          <a:prstGeom prst="ellipse">
            <a:avLst/>
          </a:prstGeom>
          <a:gradFill flip="none" rotWithShape="1">
            <a:gsLst>
              <a:gs pos="0">
                <a:schemeClr val="accent3"/>
              </a:gs>
              <a:gs pos="50000">
                <a:schemeClr val="accent2"/>
              </a:gs>
              <a:gs pos="97000">
                <a:schemeClr val="accent1"/>
              </a:gs>
            </a:gsLst>
            <a:lin ang="2700000" scaled="1"/>
            <a:tileRect/>
          </a:gra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40" name="Picture 39">
            <a:extLst>
              <a:ext uri="{FF2B5EF4-FFF2-40B4-BE49-F238E27FC236}">
                <a16:creationId xmlns:a16="http://schemas.microsoft.com/office/drawing/2014/main" id="{2496AF69-96F8-B8EF-7006-D2686EB846C7}"/>
              </a:ext>
            </a:extLst>
          </p:cNvPr>
          <p:cNvPicPr>
            <a:picLocks noChangeAspect="1"/>
          </p:cNvPicPr>
          <p:nvPr/>
        </p:nvPicPr>
        <p:blipFill>
          <a:blip r:embed="rId3" cstate="print">
            <a:extLst>
              <a:ext uri="{28A0092B-C50C-407E-A947-70E740481C1C}">
                <a14:useLocalDpi xmlns:a14="http://schemas.microsoft.com/office/drawing/2010/main" val="0"/>
              </a:ext>
            </a:extLst>
          </a:blip>
          <a:srcRect l="4426" b="26080"/>
          <a:stretch>
            <a:fillRect/>
          </a:stretch>
        </p:blipFill>
        <p:spPr>
          <a:xfrm>
            <a:off x="958361" y="1138054"/>
            <a:ext cx="3962400" cy="4596976"/>
          </a:xfrm>
          <a:custGeom>
            <a:avLst/>
            <a:gdLst>
              <a:gd name="csX0" fmla="*/ 1609877 w 3962400"/>
              <a:gd name="csY0" fmla="*/ 0 h 4596976"/>
              <a:gd name="csX1" fmla="*/ 2352523 w 3962400"/>
              <a:gd name="csY1" fmla="*/ 0 h 4596976"/>
              <a:gd name="csX2" fmla="*/ 2470508 w 3962400"/>
              <a:gd name="csY2" fmla="*/ 64040 h 4596976"/>
              <a:gd name="csX3" fmla="*/ 2856356 w 3962400"/>
              <a:gd name="csY3" fmla="*/ 789733 h 4596976"/>
              <a:gd name="csX4" fmla="*/ 2853860 w 3962400"/>
              <a:gd name="csY4" fmla="*/ 839158 h 4596976"/>
              <a:gd name="csX5" fmla="*/ 2925558 w 3962400"/>
              <a:gd name="csY5" fmla="*/ 873696 h 4596976"/>
              <a:gd name="csX6" fmla="*/ 3962400 w 3962400"/>
              <a:gd name="csY6" fmla="*/ 2615776 h 4596976"/>
              <a:gd name="csX7" fmla="*/ 1981200 w 3962400"/>
              <a:gd name="csY7" fmla="*/ 4596976 h 4596976"/>
              <a:gd name="csX8" fmla="*/ 0 w 3962400"/>
              <a:gd name="csY8" fmla="*/ 2615776 h 4596976"/>
              <a:gd name="csX9" fmla="*/ 1036842 w 3962400"/>
              <a:gd name="csY9" fmla="*/ 873696 h 4596976"/>
              <a:gd name="csX10" fmla="*/ 1108540 w 3962400"/>
              <a:gd name="csY10" fmla="*/ 839158 h 4596976"/>
              <a:gd name="csX11" fmla="*/ 1106044 w 3962400"/>
              <a:gd name="csY11" fmla="*/ 789733 h 4596976"/>
              <a:gd name="csX12" fmla="*/ 1491892 w 3962400"/>
              <a:gd name="csY12" fmla="*/ 64040 h 4596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962400" h="4596976">
                <a:moveTo>
                  <a:pt x="1609877" y="0"/>
                </a:moveTo>
                <a:lnTo>
                  <a:pt x="2352523" y="0"/>
                </a:lnTo>
                <a:lnTo>
                  <a:pt x="2470508" y="64040"/>
                </a:lnTo>
                <a:cubicBezTo>
                  <a:pt x="2703301" y="221312"/>
                  <a:pt x="2856356" y="487649"/>
                  <a:pt x="2856356" y="789733"/>
                </a:cubicBezTo>
                <a:lnTo>
                  <a:pt x="2853860" y="839158"/>
                </a:lnTo>
                <a:lnTo>
                  <a:pt x="2925558" y="873696"/>
                </a:lnTo>
                <a:cubicBezTo>
                  <a:pt x="3543148" y="1209191"/>
                  <a:pt x="3962400" y="1863523"/>
                  <a:pt x="3962400" y="2615776"/>
                </a:cubicBezTo>
                <a:cubicBezTo>
                  <a:pt x="3962400" y="3709963"/>
                  <a:pt x="3075387" y="4596976"/>
                  <a:pt x="1981200" y="4596976"/>
                </a:cubicBezTo>
                <a:cubicBezTo>
                  <a:pt x="887013" y="4596976"/>
                  <a:pt x="0" y="3709963"/>
                  <a:pt x="0" y="2615776"/>
                </a:cubicBezTo>
                <a:cubicBezTo>
                  <a:pt x="0" y="1863523"/>
                  <a:pt x="419252" y="1209191"/>
                  <a:pt x="1036842" y="873696"/>
                </a:cubicBezTo>
                <a:lnTo>
                  <a:pt x="1108540" y="839158"/>
                </a:lnTo>
                <a:lnTo>
                  <a:pt x="1106044" y="789733"/>
                </a:lnTo>
                <a:cubicBezTo>
                  <a:pt x="1106044" y="487649"/>
                  <a:pt x="1259099" y="221312"/>
                  <a:pt x="1491892" y="64040"/>
                </a:cubicBezTo>
                <a:close/>
              </a:path>
            </a:pathLst>
          </a:custGeom>
        </p:spPr>
      </p:pic>
      <p:pic>
        <p:nvPicPr>
          <p:cNvPr id="2" name="Picture 1">
            <a:extLst>
              <a:ext uri="{FF2B5EF4-FFF2-40B4-BE49-F238E27FC236}">
                <a16:creationId xmlns:a16="http://schemas.microsoft.com/office/drawing/2014/main" id="{135D64CD-C394-4341-31CA-F05D4F8669F8}"/>
              </a:ext>
            </a:extLst>
          </p:cNvPr>
          <p:cNvPicPr>
            <a:picLocks noChangeAspect="1"/>
          </p:cNvPicPr>
          <p:nvPr/>
        </p:nvPicPr>
        <p:blipFill>
          <a:blip r:embed="rId4" cstate="print">
            <a:extLst>
              <a:ext uri="{28A0092B-C50C-407E-A947-70E740481C1C}">
                <a14:useLocalDpi xmlns:a14="http://schemas.microsoft.com/office/drawing/2010/main" val="0"/>
              </a:ext>
            </a:extLst>
          </a:blip>
          <a:srcRect l="1704" r="57529"/>
          <a:stretch>
            <a:fillRect/>
          </a:stretch>
        </p:blipFill>
        <p:spPr bwMode="gray">
          <a:xfrm>
            <a:off x="5906790" y="3546110"/>
            <a:ext cx="588086" cy="583159"/>
          </a:xfrm>
          <a:prstGeom prst="rect">
            <a:avLst/>
          </a:prstGeom>
        </p:spPr>
      </p:pic>
      <p:pic>
        <p:nvPicPr>
          <p:cNvPr id="57" name="Picture 56">
            <a:extLst>
              <a:ext uri="{FF2B5EF4-FFF2-40B4-BE49-F238E27FC236}">
                <a16:creationId xmlns:a16="http://schemas.microsoft.com/office/drawing/2014/main" id="{BA823259-EB29-773F-0905-F33009E3B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black">
          <a:xfrm>
            <a:off x="7902991" y="3445499"/>
            <a:ext cx="805079" cy="805079"/>
          </a:xfrm>
          <a:prstGeom prst="rect">
            <a:avLst/>
          </a:prstGeom>
        </p:spPr>
      </p:pic>
      <p:sp>
        <p:nvSpPr>
          <p:cNvPr id="58" name="TextBox 57">
            <a:extLst>
              <a:ext uri="{FF2B5EF4-FFF2-40B4-BE49-F238E27FC236}">
                <a16:creationId xmlns:a16="http://schemas.microsoft.com/office/drawing/2014/main" id="{FA79A2DF-EB47-91E9-8C80-4F4D416CE17C}"/>
              </a:ext>
            </a:extLst>
          </p:cNvPr>
          <p:cNvSpPr txBox="1"/>
          <p:nvPr/>
        </p:nvSpPr>
        <p:spPr>
          <a:xfrm>
            <a:off x="7356417" y="4240420"/>
            <a:ext cx="1898227" cy="623248"/>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en-US" sz="1200" b="0" kern="1200" dirty="0">
                <a:solidFill>
                  <a:schemeClr val="tx1"/>
                </a:solidFill>
                <a:latin typeface="+mn-lt"/>
                <a:ea typeface="+mn-ea"/>
                <a:cs typeface="+mn-cs"/>
              </a:rPr>
              <a:t>9Expert Training</a:t>
            </a:r>
            <a:br>
              <a:rPr lang="en-US" sz="1200" b="0" kern="1200" dirty="0">
                <a:solidFill>
                  <a:schemeClr val="tx1"/>
                </a:solidFill>
                <a:latin typeface="+mn-lt"/>
                <a:ea typeface="+mn-ea"/>
                <a:cs typeface="+mn-cs"/>
              </a:rPr>
            </a:br>
            <a:r>
              <a:rPr lang="en-US" sz="1200" b="0" kern="1200" dirty="0">
                <a:solidFill>
                  <a:schemeClr val="tx1"/>
                </a:solidFill>
                <a:latin typeface="+mn-lt"/>
                <a:ea typeface="+mn-ea"/>
                <a:cs typeface="+mn-cs"/>
              </a:rPr>
              <a:t>Heading Instructor</a:t>
            </a:r>
            <a:endParaRPr lang="th-TH" sz="1200" b="0" dirty="0">
              <a:solidFill>
                <a:schemeClr val="tx1"/>
              </a:solidFill>
            </a:endParaRPr>
          </a:p>
        </p:txBody>
      </p:sp>
      <p:grpSp>
        <p:nvGrpSpPr>
          <p:cNvPr id="62" name="Graphic 60">
            <a:extLst>
              <a:ext uri="{FF2B5EF4-FFF2-40B4-BE49-F238E27FC236}">
                <a16:creationId xmlns:a16="http://schemas.microsoft.com/office/drawing/2014/main" id="{0B3A5DE5-23B1-E597-F7C2-B4D5947DEC90}"/>
              </a:ext>
            </a:extLst>
          </p:cNvPr>
          <p:cNvGrpSpPr/>
          <p:nvPr/>
        </p:nvGrpSpPr>
        <p:grpSpPr bwMode="black">
          <a:xfrm>
            <a:off x="10103753" y="3514065"/>
            <a:ext cx="612948" cy="612948"/>
            <a:chOff x="9627751" y="4515110"/>
            <a:chExt cx="612948" cy="612948"/>
          </a:xfrm>
          <a:solidFill>
            <a:schemeClr val="accent2"/>
          </a:solidFill>
        </p:grpSpPr>
        <p:sp>
          <p:nvSpPr>
            <p:cNvPr id="63" name="Freeform: Shape 62">
              <a:extLst>
                <a:ext uri="{FF2B5EF4-FFF2-40B4-BE49-F238E27FC236}">
                  <a16:creationId xmlns:a16="http://schemas.microsoft.com/office/drawing/2014/main" id="{1C89E484-7E17-FA8A-9E26-75EF85A6302E}"/>
                </a:ext>
              </a:extLst>
            </p:cNvPr>
            <p:cNvSpPr/>
            <p:nvPr/>
          </p:nvSpPr>
          <p:spPr bwMode="black">
            <a:xfrm>
              <a:off x="9750341" y="4858361"/>
              <a:ext cx="416804" cy="196143"/>
            </a:xfrm>
            <a:custGeom>
              <a:avLst/>
              <a:gdLst>
                <a:gd name="csX0" fmla="*/ 208402 w 416804"/>
                <a:gd name="csY0" fmla="*/ 171626 h 196143"/>
                <a:gd name="csX1" fmla="*/ 61295 w 416804"/>
                <a:gd name="csY1" fmla="*/ 24518 h 196143"/>
                <a:gd name="csX2" fmla="*/ 63453 w 416804"/>
                <a:gd name="csY2" fmla="*/ 0 h 196143"/>
                <a:gd name="csX3" fmla="*/ 0 w 416804"/>
                <a:gd name="csY3" fmla="*/ 0 h 196143"/>
                <a:gd name="csX4" fmla="*/ 0 w 416804"/>
                <a:gd name="csY4" fmla="*/ 196144 h 196143"/>
                <a:gd name="csX5" fmla="*/ 416805 w 416804"/>
                <a:gd name="csY5" fmla="*/ 196144 h 196143"/>
                <a:gd name="csX6" fmla="*/ 416805 w 416804"/>
                <a:gd name="csY6" fmla="*/ 0 h 196143"/>
                <a:gd name="csX7" fmla="*/ 353353 w 416804"/>
                <a:gd name="csY7" fmla="*/ 0 h 196143"/>
                <a:gd name="csX8" fmla="*/ 355510 w 416804"/>
                <a:gd name="csY8" fmla="*/ 24518 h 196143"/>
                <a:gd name="csX9" fmla="*/ 208402 w 416804"/>
                <a:gd name="csY9" fmla="*/ 171626 h 1961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16804" h="196143">
                  <a:moveTo>
                    <a:pt x="208402" y="171626"/>
                  </a:moveTo>
                  <a:cubicBezTo>
                    <a:pt x="127248" y="171626"/>
                    <a:pt x="61295" y="105672"/>
                    <a:pt x="61295" y="24518"/>
                  </a:cubicBezTo>
                  <a:cubicBezTo>
                    <a:pt x="61295" y="16157"/>
                    <a:pt x="62104" y="7988"/>
                    <a:pt x="63453" y="0"/>
                  </a:cubicBezTo>
                  <a:lnTo>
                    <a:pt x="0" y="0"/>
                  </a:lnTo>
                  <a:lnTo>
                    <a:pt x="0" y="196144"/>
                  </a:lnTo>
                  <a:lnTo>
                    <a:pt x="416805" y="196144"/>
                  </a:lnTo>
                  <a:lnTo>
                    <a:pt x="416805" y="0"/>
                  </a:lnTo>
                  <a:lnTo>
                    <a:pt x="353353" y="0"/>
                  </a:lnTo>
                  <a:cubicBezTo>
                    <a:pt x="354701" y="7988"/>
                    <a:pt x="355510" y="16157"/>
                    <a:pt x="355510" y="24518"/>
                  </a:cubicBezTo>
                  <a:cubicBezTo>
                    <a:pt x="355510" y="105672"/>
                    <a:pt x="289557" y="171626"/>
                    <a:pt x="208402" y="171626"/>
                  </a:cubicBezTo>
                  <a:close/>
                </a:path>
              </a:pathLst>
            </a:custGeom>
            <a:grpFill/>
            <a:ln w="12204" cap="flat">
              <a:noFill/>
              <a:prstDash val="solid"/>
              <a:miter/>
            </a:ln>
          </p:spPr>
          <p:txBody>
            <a:bodyPr/>
            <a:lstStyle/>
            <a:p>
              <a:endParaRPr lang="th-TH" sz="1800"/>
            </a:p>
          </p:txBody>
        </p:sp>
        <p:sp>
          <p:nvSpPr>
            <p:cNvPr id="64" name="Freeform: Shape 63">
              <a:extLst>
                <a:ext uri="{FF2B5EF4-FFF2-40B4-BE49-F238E27FC236}">
                  <a16:creationId xmlns:a16="http://schemas.microsoft.com/office/drawing/2014/main" id="{B2F23B30-B31D-E626-A2C9-24BC9D5F4BF1}"/>
                </a:ext>
              </a:extLst>
            </p:cNvPr>
            <p:cNvSpPr/>
            <p:nvPr/>
          </p:nvSpPr>
          <p:spPr bwMode="black">
            <a:xfrm>
              <a:off x="9627751" y="4784808"/>
              <a:ext cx="612948" cy="343251"/>
            </a:xfrm>
            <a:custGeom>
              <a:avLst/>
              <a:gdLst>
                <a:gd name="csX0" fmla="*/ 576172 w 612948"/>
                <a:gd name="csY0" fmla="*/ 0 h 343251"/>
                <a:gd name="csX1" fmla="*/ 440465 w 612948"/>
                <a:gd name="csY1" fmla="*/ 0 h 343251"/>
                <a:gd name="csX2" fmla="*/ 469545 w 612948"/>
                <a:gd name="csY2" fmla="*/ 49036 h 343251"/>
                <a:gd name="csX3" fmla="*/ 551654 w 612948"/>
                <a:gd name="csY3" fmla="*/ 49036 h 343251"/>
                <a:gd name="csX4" fmla="*/ 563913 w 612948"/>
                <a:gd name="csY4" fmla="*/ 61295 h 343251"/>
                <a:gd name="csX5" fmla="*/ 563913 w 612948"/>
                <a:gd name="csY5" fmla="*/ 281956 h 343251"/>
                <a:gd name="csX6" fmla="*/ 551654 w 612948"/>
                <a:gd name="csY6" fmla="*/ 294215 h 343251"/>
                <a:gd name="csX7" fmla="*/ 110331 w 612948"/>
                <a:gd name="csY7" fmla="*/ 294215 h 343251"/>
                <a:gd name="csX8" fmla="*/ 98072 w 612948"/>
                <a:gd name="csY8" fmla="*/ 281956 h 343251"/>
                <a:gd name="csX9" fmla="*/ 98072 w 612948"/>
                <a:gd name="csY9" fmla="*/ 61295 h 343251"/>
                <a:gd name="csX10" fmla="*/ 110331 w 612948"/>
                <a:gd name="csY10" fmla="*/ 49036 h 343251"/>
                <a:gd name="csX11" fmla="*/ 192440 w 612948"/>
                <a:gd name="csY11" fmla="*/ 49036 h 343251"/>
                <a:gd name="csX12" fmla="*/ 221520 w 612948"/>
                <a:gd name="csY12" fmla="*/ 0 h 343251"/>
                <a:gd name="csX13" fmla="*/ 36777 w 612948"/>
                <a:gd name="csY13" fmla="*/ 0 h 343251"/>
                <a:gd name="csX14" fmla="*/ 0 w 612948"/>
                <a:gd name="csY14" fmla="*/ 36777 h 343251"/>
                <a:gd name="csX15" fmla="*/ 0 w 612948"/>
                <a:gd name="csY15" fmla="*/ 306474 h 343251"/>
                <a:gd name="csX16" fmla="*/ 36777 w 612948"/>
                <a:gd name="csY16" fmla="*/ 343251 h 343251"/>
                <a:gd name="csX17" fmla="*/ 576172 w 612948"/>
                <a:gd name="csY17" fmla="*/ 343251 h 343251"/>
                <a:gd name="csX18" fmla="*/ 612948 w 612948"/>
                <a:gd name="csY18" fmla="*/ 306474 h 343251"/>
                <a:gd name="csX19" fmla="*/ 612948 w 612948"/>
                <a:gd name="csY19" fmla="*/ 36777 h 343251"/>
                <a:gd name="csX20" fmla="*/ 576172 w 612948"/>
                <a:gd name="csY20" fmla="*/ 0 h 343251"/>
                <a:gd name="csX21" fmla="*/ 61295 w 612948"/>
                <a:gd name="csY21" fmla="*/ 208402 h 343251"/>
                <a:gd name="csX22" fmla="*/ 49036 w 612948"/>
                <a:gd name="csY22" fmla="*/ 220661 h 343251"/>
                <a:gd name="csX23" fmla="*/ 36777 w 612948"/>
                <a:gd name="csY23" fmla="*/ 208402 h 343251"/>
                <a:gd name="csX24" fmla="*/ 36777 w 612948"/>
                <a:gd name="csY24" fmla="*/ 134849 h 343251"/>
                <a:gd name="csX25" fmla="*/ 49036 w 612948"/>
                <a:gd name="csY25" fmla="*/ 122590 h 343251"/>
                <a:gd name="csX26" fmla="*/ 61295 w 612948"/>
                <a:gd name="csY26" fmla="*/ 134849 h 343251"/>
                <a:gd name="csX27" fmla="*/ 61295 w 612948"/>
                <a:gd name="csY27" fmla="*/ 208402 h 34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612948" h="343251">
                  <a:moveTo>
                    <a:pt x="576172" y="0"/>
                  </a:moveTo>
                  <a:lnTo>
                    <a:pt x="440465" y="0"/>
                  </a:lnTo>
                  <a:cubicBezTo>
                    <a:pt x="453180" y="14113"/>
                    <a:pt x="463057" y="30778"/>
                    <a:pt x="469545" y="49036"/>
                  </a:cubicBezTo>
                  <a:lnTo>
                    <a:pt x="551654" y="49036"/>
                  </a:lnTo>
                  <a:cubicBezTo>
                    <a:pt x="558430" y="49036"/>
                    <a:pt x="563913" y="54519"/>
                    <a:pt x="563913" y="61295"/>
                  </a:cubicBezTo>
                  <a:lnTo>
                    <a:pt x="563913" y="281956"/>
                  </a:lnTo>
                  <a:cubicBezTo>
                    <a:pt x="563913" y="288732"/>
                    <a:pt x="558430" y="294215"/>
                    <a:pt x="551654" y="294215"/>
                  </a:cubicBezTo>
                  <a:lnTo>
                    <a:pt x="110331" y="294215"/>
                  </a:lnTo>
                  <a:cubicBezTo>
                    <a:pt x="103561" y="294215"/>
                    <a:pt x="98072" y="288732"/>
                    <a:pt x="98072" y="281956"/>
                  </a:cubicBezTo>
                  <a:lnTo>
                    <a:pt x="98072" y="61295"/>
                  </a:lnTo>
                  <a:cubicBezTo>
                    <a:pt x="98072" y="54519"/>
                    <a:pt x="103561" y="49036"/>
                    <a:pt x="110331" y="49036"/>
                  </a:cubicBezTo>
                  <a:lnTo>
                    <a:pt x="192440" y="49036"/>
                  </a:lnTo>
                  <a:cubicBezTo>
                    <a:pt x="198928" y="30778"/>
                    <a:pt x="208804" y="14113"/>
                    <a:pt x="221520" y="0"/>
                  </a:cubicBezTo>
                  <a:lnTo>
                    <a:pt x="36777" y="0"/>
                  </a:lnTo>
                  <a:cubicBezTo>
                    <a:pt x="16549" y="0"/>
                    <a:pt x="0" y="16549"/>
                    <a:pt x="0" y="36777"/>
                  </a:cubicBezTo>
                  <a:lnTo>
                    <a:pt x="0" y="306474"/>
                  </a:lnTo>
                  <a:cubicBezTo>
                    <a:pt x="0" y="326701"/>
                    <a:pt x="16549" y="343251"/>
                    <a:pt x="36777" y="343251"/>
                  </a:cubicBezTo>
                  <a:lnTo>
                    <a:pt x="576172" y="343251"/>
                  </a:lnTo>
                  <a:cubicBezTo>
                    <a:pt x="596399" y="343251"/>
                    <a:pt x="612948" y="326701"/>
                    <a:pt x="612948" y="306474"/>
                  </a:cubicBezTo>
                  <a:lnTo>
                    <a:pt x="612948" y="36777"/>
                  </a:lnTo>
                  <a:cubicBezTo>
                    <a:pt x="612948" y="16549"/>
                    <a:pt x="596399" y="0"/>
                    <a:pt x="576172" y="0"/>
                  </a:cubicBezTo>
                  <a:close/>
                  <a:moveTo>
                    <a:pt x="61295" y="208402"/>
                  </a:moveTo>
                  <a:cubicBezTo>
                    <a:pt x="61295" y="215178"/>
                    <a:pt x="55806" y="220661"/>
                    <a:pt x="49036" y="220661"/>
                  </a:cubicBezTo>
                  <a:cubicBezTo>
                    <a:pt x="42266" y="220661"/>
                    <a:pt x="36777" y="215178"/>
                    <a:pt x="36777" y="208402"/>
                  </a:cubicBezTo>
                  <a:lnTo>
                    <a:pt x="36777" y="134849"/>
                  </a:lnTo>
                  <a:cubicBezTo>
                    <a:pt x="36777" y="128073"/>
                    <a:pt x="42266" y="122590"/>
                    <a:pt x="49036" y="122590"/>
                  </a:cubicBezTo>
                  <a:cubicBezTo>
                    <a:pt x="55806" y="122590"/>
                    <a:pt x="61295" y="128073"/>
                    <a:pt x="61295" y="134849"/>
                  </a:cubicBezTo>
                  <a:lnTo>
                    <a:pt x="61295" y="208402"/>
                  </a:lnTo>
                  <a:close/>
                </a:path>
              </a:pathLst>
            </a:custGeom>
            <a:grpFill/>
            <a:ln w="12204" cap="flat">
              <a:noFill/>
              <a:prstDash val="solid"/>
              <a:miter/>
            </a:ln>
          </p:spPr>
          <p:txBody>
            <a:bodyPr/>
            <a:lstStyle/>
            <a:p>
              <a:endParaRPr lang="th-TH" sz="1800"/>
            </a:p>
          </p:txBody>
        </p:sp>
        <p:sp>
          <p:nvSpPr>
            <p:cNvPr id="65" name="Freeform: Shape 64">
              <a:extLst>
                <a:ext uri="{FF2B5EF4-FFF2-40B4-BE49-F238E27FC236}">
                  <a16:creationId xmlns:a16="http://schemas.microsoft.com/office/drawing/2014/main" id="{C72F1B93-B673-C259-35CF-88D4724D11E9}"/>
                </a:ext>
              </a:extLst>
            </p:cNvPr>
            <p:cNvSpPr/>
            <p:nvPr/>
          </p:nvSpPr>
          <p:spPr bwMode="black">
            <a:xfrm>
              <a:off x="9701305" y="4600923"/>
              <a:ext cx="73553" cy="46557"/>
            </a:xfrm>
            <a:custGeom>
              <a:avLst/>
              <a:gdLst>
                <a:gd name="csX0" fmla="*/ 25188 w 73553"/>
                <a:gd name="csY0" fmla="*/ 38836 h 46557"/>
                <a:gd name="csX1" fmla="*/ 36777 w 73553"/>
                <a:gd name="csY1" fmla="*/ 46558 h 46557"/>
                <a:gd name="csX2" fmla="*/ 48365 w 73553"/>
                <a:gd name="csY2" fmla="*/ 38836 h 46557"/>
                <a:gd name="csX3" fmla="*/ 55165 w 73553"/>
                <a:gd name="csY3" fmla="*/ 36777 h 46557"/>
                <a:gd name="csX4" fmla="*/ 73554 w 73553"/>
                <a:gd name="csY4" fmla="*/ 36777 h 46557"/>
                <a:gd name="csX5" fmla="*/ 73554 w 73553"/>
                <a:gd name="csY5" fmla="*/ 0 h 46557"/>
                <a:gd name="csX6" fmla="*/ 0 w 73553"/>
                <a:gd name="csY6" fmla="*/ 0 h 46557"/>
                <a:gd name="csX7" fmla="*/ 0 w 73553"/>
                <a:gd name="csY7" fmla="*/ 36777 h 46557"/>
                <a:gd name="csX8" fmla="*/ 18388 w 73553"/>
                <a:gd name="csY8" fmla="*/ 36777 h 46557"/>
                <a:gd name="csX9" fmla="*/ 25188 w 73553"/>
                <a:gd name="csY9" fmla="*/ 38836 h 465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3553" h="46557">
                  <a:moveTo>
                    <a:pt x="25188" y="38836"/>
                  </a:moveTo>
                  <a:lnTo>
                    <a:pt x="36777" y="46558"/>
                  </a:lnTo>
                  <a:lnTo>
                    <a:pt x="48365" y="38836"/>
                  </a:lnTo>
                  <a:cubicBezTo>
                    <a:pt x="50377" y="37495"/>
                    <a:pt x="52747" y="36777"/>
                    <a:pt x="55165" y="36777"/>
                  </a:cubicBezTo>
                  <a:lnTo>
                    <a:pt x="73554" y="36777"/>
                  </a:lnTo>
                  <a:lnTo>
                    <a:pt x="73554" y="0"/>
                  </a:lnTo>
                  <a:lnTo>
                    <a:pt x="0" y="0"/>
                  </a:lnTo>
                  <a:lnTo>
                    <a:pt x="0" y="36777"/>
                  </a:lnTo>
                  <a:lnTo>
                    <a:pt x="18388" y="36777"/>
                  </a:lnTo>
                  <a:cubicBezTo>
                    <a:pt x="20807" y="36777"/>
                    <a:pt x="23177" y="37495"/>
                    <a:pt x="25188" y="38836"/>
                  </a:cubicBezTo>
                  <a:close/>
                </a:path>
              </a:pathLst>
            </a:custGeom>
            <a:grpFill/>
            <a:ln w="12204" cap="flat">
              <a:noFill/>
              <a:prstDash val="solid"/>
              <a:miter/>
            </a:ln>
          </p:spPr>
          <p:txBody>
            <a:bodyPr/>
            <a:lstStyle/>
            <a:p>
              <a:endParaRPr lang="th-TH" sz="1800"/>
            </a:p>
          </p:txBody>
        </p:sp>
        <p:sp>
          <p:nvSpPr>
            <p:cNvPr id="66" name="Freeform: Shape 65">
              <a:extLst>
                <a:ext uri="{FF2B5EF4-FFF2-40B4-BE49-F238E27FC236}">
                  <a16:creationId xmlns:a16="http://schemas.microsoft.com/office/drawing/2014/main" id="{330122BB-53C4-8D20-C88D-48015C2E81CA}"/>
                </a:ext>
              </a:extLst>
            </p:cNvPr>
            <p:cNvSpPr/>
            <p:nvPr/>
          </p:nvSpPr>
          <p:spPr bwMode="black">
            <a:xfrm>
              <a:off x="9627751" y="4515110"/>
              <a:ext cx="612948" cy="444298"/>
            </a:xfrm>
            <a:custGeom>
              <a:avLst/>
              <a:gdLst>
                <a:gd name="csX0" fmla="*/ 110331 w 612948"/>
                <a:gd name="csY0" fmla="*/ 220661 h 444298"/>
                <a:gd name="csX1" fmla="*/ 219939 w 612948"/>
                <a:gd name="csY1" fmla="*/ 122590 h 444298"/>
                <a:gd name="csX2" fmla="*/ 232920 w 612948"/>
                <a:gd name="csY2" fmla="*/ 122590 h 444298"/>
                <a:gd name="csX3" fmla="*/ 318733 w 612948"/>
                <a:gd name="csY3" fmla="*/ 208402 h 444298"/>
                <a:gd name="csX4" fmla="*/ 318733 w 612948"/>
                <a:gd name="csY4" fmla="*/ 220661 h 444298"/>
                <a:gd name="csX5" fmla="*/ 318733 w 612948"/>
                <a:gd name="csY5" fmla="*/ 245801 h 444298"/>
                <a:gd name="csX6" fmla="*/ 208402 w 612948"/>
                <a:gd name="csY6" fmla="*/ 367769 h 444298"/>
                <a:gd name="csX7" fmla="*/ 235381 w 612948"/>
                <a:gd name="csY7" fmla="*/ 444299 h 444298"/>
                <a:gd name="csX8" fmla="*/ 293992 w 612948"/>
                <a:gd name="csY8" fmla="*/ 375072 h 444298"/>
                <a:gd name="csX9" fmla="*/ 281956 w 612948"/>
                <a:gd name="csY9" fmla="*/ 343251 h 444298"/>
                <a:gd name="csX10" fmla="*/ 330992 w 612948"/>
                <a:gd name="csY10" fmla="*/ 294215 h 444298"/>
                <a:gd name="csX11" fmla="*/ 380028 w 612948"/>
                <a:gd name="csY11" fmla="*/ 343251 h 444298"/>
                <a:gd name="csX12" fmla="*/ 367994 w 612948"/>
                <a:gd name="csY12" fmla="*/ 375072 h 444298"/>
                <a:gd name="csX13" fmla="*/ 426602 w 612948"/>
                <a:gd name="csY13" fmla="*/ 444296 h 444298"/>
                <a:gd name="csX14" fmla="*/ 453582 w 612948"/>
                <a:gd name="csY14" fmla="*/ 367769 h 444298"/>
                <a:gd name="csX15" fmla="*/ 343251 w 612948"/>
                <a:gd name="csY15" fmla="*/ 245801 h 444298"/>
                <a:gd name="csX16" fmla="*/ 343251 w 612948"/>
                <a:gd name="csY16" fmla="*/ 220661 h 444298"/>
                <a:gd name="csX17" fmla="*/ 343251 w 612948"/>
                <a:gd name="csY17" fmla="*/ 208402 h 444298"/>
                <a:gd name="csX18" fmla="*/ 393186 w 612948"/>
                <a:gd name="csY18" fmla="*/ 148256 h 444298"/>
                <a:gd name="csX19" fmla="*/ 502618 w 612948"/>
                <a:gd name="csY19" fmla="*/ 245179 h 444298"/>
                <a:gd name="csX20" fmla="*/ 612948 w 612948"/>
                <a:gd name="csY20" fmla="*/ 134849 h 444298"/>
                <a:gd name="csX21" fmla="*/ 502618 w 612948"/>
                <a:gd name="csY21" fmla="*/ 24518 h 444298"/>
                <a:gd name="csX22" fmla="*/ 392874 w 612948"/>
                <a:gd name="csY22" fmla="*/ 123479 h 444298"/>
                <a:gd name="csX23" fmla="*/ 332700 w 612948"/>
                <a:gd name="csY23" fmla="*/ 161627 h 444298"/>
                <a:gd name="csX24" fmla="*/ 232920 w 612948"/>
                <a:gd name="csY24" fmla="*/ 98072 h 444298"/>
                <a:gd name="csX25" fmla="*/ 219939 w 612948"/>
                <a:gd name="csY25" fmla="*/ 98072 h 444298"/>
                <a:gd name="csX26" fmla="*/ 110331 w 612948"/>
                <a:gd name="csY26" fmla="*/ 0 h 444298"/>
                <a:gd name="csX27" fmla="*/ 0 w 612948"/>
                <a:gd name="csY27" fmla="*/ 110331 h 444298"/>
                <a:gd name="csX28" fmla="*/ 110331 w 612948"/>
                <a:gd name="csY28" fmla="*/ 220661 h 444298"/>
                <a:gd name="csX29" fmla="*/ 484912 w 612948"/>
                <a:gd name="csY29" fmla="*/ 73554 h 444298"/>
                <a:gd name="csX30" fmla="*/ 502618 w 612948"/>
                <a:gd name="csY30" fmla="*/ 77457 h 444298"/>
                <a:gd name="csX31" fmla="*/ 520324 w 612948"/>
                <a:gd name="csY31" fmla="*/ 73554 h 444298"/>
                <a:gd name="csX32" fmla="*/ 563889 w 612948"/>
                <a:gd name="csY32" fmla="*/ 118268 h 444298"/>
                <a:gd name="csX33" fmla="*/ 509753 w 612948"/>
                <a:gd name="csY33" fmla="*/ 193857 h 444298"/>
                <a:gd name="csX34" fmla="*/ 502618 w 612948"/>
                <a:gd name="csY34" fmla="*/ 196144 h 444298"/>
                <a:gd name="csX35" fmla="*/ 495483 w 612948"/>
                <a:gd name="csY35" fmla="*/ 193857 h 444298"/>
                <a:gd name="csX36" fmla="*/ 441347 w 612948"/>
                <a:gd name="csY36" fmla="*/ 118280 h 444298"/>
                <a:gd name="csX37" fmla="*/ 484912 w 612948"/>
                <a:gd name="csY37" fmla="*/ 73554 h 444298"/>
                <a:gd name="csX38" fmla="*/ 49036 w 612948"/>
                <a:gd name="csY38" fmla="*/ 73554 h 444298"/>
                <a:gd name="csX39" fmla="*/ 61295 w 612948"/>
                <a:gd name="csY39" fmla="*/ 61295 h 444298"/>
                <a:gd name="csX40" fmla="*/ 159367 w 612948"/>
                <a:gd name="csY40" fmla="*/ 61295 h 444298"/>
                <a:gd name="csX41" fmla="*/ 171626 w 612948"/>
                <a:gd name="csY41" fmla="*/ 73554 h 444298"/>
                <a:gd name="csX42" fmla="*/ 171626 w 612948"/>
                <a:gd name="csY42" fmla="*/ 134849 h 444298"/>
                <a:gd name="csX43" fmla="*/ 159367 w 612948"/>
                <a:gd name="csY43" fmla="*/ 147108 h 444298"/>
                <a:gd name="csX44" fmla="*/ 132430 w 612948"/>
                <a:gd name="csY44" fmla="*/ 147108 h 444298"/>
                <a:gd name="csX45" fmla="*/ 117131 w 612948"/>
                <a:gd name="csY45" fmla="*/ 157307 h 444298"/>
                <a:gd name="csX46" fmla="*/ 110331 w 612948"/>
                <a:gd name="csY46" fmla="*/ 159367 h 444298"/>
                <a:gd name="csX47" fmla="*/ 103531 w 612948"/>
                <a:gd name="csY47" fmla="*/ 157307 h 444298"/>
                <a:gd name="csX48" fmla="*/ 88231 w 612948"/>
                <a:gd name="csY48" fmla="*/ 147108 h 444298"/>
                <a:gd name="csX49" fmla="*/ 61295 w 612948"/>
                <a:gd name="csY49" fmla="*/ 147108 h 444298"/>
                <a:gd name="csX50" fmla="*/ 49036 w 612948"/>
                <a:gd name="csY50" fmla="*/ 134849 h 444298"/>
                <a:gd name="csX51" fmla="*/ 49036 w 612948"/>
                <a:gd name="csY51" fmla="*/ 73554 h 4442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612948" h="444298">
                  <a:moveTo>
                    <a:pt x="110331" y="220661"/>
                  </a:moveTo>
                  <a:cubicBezTo>
                    <a:pt x="167017" y="220661"/>
                    <a:pt x="213815" y="177675"/>
                    <a:pt x="219939" y="122590"/>
                  </a:cubicBezTo>
                  <a:lnTo>
                    <a:pt x="232920" y="122590"/>
                  </a:lnTo>
                  <a:cubicBezTo>
                    <a:pt x="280238" y="122590"/>
                    <a:pt x="318733" y="161090"/>
                    <a:pt x="318733" y="208402"/>
                  </a:cubicBezTo>
                  <a:lnTo>
                    <a:pt x="318733" y="220661"/>
                  </a:lnTo>
                  <a:lnTo>
                    <a:pt x="318733" y="245801"/>
                  </a:lnTo>
                  <a:cubicBezTo>
                    <a:pt x="256870" y="251974"/>
                    <a:pt x="208402" y="304315"/>
                    <a:pt x="208402" y="367769"/>
                  </a:cubicBezTo>
                  <a:cubicBezTo>
                    <a:pt x="208402" y="396713"/>
                    <a:pt x="218542" y="423303"/>
                    <a:pt x="235381" y="444299"/>
                  </a:cubicBezTo>
                  <a:cubicBezTo>
                    <a:pt x="242471" y="412833"/>
                    <a:pt x="264680" y="387064"/>
                    <a:pt x="293992" y="375072"/>
                  </a:cubicBezTo>
                  <a:cubicBezTo>
                    <a:pt x="286595" y="366483"/>
                    <a:pt x="281956" y="355451"/>
                    <a:pt x="281956" y="343251"/>
                  </a:cubicBezTo>
                  <a:cubicBezTo>
                    <a:pt x="281956" y="316207"/>
                    <a:pt x="303954" y="294215"/>
                    <a:pt x="330992" y="294215"/>
                  </a:cubicBezTo>
                  <a:cubicBezTo>
                    <a:pt x="358036" y="294215"/>
                    <a:pt x="380028" y="316207"/>
                    <a:pt x="380028" y="343251"/>
                  </a:cubicBezTo>
                  <a:cubicBezTo>
                    <a:pt x="380028" y="355452"/>
                    <a:pt x="375390" y="366484"/>
                    <a:pt x="367994" y="375072"/>
                  </a:cubicBezTo>
                  <a:cubicBezTo>
                    <a:pt x="397303" y="387066"/>
                    <a:pt x="419513" y="412833"/>
                    <a:pt x="426602" y="444296"/>
                  </a:cubicBezTo>
                  <a:cubicBezTo>
                    <a:pt x="443441" y="423301"/>
                    <a:pt x="453582" y="396712"/>
                    <a:pt x="453582" y="367769"/>
                  </a:cubicBezTo>
                  <a:cubicBezTo>
                    <a:pt x="453582" y="304315"/>
                    <a:pt x="405109" y="251974"/>
                    <a:pt x="343251" y="245801"/>
                  </a:cubicBezTo>
                  <a:lnTo>
                    <a:pt x="343251" y="220661"/>
                  </a:lnTo>
                  <a:lnTo>
                    <a:pt x="343251" y="208402"/>
                  </a:lnTo>
                  <a:cubicBezTo>
                    <a:pt x="343251" y="178497"/>
                    <a:pt x="364812" y="153609"/>
                    <a:pt x="393186" y="148256"/>
                  </a:cubicBezTo>
                  <a:cubicBezTo>
                    <a:pt x="399833" y="202782"/>
                    <a:pt x="446325" y="245179"/>
                    <a:pt x="502618" y="245179"/>
                  </a:cubicBezTo>
                  <a:cubicBezTo>
                    <a:pt x="563458" y="245179"/>
                    <a:pt x="612948" y="195689"/>
                    <a:pt x="612948" y="134849"/>
                  </a:cubicBezTo>
                  <a:cubicBezTo>
                    <a:pt x="612948" y="74009"/>
                    <a:pt x="563458" y="24518"/>
                    <a:pt x="502618" y="24518"/>
                  </a:cubicBezTo>
                  <a:cubicBezTo>
                    <a:pt x="445616" y="24518"/>
                    <a:pt x="398583" y="67962"/>
                    <a:pt x="392874" y="123479"/>
                  </a:cubicBezTo>
                  <a:cubicBezTo>
                    <a:pt x="367714" y="126926"/>
                    <a:pt x="346007" y="141259"/>
                    <a:pt x="332700" y="161627"/>
                  </a:cubicBezTo>
                  <a:cubicBezTo>
                    <a:pt x="315053" y="124142"/>
                    <a:pt x="277020" y="98072"/>
                    <a:pt x="232920" y="98072"/>
                  </a:cubicBezTo>
                  <a:lnTo>
                    <a:pt x="219939" y="98072"/>
                  </a:lnTo>
                  <a:cubicBezTo>
                    <a:pt x="213815" y="42986"/>
                    <a:pt x="167017" y="0"/>
                    <a:pt x="110331" y="0"/>
                  </a:cubicBezTo>
                  <a:cubicBezTo>
                    <a:pt x="49497" y="0"/>
                    <a:pt x="0" y="49491"/>
                    <a:pt x="0" y="110331"/>
                  </a:cubicBezTo>
                  <a:cubicBezTo>
                    <a:pt x="0" y="171171"/>
                    <a:pt x="49497" y="220661"/>
                    <a:pt x="110331" y="220661"/>
                  </a:cubicBezTo>
                  <a:close/>
                  <a:moveTo>
                    <a:pt x="484912" y="73554"/>
                  </a:moveTo>
                  <a:cubicBezTo>
                    <a:pt x="491065" y="73554"/>
                    <a:pt x="497075" y="74895"/>
                    <a:pt x="502618" y="77457"/>
                  </a:cubicBezTo>
                  <a:cubicBezTo>
                    <a:pt x="508161" y="74895"/>
                    <a:pt x="514170" y="73554"/>
                    <a:pt x="520324" y="73554"/>
                  </a:cubicBezTo>
                  <a:cubicBezTo>
                    <a:pt x="543824" y="73554"/>
                    <a:pt x="562967" y="93199"/>
                    <a:pt x="563889" y="118268"/>
                  </a:cubicBezTo>
                  <a:cubicBezTo>
                    <a:pt x="565158" y="153141"/>
                    <a:pt x="515427" y="189786"/>
                    <a:pt x="509753" y="193857"/>
                  </a:cubicBezTo>
                  <a:cubicBezTo>
                    <a:pt x="507622" y="195377"/>
                    <a:pt x="505120" y="196144"/>
                    <a:pt x="502618" y="196144"/>
                  </a:cubicBezTo>
                  <a:cubicBezTo>
                    <a:pt x="500116" y="196144"/>
                    <a:pt x="497614" y="195377"/>
                    <a:pt x="495483" y="193857"/>
                  </a:cubicBezTo>
                  <a:cubicBezTo>
                    <a:pt x="489808" y="189787"/>
                    <a:pt x="440078" y="153141"/>
                    <a:pt x="441347" y="118280"/>
                  </a:cubicBezTo>
                  <a:cubicBezTo>
                    <a:pt x="442269" y="93199"/>
                    <a:pt x="461411" y="73554"/>
                    <a:pt x="484912" y="73554"/>
                  </a:cubicBezTo>
                  <a:close/>
                  <a:moveTo>
                    <a:pt x="49036" y="73554"/>
                  </a:moveTo>
                  <a:cubicBezTo>
                    <a:pt x="49036" y="66778"/>
                    <a:pt x="54525" y="61295"/>
                    <a:pt x="61295" y="61295"/>
                  </a:cubicBezTo>
                  <a:lnTo>
                    <a:pt x="159367" y="61295"/>
                  </a:lnTo>
                  <a:cubicBezTo>
                    <a:pt x="166137" y="61295"/>
                    <a:pt x="171626" y="66778"/>
                    <a:pt x="171626" y="73554"/>
                  </a:cubicBezTo>
                  <a:lnTo>
                    <a:pt x="171626" y="134849"/>
                  </a:lnTo>
                  <a:cubicBezTo>
                    <a:pt x="171626" y="141625"/>
                    <a:pt x="166137" y="147108"/>
                    <a:pt x="159367" y="147108"/>
                  </a:cubicBezTo>
                  <a:lnTo>
                    <a:pt x="132430" y="147108"/>
                  </a:lnTo>
                  <a:lnTo>
                    <a:pt x="117131" y="157307"/>
                  </a:lnTo>
                  <a:cubicBezTo>
                    <a:pt x="115072" y="158684"/>
                    <a:pt x="112701" y="159367"/>
                    <a:pt x="110331" y="159367"/>
                  </a:cubicBezTo>
                  <a:cubicBezTo>
                    <a:pt x="107960" y="159367"/>
                    <a:pt x="105590" y="158684"/>
                    <a:pt x="103531" y="157307"/>
                  </a:cubicBezTo>
                  <a:lnTo>
                    <a:pt x="88231" y="147108"/>
                  </a:lnTo>
                  <a:lnTo>
                    <a:pt x="61295" y="147108"/>
                  </a:lnTo>
                  <a:cubicBezTo>
                    <a:pt x="54525" y="147108"/>
                    <a:pt x="49036" y="141625"/>
                    <a:pt x="49036" y="134849"/>
                  </a:cubicBezTo>
                  <a:lnTo>
                    <a:pt x="49036" y="73554"/>
                  </a:lnTo>
                  <a:close/>
                </a:path>
              </a:pathLst>
            </a:custGeom>
            <a:grpFill/>
            <a:ln w="12204" cap="flat">
              <a:noFill/>
              <a:prstDash val="solid"/>
              <a:miter/>
            </a:ln>
          </p:spPr>
          <p:txBody>
            <a:bodyPr/>
            <a:lstStyle/>
            <a:p>
              <a:endParaRPr lang="th-TH" sz="1800"/>
            </a:p>
          </p:txBody>
        </p:sp>
        <p:sp>
          <p:nvSpPr>
            <p:cNvPr id="67" name="Freeform: Shape 66">
              <a:extLst>
                <a:ext uri="{FF2B5EF4-FFF2-40B4-BE49-F238E27FC236}">
                  <a16:creationId xmlns:a16="http://schemas.microsoft.com/office/drawing/2014/main" id="{A97F253F-D814-F34A-6E2F-EC104FFDA3D1}"/>
                </a:ext>
              </a:extLst>
            </p:cNvPr>
            <p:cNvSpPr/>
            <p:nvPr/>
          </p:nvSpPr>
          <p:spPr bwMode="black">
            <a:xfrm>
              <a:off x="9934226" y="4833843"/>
              <a:ext cx="49035" cy="49035"/>
            </a:xfrm>
            <a:custGeom>
              <a:avLst/>
              <a:gdLst>
                <a:gd name="csX0" fmla="*/ 49036 w 49035"/>
                <a:gd name="csY0" fmla="*/ 24518 h 49035"/>
                <a:gd name="csX1" fmla="*/ 24518 w 49035"/>
                <a:gd name="csY1" fmla="*/ 49036 h 49035"/>
                <a:gd name="csX2" fmla="*/ 0 w 49035"/>
                <a:gd name="csY2" fmla="*/ 24518 h 49035"/>
                <a:gd name="csX3" fmla="*/ 24518 w 49035"/>
                <a:gd name="csY3" fmla="*/ 0 h 49035"/>
                <a:gd name="csX4" fmla="*/ 49036 w 49035"/>
                <a:gd name="csY4" fmla="*/ 24518 h 49035"/>
              </a:gdLst>
              <a:ahLst/>
              <a:cxnLst>
                <a:cxn ang="0">
                  <a:pos x="csX0" y="csY0"/>
                </a:cxn>
                <a:cxn ang="0">
                  <a:pos x="csX1" y="csY1"/>
                </a:cxn>
                <a:cxn ang="0">
                  <a:pos x="csX2" y="csY2"/>
                </a:cxn>
                <a:cxn ang="0">
                  <a:pos x="csX3" y="csY3"/>
                </a:cxn>
                <a:cxn ang="0">
                  <a:pos x="csX4" y="csY4"/>
                </a:cxn>
              </a:cxnLst>
              <a:rect l="l" t="t" r="r" b="b"/>
              <a:pathLst>
                <a:path w="49035" h="49035">
                  <a:moveTo>
                    <a:pt x="49036" y="24518"/>
                  </a:moveTo>
                  <a:cubicBezTo>
                    <a:pt x="49036" y="38059"/>
                    <a:pt x="38059" y="49036"/>
                    <a:pt x="24518" y="49036"/>
                  </a:cubicBezTo>
                  <a:cubicBezTo>
                    <a:pt x="10977" y="49036"/>
                    <a:pt x="0" y="38059"/>
                    <a:pt x="0" y="24518"/>
                  </a:cubicBezTo>
                  <a:cubicBezTo>
                    <a:pt x="0" y="10977"/>
                    <a:pt x="10977" y="0"/>
                    <a:pt x="24518" y="0"/>
                  </a:cubicBezTo>
                  <a:cubicBezTo>
                    <a:pt x="38059" y="0"/>
                    <a:pt x="49036" y="10977"/>
                    <a:pt x="49036" y="24518"/>
                  </a:cubicBezTo>
                  <a:close/>
                </a:path>
              </a:pathLst>
            </a:custGeom>
            <a:grpFill/>
            <a:ln w="12204" cap="flat">
              <a:noFill/>
              <a:prstDash val="solid"/>
              <a:miter/>
            </a:ln>
          </p:spPr>
          <p:txBody>
            <a:bodyPr/>
            <a:lstStyle/>
            <a:p>
              <a:endParaRPr lang="th-TH" sz="1800"/>
            </a:p>
          </p:txBody>
        </p:sp>
        <p:sp>
          <p:nvSpPr>
            <p:cNvPr id="68" name="Freeform: Shape 67">
              <a:extLst>
                <a:ext uri="{FF2B5EF4-FFF2-40B4-BE49-F238E27FC236}">
                  <a16:creationId xmlns:a16="http://schemas.microsoft.com/office/drawing/2014/main" id="{81842147-6327-7E28-0E78-291D23F76E42}"/>
                </a:ext>
              </a:extLst>
            </p:cNvPr>
            <p:cNvSpPr/>
            <p:nvPr/>
          </p:nvSpPr>
          <p:spPr bwMode="black">
            <a:xfrm>
              <a:off x="9885201" y="4907397"/>
              <a:ext cx="147085" cy="98071"/>
            </a:xfrm>
            <a:custGeom>
              <a:avLst/>
              <a:gdLst>
                <a:gd name="csX0" fmla="*/ 0 w 147085"/>
                <a:gd name="csY0" fmla="*/ 73328 h 98071"/>
                <a:gd name="csX1" fmla="*/ 73543 w 147085"/>
                <a:gd name="csY1" fmla="*/ 98072 h 98071"/>
                <a:gd name="csX2" fmla="*/ 147085 w 147085"/>
                <a:gd name="csY2" fmla="*/ 73326 h 98071"/>
                <a:gd name="csX3" fmla="*/ 73543 w 147085"/>
                <a:gd name="csY3" fmla="*/ 0 h 98071"/>
                <a:gd name="csX4" fmla="*/ 0 w 147085"/>
                <a:gd name="csY4" fmla="*/ 73328 h 98071"/>
              </a:gdLst>
              <a:ahLst/>
              <a:cxnLst>
                <a:cxn ang="0">
                  <a:pos x="csX0" y="csY0"/>
                </a:cxn>
                <a:cxn ang="0">
                  <a:pos x="csX1" y="csY1"/>
                </a:cxn>
                <a:cxn ang="0">
                  <a:pos x="csX2" y="csY2"/>
                </a:cxn>
                <a:cxn ang="0">
                  <a:pos x="csX3" y="csY3"/>
                </a:cxn>
                <a:cxn ang="0">
                  <a:pos x="csX4" y="csY4"/>
                </a:cxn>
              </a:cxnLst>
              <a:rect l="l" t="t" r="r" b="b"/>
              <a:pathLst>
                <a:path w="147085" h="98071">
                  <a:moveTo>
                    <a:pt x="0" y="73328"/>
                  </a:moveTo>
                  <a:cubicBezTo>
                    <a:pt x="20515" y="88787"/>
                    <a:pt x="45934" y="98072"/>
                    <a:pt x="73543" y="98072"/>
                  </a:cubicBezTo>
                  <a:cubicBezTo>
                    <a:pt x="101150" y="98072"/>
                    <a:pt x="126569" y="88787"/>
                    <a:pt x="147085" y="73326"/>
                  </a:cubicBezTo>
                  <a:cubicBezTo>
                    <a:pt x="146959" y="32873"/>
                    <a:pt x="114025" y="0"/>
                    <a:pt x="73543" y="0"/>
                  </a:cubicBezTo>
                  <a:cubicBezTo>
                    <a:pt x="33059" y="0"/>
                    <a:pt x="124" y="32873"/>
                    <a:pt x="0" y="73328"/>
                  </a:cubicBezTo>
                  <a:close/>
                </a:path>
              </a:pathLst>
            </a:custGeom>
            <a:grpFill/>
            <a:ln w="12204" cap="flat">
              <a:noFill/>
              <a:prstDash val="solid"/>
              <a:miter/>
            </a:ln>
          </p:spPr>
          <p:txBody>
            <a:bodyPr/>
            <a:lstStyle/>
            <a:p>
              <a:endParaRPr lang="th-TH" sz="1800"/>
            </a:p>
          </p:txBody>
        </p:sp>
        <p:sp>
          <p:nvSpPr>
            <p:cNvPr id="69" name="Freeform: Shape 68">
              <a:extLst>
                <a:ext uri="{FF2B5EF4-FFF2-40B4-BE49-F238E27FC236}">
                  <a16:creationId xmlns:a16="http://schemas.microsoft.com/office/drawing/2014/main" id="{4DBE3367-E9A8-202F-88A2-690116D51464}"/>
                </a:ext>
              </a:extLst>
            </p:cNvPr>
            <p:cNvSpPr/>
            <p:nvPr/>
          </p:nvSpPr>
          <p:spPr bwMode="black">
            <a:xfrm>
              <a:off x="10093583" y="4613182"/>
              <a:ext cx="73572" cy="70369"/>
            </a:xfrm>
            <a:custGeom>
              <a:avLst/>
              <a:gdLst>
                <a:gd name="csX0" fmla="*/ 36798 w 73572"/>
                <a:gd name="csY0" fmla="*/ 70369 h 70369"/>
                <a:gd name="csX1" fmla="*/ 73563 w 73572"/>
                <a:gd name="csY1" fmla="*/ 21094 h 70369"/>
                <a:gd name="csX2" fmla="*/ 54492 w 73572"/>
                <a:gd name="csY2" fmla="*/ 0 h 70369"/>
                <a:gd name="csX3" fmla="*/ 43957 w 73572"/>
                <a:gd name="csY3" fmla="*/ 3472 h 70369"/>
                <a:gd name="csX4" fmla="*/ 29615 w 73572"/>
                <a:gd name="csY4" fmla="*/ 3472 h 70369"/>
                <a:gd name="csX5" fmla="*/ 19080 w 73572"/>
                <a:gd name="csY5" fmla="*/ 0 h 70369"/>
                <a:gd name="csX6" fmla="*/ 9 w 73572"/>
                <a:gd name="csY6" fmla="*/ 21106 h 70369"/>
                <a:gd name="csX7" fmla="*/ 36798 w 73572"/>
                <a:gd name="csY7" fmla="*/ 70369 h 70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3572" h="70369">
                  <a:moveTo>
                    <a:pt x="36798" y="70369"/>
                  </a:moveTo>
                  <a:cubicBezTo>
                    <a:pt x="54217" y="56291"/>
                    <a:pt x="74054" y="34778"/>
                    <a:pt x="73563" y="21094"/>
                  </a:cubicBezTo>
                  <a:cubicBezTo>
                    <a:pt x="73120" y="9266"/>
                    <a:pt x="64752" y="0"/>
                    <a:pt x="54492" y="0"/>
                  </a:cubicBezTo>
                  <a:cubicBezTo>
                    <a:pt x="50757" y="0"/>
                    <a:pt x="47106" y="1197"/>
                    <a:pt x="43957" y="3472"/>
                  </a:cubicBezTo>
                  <a:cubicBezTo>
                    <a:pt x="39695" y="6560"/>
                    <a:pt x="33877" y="6560"/>
                    <a:pt x="29615" y="3472"/>
                  </a:cubicBezTo>
                  <a:cubicBezTo>
                    <a:pt x="26467" y="1197"/>
                    <a:pt x="22815" y="0"/>
                    <a:pt x="19080" y="0"/>
                  </a:cubicBezTo>
                  <a:cubicBezTo>
                    <a:pt x="8820" y="0"/>
                    <a:pt x="452" y="9266"/>
                    <a:pt x="9" y="21106"/>
                  </a:cubicBezTo>
                  <a:cubicBezTo>
                    <a:pt x="-517" y="35795"/>
                    <a:pt x="21343" y="57787"/>
                    <a:pt x="36798" y="70369"/>
                  </a:cubicBezTo>
                  <a:close/>
                </a:path>
              </a:pathLst>
            </a:custGeom>
            <a:grpFill/>
            <a:ln w="12204" cap="flat">
              <a:noFill/>
              <a:prstDash val="solid"/>
              <a:miter/>
            </a:ln>
          </p:spPr>
          <p:txBody>
            <a:bodyPr/>
            <a:lstStyle/>
            <a:p>
              <a:endParaRPr lang="th-TH" sz="1800"/>
            </a:p>
          </p:txBody>
        </p:sp>
      </p:grpSp>
      <p:sp>
        <p:nvSpPr>
          <p:cNvPr id="12" name="TextBox 11">
            <a:extLst>
              <a:ext uri="{FF2B5EF4-FFF2-40B4-BE49-F238E27FC236}">
                <a16:creationId xmlns:a16="http://schemas.microsoft.com/office/drawing/2014/main" id="{F24BF6E7-6008-5950-14AA-C5673379FB98}"/>
              </a:ext>
            </a:extLst>
          </p:cNvPr>
          <p:cNvSpPr txBox="1"/>
          <p:nvPr/>
        </p:nvSpPr>
        <p:spPr bwMode="black">
          <a:xfrm>
            <a:off x="5310358" y="1762370"/>
            <a:ext cx="5969195" cy="718658"/>
          </a:xfrm>
          <a:prstGeom prst="rect">
            <a:avLst/>
          </a:prstGeom>
          <a:noFill/>
        </p:spPr>
        <p:txBody>
          <a:bodyPr wrap="square" rtlCol="0" anchor="ctr">
            <a:spAutoFit/>
          </a:bodyPr>
          <a:lstStyle/>
          <a:p>
            <a:pPr algn="ctr" defTabSz="914423" rtl="0" eaLnBrk="1" latinLnBrk="0" hangingPunct="1">
              <a:lnSpc>
                <a:spcPct val="90000"/>
              </a:lnSpc>
              <a:spcBef>
                <a:spcPct val="0"/>
              </a:spcBef>
              <a:buNone/>
            </a:pPr>
            <a:r>
              <a:rPr lang="th-TH" sz="4400" b="1" kern="1200" dirty="0">
                <a:solidFill>
                  <a:schemeClr val="accent2"/>
                </a:solidFill>
                <a:latin typeface="+mn-lt"/>
                <a:ea typeface="+mj-ea"/>
                <a:cs typeface="LINE Seed Sans TH" panose="020B0303020203020204" pitchFamily="34" charset="-34"/>
              </a:rPr>
              <a:t>ชไลเวท พิพัฒพรรณวงศ์</a:t>
            </a:r>
            <a:endParaRPr lang="en-US" sz="4400" b="1" kern="1200" dirty="0">
              <a:solidFill>
                <a:schemeClr val="accent2"/>
              </a:solidFill>
              <a:latin typeface="+mn-lt"/>
              <a:ea typeface="+mj-ea"/>
              <a:cs typeface="LINE Seed Sans TH" panose="020B0303020203020204" pitchFamily="34" charset="-34"/>
            </a:endParaRPr>
          </a:p>
        </p:txBody>
      </p:sp>
      <p:sp>
        <p:nvSpPr>
          <p:cNvPr id="8" name="TextBox 7">
            <a:extLst>
              <a:ext uri="{FF2B5EF4-FFF2-40B4-BE49-F238E27FC236}">
                <a16:creationId xmlns:a16="http://schemas.microsoft.com/office/drawing/2014/main" id="{F3E37096-E76E-0CAC-0682-3C67891DE634}"/>
              </a:ext>
            </a:extLst>
          </p:cNvPr>
          <p:cNvSpPr txBox="1"/>
          <p:nvPr/>
        </p:nvSpPr>
        <p:spPr>
          <a:xfrm>
            <a:off x="5322158" y="2543717"/>
            <a:ext cx="5884790" cy="800219"/>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th-TH" sz="1600" dirty="0">
                <a:solidFill>
                  <a:schemeClr val="tx1"/>
                </a:solidFill>
              </a:rPr>
              <a:t>วิทยากร </a:t>
            </a:r>
            <a:r>
              <a:rPr lang="en-US" sz="1600" dirty="0">
                <a:solidFill>
                  <a:schemeClr val="tx1"/>
                </a:solidFill>
              </a:rPr>
              <a:t>9Expert Training</a:t>
            </a:r>
            <a:r>
              <a:rPr lang="th-TH" sz="1600" dirty="0">
                <a:solidFill>
                  <a:schemeClr val="tx1"/>
                </a:solidFill>
              </a:rPr>
              <a:t> กลุ่มหลักสูตร </a:t>
            </a:r>
            <a:r>
              <a:rPr lang="en-US" sz="1600" dirty="0">
                <a:solidFill>
                  <a:schemeClr val="tx1"/>
                </a:solidFill>
              </a:rPr>
              <a:t>AI, Copilot, </a:t>
            </a:r>
            <a:br>
              <a:rPr lang="en-US" sz="1600" dirty="0">
                <a:solidFill>
                  <a:schemeClr val="tx1"/>
                </a:solidFill>
              </a:rPr>
            </a:br>
            <a:r>
              <a:rPr lang="en-US" sz="1600" dirty="0">
                <a:solidFill>
                  <a:schemeClr val="tx1"/>
                </a:solidFill>
              </a:rPr>
              <a:t>Power BI, Power Automate, Power Apps </a:t>
            </a:r>
            <a:r>
              <a:rPr lang="th-TH" sz="1600" dirty="0">
                <a:solidFill>
                  <a:schemeClr val="tx1"/>
                </a:solidFill>
              </a:rPr>
              <a:t>และ </a:t>
            </a:r>
            <a:r>
              <a:rPr lang="en-US" sz="1600" dirty="0">
                <a:solidFill>
                  <a:schemeClr val="tx1"/>
                </a:solidFill>
              </a:rPr>
              <a:t>Microsoft Excel</a:t>
            </a:r>
            <a:endParaRPr lang="en-US" sz="1200" dirty="0">
              <a:solidFill>
                <a:schemeClr val="tx1"/>
              </a:solidFill>
            </a:endParaRPr>
          </a:p>
        </p:txBody>
      </p:sp>
      <p:sp>
        <p:nvSpPr>
          <p:cNvPr id="55" name="TextBox 54">
            <a:extLst>
              <a:ext uri="{FF2B5EF4-FFF2-40B4-BE49-F238E27FC236}">
                <a16:creationId xmlns:a16="http://schemas.microsoft.com/office/drawing/2014/main" id="{0DC58877-937C-FE84-A25F-62225A8D1454}"/>
              </a:ext>
            </a:extLst>
          </p:cNvPr>
          <p:cNvSpPr txBox="1"/>
          <p:nvPr/>
        </p:nvSpPr>
        <p:spPr>
          <a:xfrm>
            <a:off x="5279956" y="4230048"/>
            <a:ext cx="1822390" cy="623248"/>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en-US" sz="1200" b="0" dirty="0">
                <a:solidFill>
                  <a:schemeClr val="tx1"/>
                </a:solidFill>
              </a:rPr>
              <a:t>Power BI</a:t>
            </a:r>
            <a:r>
              <a:rPr lang="en-US" sz="1200" b="0" baseline="0" dirty="0">
                <a:solidFill>
                  <a:schemeClr val="tx1"/>
                </a:solidFill>
              </a:rPr>
              <a:t> / </a:t>
            </a:r>
            <a:br>
              <a:rPr lang="th-TH" sz="1200" b="0" baseline="0" dirty="0">
                <a:solidFill>
                  <a:schemeClr val="tx1"/>
                </a:solidFill>
              </a:rPr>
            </a:br>
            <a:r>
              <a:rPr lang="en-US" sz="1200" b="0" baseline="0" dirty="0">
                <a:solidFill>
                  <a:schemeClr val="tx1"/>
                </a:solidFill>
              </a:rPr>
              <a:t>Microsoft 365 Copilot</a:t>
            </a:r>
            <a:endParaRPr lang="th-TH" sz="1200" b="0" dirty="0">
              <a:solidFill>
                <a:schemeClr val="tx1"/>
              </a:solidFill>
            </a:endParaRPr>
          </a:p>
        </p:txBody>
      </p:sp>
      <p:sp>
        <p:nvSpPr>
          <p:cNvPr id="14" name="TextBox 13">
            <a:extLst>
              <a:ext uri="{FF2B5EF4-FFF2-40B4-BE49-F238E27FC236}">
                <a16:creationId xmlns:a16="http://schemas.microsoft.com/office/drawing/2014/main" id="{99C2E803-221C-BB6C-D96D-5B41219CDB2D}"/>
              </a:ext>
            </a:extLst>
          </p:cNvPr>
          <p:cNvSpPr txBox="1"/>
          <p:nvPr/>
        </p:nvSpPr>
        <p:spPr>
          <a:xfrm>
            <a:off x="9507392" y="4220071"/>
            <a:ext cx="1846411" cy="623248"/>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en-US" sz="1200" b="0" kern="1200" dirty="0">
                <a:solidFill>
                  <a:schemeClr val="tx1"/>
                </a:solidFill>
                <a:latin typeface="+mn-lt"/>
                <a:ea typeface="+mn-ea"/>
                <a:cs typeface="+mn-cs"/>
              </a:rPr>
              <a:t>Content Creator </a:t>
            </a:r>
            <a:br>
              <a:rPr lang="en-US" sz="1200" b="0" kern="1200" dirty="0">
                <a:solidFill>
                  <a:schemeClr val="tx1"/>
                </a:solidFill>
                <a:latin typeface="+mn-lt"/>
                <a:ea typeface="+mn-ea"/>
                <a:cs typeface="+mn-cs"/>
              </a:rPr>
            </a:br>
            <a:r>
              <a:rPr lang="en-US" sz="1200" b="0" kern="1200" dirty="0">
                <a:solidFill>
                  <a:schemeClr val="tx1"/>
                </a:solidFill>
                <a:latin typeface="+mn-lt"/>
                <a:ea typeface="+mn-ea"/>
                <a:cs typeface="+mn-cs"/>
              </a:rPr>
              <a:t>(1M Followers)</a:t>
            </a:r>
          </a:p>
        </p:txBody>
      </p:sp>
      <p:sp>
        <p:nvSpPr>
          <p:cNvPr id="10" name="Footer Placeholder 4">
            <a:extLst>
              <a:ext uri="{FF2B5EF4-FFF2-40B4-BE49-F238E27FC236}">
                <a16:creationId xmlns:a16="http://schemas.microsoft.com/office/drawing/2014/main" id="{41545C2E-F6B9-BCE1-A5DD-8933DA610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1" name="Slide Number Placeholder 5">
            <a:extLst>
              <a:ext uri="{FF2B5EF4-FFF2-40B4-BE49-F238E27FC236}">
                <a16:creationId xmlns:a16="http://schemas.microsoft.com/office/drawing/2014/main" id="{CD645BB4-D26B-D36D-4004-D99BB585FC54}"/>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068421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Instructor Aj Chalaiva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311C4B-6AFD-B623-61C2-4610E20AE6E0}"/>
              </a:ext>
            </a:extLst>
          </p:cNvPr>
          <p:cNvSpPr txBox="1"/>
          <p:nvPr/>
        </p:nvSpPr>
        <p:spPr>
          <a:xfrm>
            <a:off x="838201" y="756467"/>
            <a:ext cx="6237616" cy="5047536"/>
          </a:xfrm>
          <a:prstGeom prst="rect">
            <a:avLst/>
          </a:prstGeom>
          <a:noFill/>
        </p:spPr>
        <p:txBody>
          <a:bodyPr wrap="square" rtlCol="0" anchor="ctr">
            <a:spAutoFit/>
          </a:bodyPr>
          <a:lstStyle/>
          <a:p>
            <a:pPr marL="0" indent="0">
              <a:lnSpc>
                <a:spcPct val="150000"/>
              </a:lnSpc>
              <a:spcBef>
                <a:spcPts val="0"/>
              </a:spcBef>
              <a:buFont typeface="Arial" panose="020B0604020202020204" pitchFamily="34" charset="0"/>
              <a:buNone/>
            </a:pPr>
            <a:r>
              <a:rPr lang="th-TH" sz="2400" b="1" dirty="0"/>
              <a:t>ประสบการณ์การทำงาน</a:t>
            </a:r>
            <a:r>
              <a:rPr lang="en-US" sz="2400" b="1" dirty="0"/>
              <a:t>:</a:t>
            </a:r>
            <a:endParaRPr lang="en-US" sz="2000" b="0" dirty="0"/>
          </a:p>
          <a:p>
            <a:pPr marL="457223" indent="-457223">
              <a:lnSpc>
                <a:spcPct val="150000"/>
              </a:lnSpc>
              <a:spcBef>
                <a:spcPts val="0"/>
              </a:spcBef>
              <a:buFont typeface="Arial" panose="020B0604020202020204" pitchFamily="34" charset="0"/>
              <a:buChar char="•"/>
            </a:pPr>
            <a:r>
              <a:rPr lang="th-TH" sz="1600" dirty="0"/>
              <a:t>วิทยากร </a:t>
            </a:r>
            <a:r>
              <a:rPr lang="en-US" sz="1600" dirty="0"/>
              <a:t>9Expert Training </a:t>
            </a:r>
            <a:br>
              <a:rPr lang="en-US" sz="1600" dirty="0"/>
            </a:br>
            <a:r>
              <a:rPr lang="en-US" sz="1600" dirty="0"/>
              <a:t>(AI, Copilot, Power BI, Power Automate, Power Apps, Excel)</a:t>
            </a:r>
          </a:p>
          <a:p>
            <a:pPr marL="457223" indent="-457223">
              <a:lnSpc>
                <a:spcPct val="150000"/>
              </a:lnSpc>
              <a:spcBef>
                <a:spcPts val="0"/>
              </a:spcBef>
              <a:buFont typeface="Arial" panose="020B0604020202020204" pitchFamily="34" charset="0"/>
              <a:buChar char="•"/>
            </a:pPr>
            <a:r>
              <a:rPr lang="en-US" sz="1600" dirty="0"/>
              <a:t>World Bank Consultant</a:t>
            </a:r>
          </a:p>
          <a:p>
            <a:pPr marL="457223" indent="-457223">
              <a:lnSpc>
                <a:spcPct val="150000"/>
              </a:lnSpc>
              <a:spcBef>
                <a:spcPts val="0"/>
              </a:spcBef>
              <a:buFont typeface="Arial" panose="020B0604020202020204" pitchFamily="34" charset="0"/>
              <a:buChar char="•"/>
            </a:pPr>
            <a:r>
              <a:rPr lang="th-TH" sz="1600" dirty="0"/>
              <a:t>อนุกรรมาธิการ เทคนิค การแข่งขันฝีมือแรงงาน อาเซียน </a:t>
            </a:r>
            <a:br>
              <a:rPr lang="en-US" sz="1600" dirty="0"/>
            </a:br>
            <a:r>
              <a:rPr lang="en-US" sz="1600" dirty="0"/>
              <a:t>(World Skill Thailand)</a:t>
            </a:r>
          </a:p>
          <a:p>
            <a:pPr marL="457223" indent="-457223">
              <a:lnSpc>
                <a:spcPct val="150000"/>
              </a:lnSpc>
              <a:spcBef>
                <a:spcPts val="0"/>
              </a:spcBef>
              <a:buFont typeface="Arial" panose="020B0604020202020204" pitchFamily="34" charset="0"/>
              <a:buChar char="•"/>
            </a:pPr>
            <a:r>
              <a:rPr lang="th-TH" sz="1600" dirty="0"/>
              <a:t>วิทยากร หน่วยงานรัฐ องค์กรชั้นนำมากมาย</a:t>
            </a:r>
          </a:p>
          <a:p>
            <a:pPr marL="457223" indent="-457223">
              <a:lnSpc>
                <a:spcPct val="150000"/>
              </a:lnSpc>
              <a:spcBef>
                <a:spcPts val="0"/>
              </a:spcBef>
              <a:buFont typeface="Arial" panose="020B0604020202020204" pitchFamily="34" charset="0"/>
              <a:buChar char="•"/>
            </a:pPr>
            <a:r>
              <a:rPr lang="th-TH" sz="1600" dirty="0"/>
              <a:t>ที่ปรึกษาด้าน </a:t>
            </a:r>
            <a:r>
              <a:rPr lang="en-US" sz="1600" dirty="0"/>
              <a:t>Business Analytics: AOT, SCB, BJC, BTS, etc.</a:t>
            </a:r>
          </a:p>
          <a:p>
            <a:pPr marL="457223" indent="-457223">
              <a:lnSpc>
                <a:spcPct val="150000"/>
              </a:lnSpc>
              <a:spcBef>
                <a:spcPts val="0"/>
              </a:spcBef>
              <a:buFont typeface="Arial" panose="020B0604020202020204" pitchFamily="34" charset="0"/>
              <a:buChar char="•"/>
            </a:pPr>
            <a:r>
              <a:rPr lang="en-US" sz="1600" dirty="0"/>
              <a:t>Community Leader: </a:t>
            </a:r>
          </a:p>
          <a:p>
            <a:pPr marL="914446" lvl="1" indent="-457223">
              <a:lnSpc>
                <a:spcPct val="150000"/>
              </a:lnSpc>
              <a:spcBef>
                <a:spcPts val="0"/>
              </a:spcBef>
              <a:buFont typeface="Wingdings" panose="05000000000000000000" pitchFamily="2" charset="2"/>
              <a:buChar char="§"/>
            </a:pPr>
            <a:r>
              <a:rPr lang="en-US" sz="1600" dirty="0"/>
              <a:t>Turn Data into Insights with Power BI</a:t>
            </a:r>
          </a:p>
          <a:p>
            <a:pPr marL="914446" lvl="1" indent="-457223">
              <a:lnSpc>
                <a:spcPct val="150000"/>
              </a:lnSpc>
              <a:spcBef>
                <a:spcPts val="0"/>
              </a:spcBef>
              <a:buFont typeface="Wingdings" panose="05000000000000000000" pitchFamily="2" charset="2"/>
              <a:buChar char="§"/>
            </a:pPr>
            <a:r>
              <a:rPr lang="en-US" sz="1600" dirty="0"/>
              <a:t>Excel Community Thailand</a:t>
            </a:r>
          </a:p>
          <a:p>
            <a:pPr marL="914446" lvl="1" indent="-457223">
              <a:lnSpc>
                <a:spcPct val="150000"/>
              </a:lnSpc>
              <a:spcBef>
                <a:spcPts val="0"/>
              </a:spcBef>
              <a:buFont typeface="Wingdings" panose="05000000000000000000" pitchFamily="2" charset="2"/>
              <a:buChar char="§"/>
            </a:pPr>
            <a:r>
              <a:rPr lang="en-US" sz="1600" dirty="0"/>
              <a:t>RPA Thailand</a:t>
            </a:r>
          </a:p>
          <a:p>
            <a:pPr marL="457223" indent="-457223">
              <a:lnSpc>
                <a:spcPct val="150000"/>
              </a:lnSpc>
              <a:spcBef>
                <a:spcPts val="0"/>
              </a:spcBef>
              <a:buFont typeface="Arial" panose="020B0604020202020204" pitchFamily="34" charset="0"/>
              <a:buChar char="•"/>
            </a:pPr>
            <a:r>
              <a:rPr lang="th-TH" sz="1600" dirty="0"/>
              <a:t>นักเขียน </a:t>
            </a:r>
            <a:r>
              <a:rPr lang="en-US" sz="1600" dirty="0"/>
              <a:t>9Experttraining.com</a:t>
            </a:r>
            <a:endParaRPr lang="en-US" sz="1800" dirty="0"/>
          </a:p>
        </p:txBody>
      </p:sp>
      <p:sp>
        <p:nvSpPr>
          <p:cNvPr id="10" name="Rectangle: Rounded Corners 9">
            <a:extLst>
              <a:ext uri="{FF2B5EF4-FFF2-40B4-BE49-F238E27FC236}">
                <a16:creationId xmlns:a16="http://schemas.microsoft.com/office/drawing/2014/main" id="{E48AA0A4-F251-A8C9-2C66-4D50954F064F}"/>
              </a:ext>
            </a:extLst>
          </p:cNvPr>
          <p:cNvSpPr/>
          <p:nvPr/>
        </p:nvSpPr>
        <p:spPr bwMode="gray">
          <a:xfrm>
            <a:off x="7817148" y="2419820"/>
            <a:ext cx="1614330" cy="1095748"/>
          </a:xfrm>
          <a:prstGeom prst="roundRect">
            <a:avLst>
              <a:gd name="adj" fmla="val 8240"/>
            </a:avLst>
          </a:prstGeom>
          <a:blipFill>
            <a:blip r:embed="rId3">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Rounded Corners 10">
            <a:extLst>
              <a:ext uri="{FF2B5EF4-FFF2-40B4-BE49-F238E27FC236}">
                <a16:creationId xmlns:a16="http://schemas.microsoft.com/office/drawing/2014/main" id="{B85454D0-8338-B63D-741B-F1BA399C839C}"/>
              </a:ext>
            </a:extLst>
          </p:cNvPr>
          <p:cNvSpPr/>
          <p:nvPr/>
        </p:nvSpPr>
        <p:spPr bwMode="gray">
          <a:xfrm>
            <a:off x="7818790" y="3635969"/>
            <a:ext cx="1614330" cy="1095748"/>
          </a:xfrm>
          <a:prstGeom prst="roundRect">
            <a:avLst>
              <a:gd name="adj" fmla="val 8240"/>
            </a:avLst>
          </a:prstGeom>
          <a:blipFill>
            <a:blip r:embed="rId4">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Rounded Corners 13">
            <a:extLst>
              <a:ext uri="{FF2B5EF4-FFF2-40B4-BE49-F238E27FC236}">
                <a16:creationId xmlns:a16="http://schemas.microsoft.com/office/drawing/2014/main" id="{8758869E-635F-25FA-8650-2185D9DF5F77}"/>
              </a:ext>
            </a:extLst>
          </p:cNvPr>
          <p:cNvSpPr/>
          <p:nvPr/>
        </p:nvSpPr>
        <p:spPr bwMode="gray">
          <a:xfrm>
            <a:off x="9558992" y="2419820"/>
            <a:ext cx="1614330" cy="1095748"/>
          </a:xfrm>
          <a:prstGeom prst="roundRect">
            <a:avLst>
              <a:gd name="adj" fmla="val 8240"/>
            </a:avLst>
          </a:prstGeom>
          <a:blipFill>
            <a:blip r:embed="rId5">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Rounded Corners 14">
            <a:extLst>
              <a:ext uri="{FF2B5EF4-FFF2-40B4-BE49-F238E27FC236}">
                <a16:creationId xmlns:a16="http://schemas.microsoft.com/office/drawing/2014/main" id="{0A15A8E1-D947-FE8A-4F4C-BCA6140239AC}"/>
              </a:ext>
            </a:extLst>
          </p:cNvPr>
          <p:cNvSpPr/>
          <p:nvPr/>
        </p:nvSpPr>
        <p:spPr bwMode="gray">
          <a:xfrm>
            <a:off x="9560634" y="3635969"/>
            <a:ext cx="1614330" cy="1095748"/>
          </a:xfrm>
          <a:prstGeom prst="roundRect">
            <a:avLst>
              <a:gd name="adj" fmla="val 8240"/>
            </a:avLst>
          </a:prstGeom>
          <a:blipFill>
            <a:blip r:embed="rId6">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Picture 6">
            <a:extLst>
              <a:ext uri="{FF2B5EF4-FFF2-40B4-BE49-F238E27FC236}">
                <a16:creationId xmlns:a16="http://schemas.microsoft.com/office/drawing/2014/main" id="{7DDB82A0-9FEC-B394-8A7C-C4C4707C0FD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799402" y="4964817"/>
            <a:ext cx="1860888" cy="752273"/>
          </a:xfrm>
          <a:prstGeom prst="rect">
            <a:avLst/>
          </a:prstGeom>
        </p:spPr>
      </p:pic>
      <p:sp>
        <p:nvSpPr>
          <p:cNvPr id="8" name="TextBox 7">
            <a:extLst>
              <a:ext uri="{FF2B5EF4-FFF2-40B4-BE49-F238E27FC236}">
                <a16:creationId xmlns:a16="http://schemas.microsoft.com/office/drawing/2014/main" id="{E69FF3FB-3498-1F5E-8C94-D3987E5F7D53}"/>
              </a:ext>
            </a:extLst>
          </p:cNvPr>
          <p:cNvSpPr txBox="1"/>
          <p:nvPr/>
        </p:nvSpPr>
        <p:spPr>
          <a:xfrm>
            <a:off x="9671563" y="5000681"/>
            <a:ext cx="1614329" cy="707886"/>
          </a:xfrm>
          <a:prstGeom prst="rect">
            <a:avLst/>
          </a:prstGeom>
          <a:noFill/>
        </p:spPr>
        <p:txBody>
          <a:bodyPr wrap="square" rtlCol="0">
            <a:spAutoFit/>
          </a:bodyPr>
          <a:lstStyle/>
          <a:p>
            <a:r>
              <a:rPr lang="en-US" sz="2000" dirty="0"/>
              <a:t>2024-2026</a:t>
            </a:r>
            <a:br>
              <a:rPr lang="en-US" sz="2000" dirty="0"/>
            </a:br>
            <a:r>
              <a:rPr lang="en-US" sz="2000" dirty="0"/>
              <a:t>2023</a:t>
            </a:r>
          </a:p>
        </p:txBody>
      </p:sp>
      <p:sp>
        <p:nvSpPr>
          <p:cNvPr id="9" name="TextBox 8">
            <a:extLst>
              <a:ext uri="{FF2B5EF4-FFF2-40B4-BE49-F238E27FC236}">
                <a16:creationId xmlns:a16="http://schemas.microsoft.com/office/drawing/2014/main" id="{4288FE84-879C-B6A5-04E0-CFF5EFCBCF5D}"/>
              </a:ext>
            </a:extLst>
          </p:cNvPr>
          <p:cNvSpPr txBox="1"/>
          <p:nvPr/>
        </p:nvSpPr>
        <p:spPr>
          <a:xfrm>
            <a:off x="7880905" y="5776289"/>
            <a:ext cx="3356173" cy="338554"/>
          </a:xfrm>
          <a:prstGeom prst="rect">
            <a:avLst/>
          </a:prstGeom>
          <a:noFill/>
        </p:spPr>
        <p:txBody>
          <a:bodyPr wrap="square" rtlCol="0">
            <a:spAutoFit/>
          </a:bodyPr>
          <a:lstStyle/>
          <a:p>
            <a:pPr algn="ctr"/>
            <a:r>
              <a:rPr lang="en-US" sz="1600" dirty="0"/>
              <a:t>Power BI/M365 Copilot</a:t>
            </a:r>
          </a:p>
        </p:txBody>
      </p:sp>
      <p:pic>
        <p:nvPicPr>
          <p:cNvPr id="2" name="Picture 1">
            <a:extLst>
              <a:ext uri="{FF2B5EF4-FFF2-40B4-BE49-F238E27FC236}">
                <a16:creationId xmlns:a16="http://schemas.microsoft.com/office/drawing/2014/main" id="{CEA835CA-AED0-DBAB-7509-E6E9BC53A03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817148" y="1081713"/>
            <a:ext cx="1609092" cy="1237535"/>
          </a:xfrm>
          <a:prstGeom prst="roundRect">
            <a:avLst>
              <a:gd name="adj" fmla="val 7668"/>
            </a:avLst>
          </a:prstGeom>
          <a:blipFill>
            <a:blip r:embed="rId3">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49274681-F551-3C0D-AB48-0C22552A8DE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558991" y="1073283"/>
            <a:ext cx="1617960" cy="1245964"/>
          </a:xfrm>
          <a:prstGeom prst="roundRect">
            <a:avLst>
              <a:gd name="adj" fmla="val 7258"/>
            </a:avLst>
          </a:prstGeom>
          <a:blipFill>
            <a:blip r:embed="rId3">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pic>
      <p:sp>
        <p:nvSpPr>
          <p:cNvPr id="16" name="Footer Placeholder 4">
            <a:extLst>
              <a:ext uri="{FF2B5EF4-FFF2-40B4-BE49-F238E27FC236}">
                <a16:creationId xmlns:a16="http://schemas.microsoft.com/office/drawing/2014/main" id="{055667D4-9224-09B3-4FBA-4E3D73B27523}"/>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7" name="Slide Number Placeholder 5">
            <a:extLst>
              <a:ext uri="{FF2B5EF4-FFF2-40B4-BE49-F238E27FC236}">
                <a16:creationId xmlns:a16="http://schemas.microsoft.com/office/drawing/2014/main" id="{4173C00D-B724-8994-1EDE-2ABBA0183EB8}"/>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705067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Instructor_Ekpongto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061ACB49-E314-8D27-C357-CB2AD74706C4}"/>
              </a:ext>
            </a:extLst>
          </p:cNvPr>
          <p:cNvSpPr/>
          <p:nvPr/>
        </p:nvSpPr>
        <p:spPr bwMode="ltGray">
          <a:xfrm>
            <a:off x="955609" y="1765088"/>
            <a:ext cx="3962400" cy="3962400"/>
          </a:xfrm>
          <a:prstGeom prst="ellipse">
            <a:avLst/>
          </a:prstGeom>
          <a:gradFill flip="none" rotWithShape="1">
            <a:gsLst>
              <a:gs pos="0">
                <a:schemeClr val="accent3"/>
              </a:gs>
              <a:gs pos="50000">
                <a:schemeClr val="accent2"/>
              </a:gs>
              <a:gs pos="97000">
                <a:schemeClr val="accent1"/>
              </a:gs>
            </a:gsLst>
            <a:lin ang="2700000" scaled="1"/>
            <a:tileRect/>
          </a:gra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8" name="TextBox 7">
            <a:extLst>
              <a:ext uri="{FF2B5EF4-FFF2-40B4-BE49-F238E27FC236}">
                <a16:creationId xmlns:a16="http://schemas.microsoft.com/office/drawing/2014/main" id="{9BADDD1F-29ED-8137-659E-B61B168D15F1}"/>
              </a:ext>
            </a:extLst>
          </p:cNvPr>
          <p:cNvSpPr txBox="1"/>
          <p:nvPr/>
        </p:nvSpPr>
        <p:spPr bwMode="black">
          <a:xfrm>
            <a:off x="5188137" y="1765089"/>
            <a:ext cx="6304330" cy="661720"/>
          </a:xfrm>
          <a:prstGeom prst="rect">
            <a:avLst/>
          </a:prstGeom>
          <a:noFill/>
        </p:spPr>
        <p:txBody>
          <a:bodyPr wrap="square" rtlCol="0" anchor="ctr">
            <a:spAutoFit/>
          </a:bodyPr>
          <a:lstStyle/>
          <a:p>
            <a:pPr algn="ctr" defTabSz="914423" rtl="0" eaLnBrk="1" latinLnBrk="0" hangingPunct="1">
              <a:lnSpc>
                <a:spcPct val="90000"/>
              </a:lnSpc>
              <a:spcBef>
                <a:spcPct val="0"/>
              </a:spcBef>
              <a:buNone/>
            </a:pPr>
            <a:r>
              <a:rPr lang="th-TH" sz="4000" b="1" kern="1200" dirty="0">
                <a:solidFill>
                  <a:schemeClr val="accent2"/>
                </a:solidFill>
                <a:latin typeface="+mn-lt"/>
                <a:ea typeface="+mj-ea"/>
                <a:cs typeface="LINE Seed Sans TH" panose="020B0303020203020204" pitchFamily="34" charset="-34"/>
              </a:rPr>
              <a:t>เอกพงศ์ธร เอื้อประเสริฐวณิช</a:t>
            </a:r>
            <a:endParaRPr lang="en-US" sz="4000" b="1" kern="1200" dirty="0">
              <a:solidFill>
                <a:schemeClr val="accent2"/>
              </a:solidFill>
              <a:latin typeface="+mn-lt"/>
              <a:ea typeface="+mj-ea"/>
              <a:cs typeface="LINE Seed Sans TH" panose="020B0303020203020204" pitchFamily="34" charset="-34"/>
            </a:endParaRPr>
          </a:p>
        </p:txBody>
      </p:sp>
      <p:sp>
        <p:nvSpPr>
          <p:cNvPr id="9" name="TextBox 8">
            <a:extLst>
              <a:ext uri="{FF2B5EF4-FFF2-40B4-BE49-F238E27FC236}">
                <a16:creationId xmlns:a16="http://schemas.microsoft.com/office/drawing/2014/main" id="{2882E0B1-EF5F-F1F2-36EB-BB112CF15EFA}"/>
              </a:ext>
            </a:extLst>
          </p:cNvPr>
          <p:cNvSpPr txBox="1"/>
          <p:nvPr/>
        </p:nvSpPr>
        <p:spPr>
          <a:xfrm>
            <a:off x="5188137" y="2542571"/>
            <a:ext cx="6304329" cy="800219"/>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th-TH" sz="1600" dirty="0">
                <a:solidFill>
                  <a:schemeClr val="tx1"/>
                </a:solidFill>
              </a:rPr>
              <a:t>วิทยากร </a:t>
            </a:r>
            <a:r>
              <a:rPr lang="en-US" sz="1600" dirty="0">
                <a:solidFill>
                  <a:schemeClr val="tx1"/>
                </a:solidFill>
              </a:rPr>
              <a:t>9Expert Training</a:t>
            </a:r>
            <a:r>
              <a:rPr lang="th-TH" sz="1600" dirty="0">
                <a:solidFill>
                  <a:schemeClr val="tx1"/>
                </a:solidFill>
              </a:rPr>
              <a:t> กลุ่มหลักสูตร </a:t>
            </a:r>
            <a:r>
              <a:rPr lang="en-US" sz="1600" dirty="0">
                <a:solidFill>
                  <a:schemeClr val="tx1"/>
                </a:solidFill>
              </a:rPr>
              <a:t>GitHub Copilot,</a:t>
            </a:r>
            <a:r>
              <a:rPr lang="th-TH" sz="1600" dirty="0">
                <a:solidFill>
                  <a:schemeClr val="tx1"/>
                </a:solidFill>
              </a:rPr>
              <a:t> </a:t>
            </a:r>
            <a:br>
              <a:rPr lang="en-US" sz="1600" dirty="0">
                <a:solidFill>
                  <a:schemeClr val="tx1"/>
                </a:solidFill>
              </a:rPr>
            </a:br>
            <a:r>
              <a:rPr lang="en-US" sz="1600" dirty="0">
                <a:solidFill>
                  <a:schemeClr val="tx1"/>
                </a:solidFill>
              </a:rPr>
              <a:t>Power BI, Power Automate, Power Apps </a:t>
            </a:r>
            <a:r>
              <a:rPr lang="th-TH" sz="1600" dirty="0">
                <a:solidFill>
                  <a:schemeClr val="tx1"/>
                </a:solidFill>
              </a:rPr>
              <a:t>และ </a:t>
            </a:r>
            <a:r>
              <a:rPr lang="en-US" sz="1600" dirty="0">
                <a:solidFill>
                  <a:schemeClr val="tx1"/>
                </a:solidFill>
              </a:rPr>
              <a:t>Web Development</a:t>
            </a:r>
            <a:endParaRPr lang="en-US" sz="1200" dirty="0">
              <a:solidFill>
                <a:schemeClr val="tx1"/>
              </a:solidFill>
            </a:endParaRPr>
          </a:p>
        </p:txBody>
      </p:sp>
      <p:pic>
        <p:nvPicPr>
          <p:cNvPr id="18" name="Picture 17">
            <a:extLst>
              <a:ext uri="{FF2B5EF4-FFF2-40B4-BE49-F238E27FC236}">
                <a16:creationId xmlns:a16="http://schemas.microsoft.com/office/drawing/2014/main" id="{6FFC38F2-5248-AFED-28B0-6633EB3791C2}"/>
              </a:ext>
            </a:extLst>
          </p:cNvPr>
          <p:cNvPicPr>
            <a:picLocks noChangeAspect="1"/>
          </p:cNvPicPr>
          <p:nvPr/>
        </p:nvPicPr>
        <p:blipFill>
          <a:blip r:embed="rId3">
            <a:extLst>
              <a:ext uri="{28A0092B-C50C-407E-A947-70E740481C1C}">
                <a14:useLocalDpi xmlns:a14="http://schemas.microsoft.com/office/drawing/2010/main" val="0"/>
              </a:ext>
            </a:extLst>
          </a:blip>
          <a:srcRect r="2861" b="5643"/>
          <a:stretch>
            <a:fillRect/>
          </a:stretch>
        </p:blipFill>
        <p:spPr>
          <a:xfrm>
            <a:off x="1066767" y="1030034"/>
            <a:ext cx="3851243" cy="4697454"/>
          </a:xfrm>
          <a:custGeom>
            <a:avLst/>
            <a:gdLst>
              <a:gd name="csX0" fmla="*/ 1546908 w 3851243"/>
              <a:gd name="csY0" fmla="*/ 0 h 4697454"/>
              <a:gd name="csX1" fmla="*/ 2193178 w 3851243"/>
              <a:gd name="csY1" fmla="*/ 0 h 4697454"/>
              <a:gd name="csX2" fmla="*/ 2216969 w 3851243"/>
              <a:gd name="csY2" fmla="*/ 7385 h 4697454"/>
              <a:gd name="csX3" fmla="*/ 2761323 w 3851243"/>
              <a:gd name="csY3" fmla="*/ 828624 h 4697454"/>
              <a:gd name="csX4" fmla="*/ 2756721 w 3851243"/>
              <a:gd name="csY4" fmla="*/ 919752 h 4697454"/>
              <a:gd name="csX5" fmla="*/ 2752935 w 3851243"/>
              <a:gd name="csY5" fmla="*/ 944564 h 4697454"/>
              <a:gd name="csX6" fmla="*/ 2814401 w 3851243"/>
              <a:gd name="csY6" fmla="*/ 974174 h 4697454"/>
              <a:gd name="csX7" fmla="*/ 3851243 w 3851243"/>
              <a:gd name="csY7" fmla="*/ 2716254 h 4697454"/>
              <a:gd name="csX8" fmla="*/ 1870043 w 3851243"/>
              <a:gd name="csY8" fmla="*/ 4697454 h 4697454"/>
              <a:gd name="csX9" fmla="*/ 44536 w 3851243"/>
              <a:gd name="csY9" fmla="*/ 3487427 h 4697454"/>
              <a:gd name="csX10" fmla="*/ 0 w 3851243"/>
              <a:gd name="csY10" fmla="*/ 3365747 h 4697454"/>
              <a:gd name="csX11" fmla="*/ 0 w 3851243"/>
              <a:gd name="csY11" fmla="*/ 2061793 h 4697454"/>
              <a:gd name="csX12" fmla="*/ 4929 w 3851243"/>
              <a:gd name="csY12" fmla="*/ 2046447 h 4697454"/>
              <a:gd name="csX13" fmla="*/ 925685 w 3851243"/>
              <a:gd name="csY13" fmla="*/ 974174 h 4697454"/>
              <a:gd name="csX14" fmla="*/ 987152 w 3851243"/>
              <a:gd name="csY14" fmla="*/ 944564 h 4697454"/>
              <a:gd name="csX15" fmla="*/ 983365 w 3851243"/>
              <a:gd name="csY15" fmla="*/ 919752 h 4697454"/>
              <a:gd name="csX16" fmla="*/ 978763 w 3851243"/>
              <a:gd name="csY16" fmla="*/ 828624 h 4697454"/>
              <a:gd name="csX17" fmla="*/ 1523117 w 3851243"/>
              <a:gd name="csY17" fmla="*/ 7385 h 4697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851243" h="4697454">
                <a:moveTo>
                  <a:pt x="1546908" y="0"/>
                </a:moveTo>
                <a:lnTo>
                  <a:pt x="2193178" y="0"/>
                </a:lnTo>
                <a:lnTo>
                  <a:pt x="2216969" y="7385"/>
                </a:lnTo>
                <a:cubicBezTo>
                  <a:pt x="2536863" y="142689"/>
                  <a:pt x="2761323" y="459444"/>
                  <a:pt x="2761323" y="828624"/>
                </a:cubicBezTo>
                <a:cubicBezTo>
                  <a:pt x="2761323" y="859389"/>
                  <a:pt x="2759764" y="889790"/>
                  <a:pt x="2756721" y="919752"/>
                </a:cubicBezTo>
                <a:lnTo>
                  <a:pt x="2752935" y="944564"/>
                </a:lnTo>
                <a:lnTo>
                  <a:pt x="2814401" y="974174"/>
                </a:lnTo>
                <a:cubicBezTo>
                  <a:pt x="3431991" y="1309669"/>
                  <a:pt x="3851243" y="1964001"/>
                  <a:pt x="3851243" y="2716254"/>
                </a:cubicBezTo>
                <a:cubicBezTo>
                  <a:pt x="3851243" y="3810441"/>
                  <a:pt x="2964230" y="4697454"/>
                  <a:pt x="1870043" y="4697454"/>
                </a:cubicBezTo>
                <a:cubicBezTo>
                  <a:pt x="1049403" y="4697454"/>
                  <a:pt x="345298" y="4198509"/>
                  <a:pt x="44536" y="3487427"/>
                </a:cubicBezTo>
                <a:lnTo>
                  <a:pt x="0" y="3365747"/>
                </a:lnTo>
                <a:lnTo>
                  <a:pt x="0" y="2061793"/>
                </a:lnTo>
                <a:lnTo>
                  <a:pt x="4929" y="2046447"/>
                </a:lnTo>
                <a:cubicBezTo>
                  <a:pt x="170245" y="1586180"/>
                  <a:pt x="501092" y="1204827"/>
                  <a:pt x="925685" y="974174"/>
                </a:cubicBezTo>
                <a:lnTo>
                  <a:pt x="987152" y="944564"/>
                </a:lnTo>
                <a:lnTo>
                  <a:pt x="983365" y="919752"/>
                </a:lnTo>
                <a:cubicBezTo>
                  <a:pt x="980322" y="889790"/>
                  <a:pt x="978763" y="859389"/>
                  <a:pt x="978763" y="828624"/>
                </a:cubicBezTo>
                <a:cubicBezTo>
                  <a:pt x="978763" y="459444"/>
                  <a:pt x="1203223" y="142689"/>
                  <a:pt x="1523117" y="7385"/>
                </a:cubicBezTo>
                <a:close/>
              </a:path>
            </a:pathLst>
          </a:custGeom>
        </p:spPr>
      </p:pic>
      <p:sp>
        <p:nvSpPr>
          <p:cNvPr id="31" name="TextBox 30">
            <a:extLst>
              <a:ext uri="{FF2B5EF4-FFF2-40B4-BE49-F238E27FC236}">
                <a16:creationId xmlns:a16="http://schemas.microsoft.com/office/drawing/2014/main" id="{E9C1795D-0623-226E-268F-FB2CEDEA3569}"/>
              </a:ext>
            </a:extLst>
          </p:cNvPr>
          <p:cNvSpPr txBox="1"/>
          <p:nvPr/>
        </p:nvSpPr>
        <p:spPr>
          <a:xfrm>
            <a:off x="5257802" y="3458552"/>
            <a:ext cx="6096000" cy="1908215"/>
          </a:xfrm>
          <a:prstGeom prst="rect">
            <a:avLst/>
          </a:prstGeom>
          <a:noFill/>
        </p:spPr>
        <p:txBody>
          <a:bodyPr wrap="square">
            <a:spAutoFit/>
          </a:bodyPr>
          <a:lstStyle/>
          <a:p>
            <a:pPr marL="457223" indent="-457223">
              <a:lnSpc>
                <a:spcPct val="150000"/>
              </a:lnSpc>
              <a:buFont typeface="Arial" panose="020B0604020202020204" pitchFamily="34" charset="0"/>
              <a:buChar char="•"/>
            </a:pPr>
            <a:r>
              <a:rPr lang="en-US" sz="1600" dirty="0"/>
              <a:t>Microsoft Certified Trainer</a:t>
            </a:r>
          </a:p>
          <a:p>
            <a:pPr marL="457223" indent="-457223">
              <a:lnSpc>
                <a:spcPct val="150000"/>
              </a:lnSpc>
              <a:buFont typeface="Arial" panose="020B0604020202020204" pitchFamily="34" charset="0"/>
              <a:buChar char="•"/>
            </a:pPr>
            <a:r>
              <a:rPr lang="en-US" sz="1600" dirty="0"/>
              <a:t>Microsoft Specialist</a:t>
            </a:r>
          </a:p>
          <a:p>
            <a:pPr marL="457223" indent="-457223">
              <a:lnSpc>
                <a:spcPct val="150000"/>
              </a:lnSpc>
              <a:buFont typeface="Arial" panose="020B0604020202020204" pitchFamily="34" charset="0"/>
              <a:buChar char="•"/>
            </a:pPr>
            <a:r>
              <a:rPr lang="en-US" sz="1600" dirty="0"/>
              <a:t>Microsoft Certified Professional</a:t>
            </a:r>
          </a:p>
          <a:p>
            <a:pPr marL="457223" indent="-457223">
              <a:lnSpc>
                <a:spcPct val="150000"/>
              </a:lnSpc>
              <a:buFont typeface="Arial" panose="020B0604020202020204" pitchFamily="34" charset="0"/>
              <a:buChar char="•"/>
            </a:pPr>
            <a:r>
              <a:rPr lang="en-US" sz="1600" dirty="0"/>
              <a:t>Microsoft Certified Solution Developer</a:t>
            </a:r>
          </a:p>
          <a:p>
            <a:pPr marL="457223" indent="-457223">
              <a:lnSpc>
                <a:spcPct val="150000"/>
              </a:lnSpc>
              <a:buFont typeface="Arial" panose="020B0604020202020204" pitchFamily="34" charset="0"/>
              <a:buChar char="•"/>
            </a:pPr>
            <a:r>
              <a:rPr lang="en-US" sz="1600" dirty="0"/>
              <a:t>Microsoft Certified Solution Associate</a:t>
            </a:r>
          </a:p>
        </p:txBody>
      </p:sp>
      <p:sp>
        <p:nvSpPr>
          <p:cNvPr id="32" name="Footer Placeholder 4">
            <a:extLst>
              <a:ext uri="{FF2B5EF4-FFF2-40B4-BE49-F238E27FC236}">
                <a16:creationId xmlns:a16="http://schemas.microsoft.com/office/drawing/2014/main" id="{6A306451-9011-351D-3DAC-511295FEA965}"/>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33" name="Slide Number Placeholder 5">
            <a:extLst>
              <a:ext uri="{FF2B5EF4-FFF2-40B4-BE49-F238E27FC236}">
                <a16:creationId xmlns:a16="http://schemas.microsoft.com/office/drawing/2014/main" id="{42490F20-710F-2EAE-5F88-176D21531977}"/>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651776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Instructor Aj Ekpongtor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311C4B-6AFD-B623-61C2-4610E20AE6E0}"/>
              </a:ext>
            </a:extLst>
          </p:cNvPr>
          <p:cNvSpPr txBox="1"/>
          <p:nvPr/>
        </p:nvSpPr>
        <p:spPr>
          <a:xfrm>
            <a:off x="744210" y="1461155"/>
            <a:ext cx="6854455" cy="3935693"/>
          </a:xfrm>
          <a:prstGeom prst="rect">
            <a:avLst/>
          </a:prstGeom>
          <a:noFill/>
        </p:spPr>
        <p:txBody>
          <a:bodyPr wrap="square" rtlCol="0" anchor="ctr">
            <a:spAutoFit/>
          </a:bodyPr>
          <a:lstStyle/>
          <a:p>
            <a:pPr marL="0" indent="0">
              <a:lnSpc>
                <a:spcPct val="150000"/>
              </a:lnSpc>
              <a:spcBef>
                <a:spcPts val="0"/>
              </a:spcBef>
              <a:buFont typeface="Arial" panose="020B0604020202020204" pitchFamily="34" charset="0"/>
              <a:buNone/>
            </a:pPr>
            <a:r>
              <a:rPr lang="th-TH" sz="2400" b="1" dirty="0"/>
              <a:t>ประสบการณ์การทำงาน</a:t>
            </a:r>
            <a:r>
              <a:rPr lang="en-US" sz="2400" b="1" dirty="0"/>
              <a:t>:</a:t>
            </a:r>
            <a:endParaRPr lang="en-US" sz="2000" b="0" dirty="0"/>
          </a:p>
          <a:p>
            <a:pPr marL="457223" indent="-457223">
              <a:lnSpc>
                <a:spcPct val="150000"/>
              </a:lnSpc>
              <a:spcBef>
                <a:spcPts val="0"/>
              </a:spcBef>
              <a:buFont typeface="Arial" panose="020B0604020202020204" pitchFamily="34" charset="0"/>
              <a:buChar char="•"/>
            </a:pPr>
            <a:r>
              <a:rPr lang="th-TH" sz="1800" dirty="0"/>
              <a:t>วิทยากร 9</a:t>
            </a:r>
            <a:r>
              <a:rPr lang="en-US" sz="1800" dirty="0"/>
              <a:t>Expert </a:t>
            </a:r>
            <a:br>
              <a:rPr lang="en-US" sz="1800" dirty="0"/>
            </a:br>
            <a:r>
              <a:rPr lang="en-US" sz="1800" dirty="0"/>
              <a:t>( Power BI, Power Automate, Power Apps, </a:t>
            </a:r>
            <a:br>
              <a:rPr lang="en-US" sz="1800" dirty="0"/>
            </a:br>
            <a:r>
              <a:rPr lang="en-US" sz="1800" dirty="0"/>
              <a:t>Programming in C#, ASP.NET Web Development, Bootstrap, .NET MAUI)</a:t>
            </a:r>
          </a:p>
          <a:p>
            <a:pPr marL="457223" indent="-457223">
              <a:lnSpc>
                <a:spcPct val="150000"/>
              </a:lnSpc>
              <a:spcBef>
                <a:spcPts val="0"/>
              </a:spcBef>
              <a:buFont typeface="Arial" panose="020B0604020202020204" pitchFamily="34" charset="0"/>
              <a:buChar char="•"/>
            </a:pPr>
            <a:r>
              <a:rPr lang="th-TH" sz="1800" dirty="0"/>
              <a:t>อนุกรรมาธิการ เทคนิค การแข่งขันฝีมือแรงงาน อาเซียน </a:t>
            </a:r>
            <a:br>
              <a:rPr lang="en-US" sz="1800" dirty="0"/>
            </a:br>
            <a:r>
              <a:rPr lang="th-TH" sz="1800" dirty="0"/>
              <a:t>(</a:t>
            </a:r>
            <a:r>
              <a:rPr lang="en-US" sz="1800" dirty="0"/>
              <a:t>World Skill Thailand)</a:t>
            </a:r>
          </a:p>
          <a:p>
            <a:pPr marL="457223" indent="-457223">
              <a:lnSpc>
                <a:spcPct val="150000"/>
              </a:lnSpc>
              <a:spcBef>
                <a:spcPts val="0"/>
              </a:spcBef>
              <a:buFont typeface="Arial" panose="020B0604020202020204" pitchFamily="34" charset="0"/>
              <a:buChar char="•"/>
            </a:pPr>
            <a:r>
              <a:rPr lang="th-TH" sz="1800" dirty="0"/>
              <a:t>วิทยากร หน่วยงานภาครัฐ องค์กรชั้นนำมากมาย</a:t>
            </a:r>
          </a:p>
          <a:p>
            <a:pPr marL="457223" indent="-457223">
              <a:lnSpc>
                <a:spcPct val="150000"/>
              </a:lnSpc>
              <a:spcBef>
                <a:spcPts val="0"/>
              </a:spcBef>
              <a:buFont typeface="Arial" panose="020B0604020202020204" pitchFamily="34" charset="0"/>
              <a:buChar char="•"/>
            </a:pPr>
            <a:r>
              <a:rPr lang="th-TH" sz="1800" dirty="0"/>
              <a:t>ที่ปรึกษาด้าน </a:t>
            </a:r>
            <a:r>
              <a:rPr lang="en-US" sz="1800" dirty="0"/>
              <a:t>Business Analytics : </a:t>
            </a:r>
            <a:r>
              <a:rPr lang="en-US" sz="1800" dirty="0" err="1"/>
              <a:t>B.Grimm</a:t>
            </a:r>
            <a:r>
              <a:rPr lang="en-US" sz="1800" dirty="0"/>
              <a:t> Power</a:t>
            </a:r>
          </a:p>
        </p:txBody>
      </p:sp>
      <p:sp>
        <p:nvSpPr>
          <p:cNvPr id="2" name="Rectangle: Rounded Corners 1">
            <a:extLst>
              <a:ext uri="{FF2B5EF4-FFF2-40B4-BE49-F238E27FC236}">
                <a16:creationId xmlns:a16="http://schemas.microsoft.com/office/drawing/2014/main" id="{FFEE4CBA-2B37-796C-4736-3C3A70FFB784}"/>
              </a:ext>
            </a:extLst>
          </p:cNvPr>
          <p:cNvSpPr/>
          <p:nvPr/>
        </p:nvSpPr>
        <p:spPr bwMode="blackGray">
          <a:xfrm>
            <a:off x="7782660" y="1730660"/>
            <a:ext cx="1657350" cy="1175958"/>
          </a:xfrm>
          <a:prstGeom prst="roundRect">
            <a:avLst>
              <a:gd name="adj" fmla="val 8410"/>
            </a:avLst>
          </a:prstGeom>
          <a:blipFill>
            <a:blip r:embed="rId3" cstate="print">
              <a:extLst>
                <a:ext uri="{28A0092B-C50C-407E-A947-70E740481C1C}">
                  <a14:useLocalDpi xmlns:a14="http://schemas.microsoft.com/office/drawing/2010/main" val="0"/>
                </a:ext>
              </a:extLst>
            </a:blip>
            <a:stretch>
              <a:fillRect t="2"/>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v</a:t>
            </a:r>
          </a:p>
        </p:txBody>
      </p:sp>
      <p:sp>
        <p:nvSpPr>
          <p:cNvPr id="12" name="Rectangle: Rounded Corners 11">
            <a:extLst>
              <a:ext uri="{FF2B5EF4-FFF2-40B4-BE49-F238E27FC236}">
                <a16:creationId xmlns:a16="http://schemas.microsoft.com/office/drawing/2014/main" id="{EAEAB269-94DF-7511-DFFB-6D419E0ED6A4}"/>
              </a:ext>
            </a:extLst>
          </p:cNvPr>
          <p:cNvSpPr/>
          <p:nvPr/>
        </p:nvSpPr>
        <p:spPr bwMode="blackGray">
          <a:xfrm>
            <a:off x="9696452" y="1730660"/>
            <a:ext cx="1657350" cy="1175958"/>
          </a:xfrm>
          <a:prstGeom prst="roundRect">
            <a:avLst>
              <a:gd name="adj" fmla="val 8410"/>
            </a:avLst>
          </a:prstGeom>
          <a:blipFill>
            <a:blip r:embed="rId4">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p:txBody>
      </p:sp>
      <p:sp>
        <p:nvSpPr>
          <p:cNvPr id="16" name="Rectangle: Rounded Corners 15">
            <a:extLst>
              <a:ext uri="{FF2B5EF4-FFF2-40B4-BE49-F238E27FC236}">
                <a16:creationId xmlns:a16="http://schemas.microsoft.com/office/drawing/2014/main" id="{6E4B7F33-17FF-EAD0-F039-73B4602C5CC9}"/>
              </a:ext>
            </a:extLst>
          </p:cNvPr>
          <p:cNvSpPr/>
          <p:nvPr/>
        </p:nvSpPr>
        <p:spPr bwMode="blackGray">
          <a:xfrm>
            <a:off x="7782660" y="4291347"/>
            <a:ext cx="1657350" cy="1175957"/>
          </a:xfrm>
          <a:prstGeom prst="roundRect">
            <a:avLst>
              <a:gd name="adj" fmla="val 8410"/>
            </a:avLst>
          </a:prstGeom>
          <a:blipFill>
            <a:blip r:embed="rId5">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7" name="Rectangle: Rounded Corners 16">
            <a:extLst>
              <a:ext uri="{FF2B5EF4-FFF2-40B4-BE49-F238E27FC236}">
                <a16:creationId xmlns:a16="http://schemas.microsoft.com/office/drawing/2014/main" id="{06DDC701-53DD-ADE9-B17A-544B4BD42D08}"/>
              </a:ext>
            </a:extLst>
          </p:cNvPr>
          <p:cNvSpPr/>
          <p:nvPr/>
        </p:nvSpPr>
        <p:spPr bwMode="blackGray">
          <a:xfrm>
            <a:off x="9696452" y="4291347"/>
            <a:ext cx="1657350" cy="1175957"/>
          </a:xfrm>
          <a:prstGeom prst="roundRect">
            <a:avLst>
              <a:gd name="adj" fmla="val 8410"/>
            </a:avLst>
          </a:prstGeom>
          <a:blipFill>
            <a:blip r:embed="rId6">
              <a:extLst>
                <a:ext uri="{28A0092B-C50C-407E-A947-70E740481C1C}">
                  <a14:useLocalDpi xmlns:a14="http://schemas.microsoft.com/office/drawing/2010/main" val="0"/>
                </a:ext>
              </a:extLst>
            </a:blip>
            <a:stretch>
              <a:fillRect t="2"/>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8" name="Rectangle: Rounded Corners 17">
            <a:extLst>
              <a:ext uri="{FF2B5EF4-FFF2-40B4-BE49-F238E27FC236}">
                <a16:creationId xmlns:a16="http://schemas.microsoft.com/office/drawing/2014/main" id="{B6DA83AA-1BC3-5D46-F4F8-B64830A361FE}"/>
              </a:ext>
            </a:extLst>
          </p:cNvPr>
          <p:cNvSpPr/>
          <p:nvPr/>
        </p:nvSpPr>
        <p:spPr bwMode="blackGray">
          <a:xfrm>
            <a:off x="7782660" y="3011004"/>
            <a:ext cx="1657350" cy="1175958"/>
          </a:xfrm>
          <a:prstGeom prst="roundRect">
            <a:avLst>
              <a:gd name="adj" fmla="val 8410"/>
            </a:avLst>
          </a:prstGeom>
          <a:blipFill>
            <a:blip r:embed="rId7">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9" name="Rectangle: Rounded Corners 18">
            <a:extLst>
              <a:ext uri="{FF2B5EF4-FFF2-40B4-BE49-F238E27FC236}">
                <a16:creationId xmlns:a16="http://schemas.microsoft.com/office/drawing/2014/main" id="{41555048-1325-4716-FFF5-A0DC55070A75}"/>
              </a:ext>
            </a:extLst>
          </p:cNvPr>
          <p:cNvSpPr/>
          <p:nvPr/>
        </p:nvSpPr>
        <p:spPr bwMode="blackGray">
          <a:xfrm>
            <a:off x="9696452" y="3009721"/>
            <a:ext cx="1657350" cy="1175957"/>
          </a:xfrm>
          <a:prstGeom prst="roundRect">
            <a:avLst>
              <a:gd name="adj" fmla="val 8410"/>
            </a:avLst>
          </a:prstGeom>
          <a:blipFill>
            <a:blip r:embed="rId8">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Footer Placeholder 4">
            <a:extLst>
              <a:ext uri="{FF2B5EF4-FFF2-40B4-BE49-F238E27FC236}">
                <a16:creationId xmlns:a16="http://schemas.microsoft.com/office/drawing/2014/main" id="{27D537B1-FD4F-C1F5-087F-9C1827DADD72}"/>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8" name="Slide Number Placeholder 5">
            <a:extLst>
              <a:ext uri="{FF2B5EF4-FFF2-40B4-BE49-F238E27FC236}">
                <a16:creationId xmlns:a16="http://schemas.microsoft.com/office/drawing/2014/main" id="{5D7B6EBE-34B7-3833-9D83-922C31ED5B85}"/>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810276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Instructor Aj Chalaiv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Oval 25">
            <a:extLst>
              <a:ext uri="{FF2B5EF4-FFF2-40B4-BE49-F238E27FC236}">
                <a16:creationId xmlns:a16="http://schemas.microsoft.com/office/drawing/2014/main" id="{C9B819E3-E53F-6DC1-9A26-9A00104B2643}"/>
              </a:ext>
            </a:extLst>
          </p:cNvPr>
          <p:cNvSpPr/>
          <p:nvPr/>
        </p:nvSpPr>
        <p:spPr bwMode="ltGray">
          <a:xfrm>
            <a:off x="955609" y="1765088"/>
            <a:ext cx="3962400" cy="3962400"/>
          </a:xfrm>
          <a:prstGeom prst="ellipse">
            <a:avLst/>
          </a:prstGeom>
          <a:gradFill flip="none" rotWithShape="1">
            <a:gsLst>
              <a:gs pos="0">
                <a:schemeClr val="accent3"/>
              </a:gs>
              <a:gs pos="50000">
                <a:schemeClr val="accent2"/>
              </a:gs>
              <a:gs pos="97000">
                <a:schemeClr val="accent1"/>
              </a:gs>
            </a:gsLst>
            <a:lin ang="2700000" scaled="1"/>
            <a:tileRect/>
          </a:gra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40" name="Picture 39">
            <a:extLst>
              <a:ext uri="{FF2B5EF4-FFF2-40B4-BE49-F238E27FC236}">
                <a16:creationId xmlns:a16="http://schemas.microsoft.com/office/drawing/2014/main" id="{2496AF69-96F8-B8EF-7006-D2686EB846C7}"/>
              </a:ext>
            </a:extLst>
          </p:cNvPr>
          <p:cNvPicPr>
            <a:picLocks noChangeAspect="1"/>
          </p:cNvPicPr>
          <p:nvPr/>
        </p:nvPicPr>
        <p:blipFill>
          <a:blip r:embed="rId3" cstate="print">
            <a:extLst>
              <a:ext uri="{28A0092B-C50C-407E-A947-70E740481C1C}">
                <a14:useLocalDpi xmlns:a14="http://schemas.microsoft.com/office/drawing/2010/main" val="0"/>
              </a:ext>
            </a:extLst>
          </a:blip>
          <a:srcRect l="4426" b="26080"/>
          <a:stretch>
            <a:fillRect/>
          </a:stretch>
        </p:blipFill>
        <p:spPr>
          <a:xfrm>
            <a:off x="958361" y="1138054"/>
            <a:ext cx="3962400" cy="4596976"/>
          </a:xfrm>
          <a:custGeom>
            <a:avLst/>
            <a:gdLst>
              <a:gd name="csX0" fmla="*/ 1609877 w 3962400"/>
              <a:gd name="csY0" fmla="*/ 0 h 4596976"/>
              <a:gd name="csX1" fmla="*/ 2352523 w 3962400"/>
              <a:gd name="csY1" fmla="*/ 0 h 4596976"/>
              <a:gd name="csX2" fmla="*/ 2470508 w 3962400"/>
              <a:gd name="csY2" fmla="*/ 64040 h 4596976"/>
              <a:gd name="csX3" fmla="*/ 2856356 w 3962400"/>
              <a:gd name="csY3" fmla="*/ 789733 h 4596976"/>
              <a:gd name="csX4" fmla="*/ 2853860 w 3962400"/>
              <a:gd name="csY4" fmla="*/ 839158 h 4596976"/>
              <a:gd name="csX5" fmla="*/ 2925558 w 3962400"/>
              <a:gd name="csY5" fmla="*/ 873696 h 4596976"/>
              <a:gd name="csX6" fmla="*/ 3962400 w 3962400"/>
              <a:gd name="csY6" fmla="*/ 2615776 h 4596976"/>
              <a:gd name="csX7" fmla="*/ 1981200 w 3962400"/>
              <a:gd name="csY7" fmla="*/ 4596976 h 4596976"/>
              <a:gd name="csX8" fmla="*/ 0 w 3962400"/>
              <a:gd name="csY8" fmla="*/ 2615776 h 4596976"/>
              <a:gd name="csX9" fmla="*/ 1036842 w 3962400"/>
              <a:gd name="csY9" fmla="*/ 873696 h 4596976"/>
              <a:gd name="csX10" fmla="*/ 1108540 w 3962400"/>
              <a:gd name="csY10" fmla="*/ 839158 h 4596976"/>
              <a:gd name="csX11" fmla="*/ 1106044 w 3962400"/>
              <a:gd name="csY11" fmla="*/ 789733 h 4596976"/>
              <a:gd name="csX12" fmla="*/ 1491892 w 3962400"/>
              <a:gd name="csY12" fmla="*/ 64040 h 4596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962400" h="4596976">
                <a:moveTo>
                  <a:pt x="1609877" y="0"/>
                </a:moveTo>
                <a:lnTo>
                  <a:pt x="2352523" y="0"/>
                </a:lnTo>
                <a:lnTo>
                  <a:pt x="2470508" y="64040"/>
                </a:lnTo>
                <a:cubicBezTo>
                  <a:pt x="2703301" y="221312"/>
                  <a:pt x="2856356" y="487649"/>
                  <a:pt x="2856356" y="789733"/>
                </a:cubicBezTo>
                <a:lnTo>
                  <a:pt x="2853860" y="839158"/>
                </a:lnTo>
                <a:lnTo>
                  <a:pt x="2925558" y="873696"/>
                </a:lnTo>
                <a:cubicBezTo>
                  <a:pt x="3543148" y="1209191"/>
                  <a:pt x="3962400" y="1863523"/>
                  <a:pt x="3962400" y="2615776"/>
                </a:cubicBezTo>
                <a:cubicBezTo>
                  <a:pt x="3962400" y="3709963"/>
                  <a:pt x="3075387" y="4596976"/>
                  <a:pt x="1981200" y="4596976"/>
                </a:cubicBezTo>
                <a:cubicBezTo>
                  <a:pt x="887013" y="4596976"/>
                  <a:pt x="0" y="3709963"/>
                  <a:pt x="0" y="2615776"/>
                </a:cubicBezTo>
                <a:cubicBezTo>
                  <a:pt x="0" y="1863523"/>
                  <a:pt x="419252" y="1209191"/>
                  <a:pt x="1036842" y="873696"/>
                </a:cubicBezTo>
                <a:lnTo>
                  <a:pt x="1108540" y="839158"/>
                </a:lnTo>
                <a:lnTo>
                  <a:pt x="1106044" y="789733"/>
                </a:lnTo>
                <a:cubicBezTo>
                  <a:pt x="1106044" y="487649"/>
                  <a:pt x="1259099" y="221312"/>
                  <a:pt x="1491892" y="64040"/>
                </a:cubicBezTo>
                <a:close/>
              </a:path>
            </a:pathLst>
          </a:custGeom>
        </p:spPr>
      </p:pic>
      <p:pic>
        <p:nvPicPr>
          <p:cNvPr id="2" name="Picture 1">
            <a:extLst>
              <a:ext uri="{FF2B5EF4-FFF2-40B4-BE49-F238E27FC236}">
                <a16:creationId xmlns:a16="http://schemas.microsoft.com/office/drawing/2014/main" id="{135D64CD-C394-4341-31CA-F05D4F8669F8}"/>
              </a:ext>
            </a:extLst>
          </p:cNvPr>
          <p:cNvPicPr>
            <a:picLocks noChangeAspect="1"/>
          </p:cNvPicPr>
          <p:nvPr/>
        </p:nvPicPr>
        <p:blipFill>
          <a:blip r:embed="rId4" cstate="print">
            <a:extLst>
              <a:ext uri="{28A0092B-C50C-407E-A947-70E740481C1C}">
                <a14:useLocalDpi xmlns:a14="http://schemas.microsoft.com/office/drawing/2010/main" val="0"/>
              </a:ext>
            </a:extLst>
          </a:blip>
          <a:srcRect l="1704" r="57529"/>
          <a:stretch>
            <a:fillRect/>
          </a:stretch>
        </p:blipFill>
        <p:spPr bwMode="gray">
          <a:xfrm>
            <a:off x="5906790" y="3546110"/>
            <a:ext cx="588086" cy="583159"/>
          </a:xfrm>
          <a:prstGeom prst="rect">
            <a:avLst/>
          </a:prstGeom>
        </p:spPr>
      </p:pic>
      <p:pic>
        <p:nvPicPr>
          <p:cNvPr id="57" name="Picture 56">
            <a:extLst>
              <a:ext uri="{FF2B5EF4-FFF2-40B4-BE49-F238E27FC236}">
                <a16:creationId xmlns:a16="http://schemas.microsoft.com/office/drawing/2014/main" id="{BA823259-EB29-773F-0905-F33009E3B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black">
          <a:xfrm>
            <a:off x="7902991" y="3445499"/>
            <a:ext cx="805079" cy="805079"/>
          </a:xfrm>
          <a:prstGeom prst="rect">
            <a:avLst/>
          </a:prstGeom>
        </p:spPr>
      </p:pic>
      <p:sp>
        <p:nvSpPr>
          <p:cNvPr id="58" name="TextBox 57">
            <a:extLst>
              <a:ext uri="{FF2B5EF4-FFF2-40B4-BE49-F238E27FC236}">
                <a16:creationId xmlns:a16="http://schemas.microsoft.com/office/drawing/2014/main" id="{FA79A2DF-EB47-91E9-8C80-4F4D416CE17C}"/>
              </a:ext>
            </a:extLst>
          </p:cNvPr>
          <p:cNvSpPr txBox="1"/>
          <p:nvPr/>
        </p:nvSpPr>
        <p:spPr>
          <a:xfrm>
            <a:off x="7356417" y="4240420"/>
            <a:ext cx="1898227" cy="623248"/>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en-US" sz="1200" b="0" kern="1200" dirty="0">
                <a:solidFill>
                  <a:schemeClr val="tx1"/>
                </a:solidFill>
                <a:latin typeface="+mn-lt"/>
                <a:ea typeface="+mn-ea"/>
                <a:cs typeface="+mn-cs"/>
              </a:rPr>
              <a:t>9Expert Training</a:t>
            </a:r>
            <a:br>
              <a:rPr lang="en-US" sz="1200" b="0" kern="1200" dirty="0">
                <a:solidFill>
                  <a:schemeClr val="tx1"/>
                </a:solidFill>
                <a:latin typeface="+mn-lt"/>
                <a:ea typeface="+mn-ea"/>
                <a:cs typeface="+mn-cs"/>
              </a:rPr>
            </a:br>
            <a:r>
              <a:rPr lang="en-US" sz="1200" b="0" kern="1200" dirty="0">
                <a:solidFill>
                  <a:schemeClr val="tx1"/>
                </a:solidFill>
                <a:latin typeface="+mn-lt"/>
                <a:ea typeface="+mn-ea"/>
                <a:cs typeface="+mn-cs"/>
              </a:rPr>
              <a:t>Heading Instructor</a:t>
            </a:r>
            <a:endParaRPr lang="th-TH" sz="1200" b="0" dirty="0">
              <a:solidFill>
                <a:schemeClr val="tx1"/>
              </a:solidFill>
            </a:endParaRPr>
          </a:p>
        </p:txBody>
      </p:sp>
      <p:grpSp>
        <p:nvGrpSpPr>
          <p:cNvPr id="62" name="Graphic 60">
            <a:extLst>
              <a:ext uri="{FF2B5EF4-FFF2-40B4-BE49-F238E27FC236}">
                <a16:creationId xmlns:a16="http://schemas.microsoft.com/office/drawing/2014/main" id="{0B3A5DE5-23B1-E597-F7C2-B4D5947DEC90}"/>
              </a:ext>
            </a:extLst>
          </p:cNvPr>
          <p:cNvGrpSpPr/>
          <p:nvPr/>
        </p:nvGrpSpPr>
        <p:grpSpPr bwMode="black">
          <a:xfrm>
            <a:off x="10103753" y="3514065"/>
            <a:ext cx="612948" cy="612948"/>
            <a:chOff x="9627751" y="4515110"/>
            <a:chExt cx="612948" cy="612948"/>
          </a:xfrm>
          <a:solidFill>
            <a:schemeClr val="accent2"/>
          </a:solidFill>
        </p:grpSpPr>
        <p:sp>
          <p:nvSpPr>
            <p:cNvPr id="63" name="Freeform: Shape 62">
              <a:extLst>
                <a:ext uri="{FF2B5EF4-FFF2-40B4-BE49-F238E27FC236}">
                  <a16:creationId xmlns:a16="http://schemas.microsoft.com/office/drawing/2014/main" id="{1C89E484-7E17-FA8A-9E26-75EF85A6302E}"/>
                </a:ext>
              </a:extLst>
            </p:cNvPr>
            <p:cNvSpPr/>
            <p:nvPr/>
          </p:nvSpPr>
          <p:spPr bwMode="black">
            <a:xfrm>
              <a:off x="9750341" y="4858361"/>
              <a:ext cx="416804" cy="196143"/>
            </a:xfrm>
            <a:custGeom>
              <a:avLst/>
              <a:gdLst>
                <a:gd name="csX0" fmla="*/ 208402 w 416804"/>
                <a:gd name="csY0" fmla="*/ 171626 h 196143"/>
                <a:gd name="csX1" fmla="*/ 61295 w 416804"/>
                <a:gd name="csY1" fmla="*/ 24518 h 196143"/>
                <a:gd name="csX2" fmla="*/ 63453 w 416804"/>
                <a:gd name="csY2" fmla="*/ 0 h 196143"/>
                <a:gd name="csX3" fmla="*/ 0 w 416804"/>
                <a:gd name="csY3" fmla="*/ 0 h 196143"/>
                <a:gd name="csX4" fmla="*/ 0 w 416804"/>
                <a:gd name="csY4" fmla="*/ 196144 h 196143"/>
                <a:gd name="csX5" fmla="*/ 416805 w 416804"/>
                <a:gd name="csY5" fmla="*/ 196144 h 196143"/>
                <a:gd name="csX6" fmla="*/ 416805 w 416804"/>
                <a:gd name="csY6" fmla="*/ 0 h 196143"/>
                <a:gd name="csX7" fmla="*/ 353353 w 416804"/>
                <a:gd name="csY7" fmla="*/ 0 h 196143"/>
                <a:gd name="csX8" fmla="*/ 355510 w 416804"/>
                <a:gd name="csY8" fmla="*/ 24518 h 196143"/>
                <a:gd name="csX9" fmla="*/ 208402 w 416804"/>
                <a:gd name="csY9" fmla="*/ 171626 h 1961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16804" h="196143">
                  <a:moveTo>
                    <a:pt x="208402" y="171626"/>
                  </a:moveTo>
                  <a:cubicBezTo>
                    <a:pt x="127248" y="171626"/>
                    <a:pt x="61295" y="105672"/>
                    <a:pt x="61295" y="24518"/>
                  </a:cubicBezTo>
                  <a:cubicBezTo>
                    <a:pt x="61295" y="16157"/>
                    <a:pt x="62104" y="7988"/>
                    <a:pt x="63453" y="0"/>
                  </a:cubicBezTo>
                  <a:lnTo>
                    <a:pt x="0" y="0"/>
                  </a:lnTo>
                  <a:lnTo>
                    <a:pt x="0" y="196144"/>
                  </a:lnTo>
                  <a:lnTo>
                    <a:pt x="416805" y="196144"/>
                  </a:lnTo>
                  <a:lnTo>
                    <a:pt x="416805" y="0"/>
                  </a:lnTo>
                  <a:lnTo>
                    <a:pt x="353353" y="0"/>
                  </a:lnTo>
                  <a:cubicBezTo>
                    <a:pt x="354701" y="7988"/>
                    <a:pt x="355510" y="16157"/>
                    <a:pt x="355510" y="24518"/>
                  </a:cubicBezTo>
                  <a:cubicBezTo>
                    <a:pt x="355510" y="105672"/>
                    <a:pt x="289557" y="171626"/>
                    <a:pt x="208402" y="171626"/>
                  </a:cubicBezTo>
                  <a:close/>
                </a:path>
              </a:pathLst>
            </a:custGeom>
            <a:grpFill/>
            <a:ln w="12204" cap="flat">
              <a:noFill/>
              <a:prstDash val="solid"/>
              <a:miter/>
            </a:ln>
          </p:spPr>
          <p:txBody>
            <a:bodyPr/>
            <a:lstStyle/>
            <a:p>
              <a:endParaRPr lang="th-TH" sz="1800"/>
            </a:p>
          </p:txBody>
        </p:sp>
        <p:sp>
          <p:nvSpPr>
            <p:cNvPr id="64" name="Freeform: Shape 63">
              <a:extLst>
                <a:ext uri="{FF2B5EF4-FFF2-40B4-BE49-F238E27FC236}">
                  <a16:creationId xmlns:a16="http://schemas.microsoft.com/office/drawing/2014/main" id="{B2F23B30-B31D-E626-A2C9-24BC9D5F4BF1}"/>
                </a:ext>
              </a:extLst>
            </p:cNvPr>
            <p:cNvSpPr/>
            <p:nvPr/>
          </p:nvSpPr>
          <p:spPr bwMode="black">
            <a:xfrm>
              <a:off x="9627751" y="4784808"/>
              <a:ext cx="612948" cy="343251"/>
            </a:xfrm>
            <a:custGeom>
              <a:avLst/>
              <a:gdLst>
                <a:gd name="csX0" fmla="*/ 576172 w 612948"/>
                <a:gd name="csY0" fmla="*/ 0 h 343251"/>
                <a:gd name="csX1" fmla="*/ 440465 w 612948"/>
                <a:gd name="csY1" fmla="*/ 0 h 343251"/>
                <a:gd name="csX2" fmla="*/ 469545 w 612948"/>
                <a:gd name="csY2" fmla="*/ 49036 h 343251"/>
                <a:gd name="csX3" fmla="*/ 551654 w 612948"/>
                <a:gd name="csY3" fmla="*/ 49036 h 343251"/>
                <a:gd name="csX4" fmla="*/ 563913 w 612948"/>
                <a:gd name="csY4" fmla="*/ 61295 h 343251"/>
                <a:gd name="csX5" fmla="*/ 563913 w 612948"/>
                <a:gd name="csY5" fmla="*/ 281956 h 343251"/>
                <a:gd name="csX6" fmla="*/ 551654 w 612948"/>
                <a:gd name="csY6" fmla="*/ 294215 h 343251"/>
                <a:gd name="csX7" fmla="*/ 110331 w 612948"/>
                <a:gd name="csY7" fmla="*/ 294215 h 343251"/>
                <a:gd name="csX8" fmla="*/ 98072 w 612948"/>
                <a:gd name="csY8" fmla="*/ 281956 h 343251"/>
                <a:gd name="csX9" fmla="*/ 98072 w 612948"/>
                <a:gd name="csY9" fmla="*/ 61295 h 343251"/>
                <a:gd name="csX10" fmla="*/ 110331 w 612948"/>
                <a:gd name="csY10" fmla="*/ 49036 h 343251"/>
                <a:gd name="csX11" fmla="*/ 192440 w 612948"/>
                <a:gd name="csY11" fmla="*/ 49036 h 343251"/>
                <a:gd name="csX12" fmla="*/ 221520 w 612948"/>
                <a:gd name="csY12" fmla="*/ 0 h 343251"/>
                <a:gd name="csX13" fmla="*/ 36777 w 612948"/>
                <a:gd name="csY13" fmla="*/ 0 h 343251"/>
                <a:gd name="csX14" fmla="*/ 0 w 612948"/>
                <a:gd name="csY14" fmla="*/ 36777 h 343251"/>
                <a:gd name="csX15" fmla="*/ 0 w 612948"/>
                <a:gd name="csY15" fmla="*/ 306474 h 343251"/>
                <a:gd name="csX16" fmla="*/ 36777 w 612948"/>
                <a:gd name="csY16" fmla="*/ 343251 h 343251"/>
                <a:gd name="csX17" fmla="*/ 576172 w 612948"/>
                <a:gd name="csY17" fmla="*/ 343251 h 343251"/>
                <a:gd name="csX18" fmla="*/ 612948 w 612948"/>
                <a:gd name="csY18" fmla="*/ 306474 h 343251"/>
                <a:gd name="csX19" fmla="*/ 612948 w 612948"/>
                <a:gd name="csY19" fmla="*/ 36777 h 343251"/>
                <a:gd name="csX20" fmla="*/ 576172 w 612948"/>
                <a:gd name="csY20" fmla="*/ 0 h 343251"/>
                <a:gd name="csX21" fmla="*/ 61295 w 612948"/>
                <a:gd name="csY21" fmla="*/ 208402 h 343251"/>
                <a:gd name="csX22" fmla="*/ 49036 w 612948"/>
                <a:gd name="csY22" fmla="*/ 220661 h 343251"/>
                <a:gd name="csX23" fmla="*/ 36777 w 612948"/>
                <a:gd name="csY23" fmla="*/ 208402 h 343251"/>
                <a:gd name="csX24" fmla="*/ 36777 w 612948"/>
                <a:gd name="csY24" fmla="*/ 134849 h 343251"/>
                <a:gd name="csX25" fmla="*/ 49036 w 612948"/>
                <a:gd name="csY25" fmla="*/ 122590 h 343251"/>
                <a:gd name="csX26" fmla="*/ 61295 w 612948"/>
                <a:gd name="csY26" fmla="*/ 134849 h 343251"/>
                <a:gd name="csX27" fmla="*/ 61295 w 612948"/>
                <a:gd name="csY27" fmla="*/ 208402 h 34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612948" h="343251">
                  <a:moveTo>
                    <a:pt x="576172" y="0"/>
                  </a:moveTo>
                  <a:lnTo>
                    <a:pt x="440465" y="0"/>
                  </a:lnTo>
                  <a:cubicBezTo>
                    <a:pt x="453180" y="14113"/>
                    <a:pt x="463057" y="30778"/>
                    <a:pt x="469545" y="49036"/>
                  </a:cubicBezTo>
                  <a:lnTo>
                    <a:pt x="551654" y="49036"/>
                  </a:lnTo>
                  <a:cubicBezTo>
                    <a:pt x="558430" y="49036"/>
                    <a:pt x="563913" y="54519"/>
                    <a:pt x="563913" y="61295"/>
                  </a:cubicBezTo>
                  <a:lnTo>
                    <a:pt x="563913" y="281956"/>
                  </a:lnTo>
                  <a:cubicBezTo>
                    <a:pt x="563913" y="288732"/>
                    <a:pt x="558430" y="294215"/>
                    <a:pt x="551654" y="294215"/>
                  </a:cubicBezTo>
                  <a:lnTo>
                    <a:pt x="110331" y="294215"/>
                  </a:lnTo>
                  <a:cubicBezTo>
                    <a:pt x="103561" y="294215"/>
                    <a:pt x="98072" y="288732"/>
                    <a:pt x="98072" y="281956"/>
                  </a:cubicBezTo>
                  <a:lnTo>
                    <a:pt x="98072" y="61295"/>
                  </a:lnTo>
                  <a:cubicBezTo>
                    <a:pt x="98072" y="54519"/>
                    <a:pt x="103561" y="49036"/>
                    <a:pt x="110331" y="49036"/>
                  </a:cubicBezTo>
                  <a:lnTo>
                    <a:pt x="192440" y="49036"/>
                  </a:lnTo>
                  <a:cubicBezTo>
                    <a:pt x="198928" y="30778"/>
                    <a:pt x="208804" y="14113"/>
                    <a:pt x="221520" y="0"/>
                  </a:cubicBezTo>
                  <a:lnTo>
                    <a:pt x="36777" y="0"/>
                  </a:lnTo>
                  <a:cubicBezTo>
                    <a:pt x="16549" y="0"/>
                    <a:pt x="0" y="16549"/>
                    <a:pt x="0" y="36777"/>
                  </a:cubicBezTo>
                  <a:lnTo>
                    <a:pt x="0" y="306474"/>
                  </a:lnTo>
                  <a:cubicBezTo>
                    <a:pt x="0" y="326701"/>
                    <a:pt x="16549" y="343251"/>
                    <a:pt x="36777" y="343251"/>
                  </a:cubicBezTo>
                  <a:lnTo>
                    <a:pt x="576172" y="343251"/>
                  </a:lnTo>
                  <a:cubicBezTo>
                    <a:pt x="596399" y="343251"/>
                    <a:pt x="612948" y="326701"/>
                    <a:pt x="612948" y="306474"/>
                  </a:cubicBezTo>
                  <a:lnTo>
                    <a:pt x="612948" y="36777"/>
                  </a:lnTo>
                  <a:cubicBezTo>
                    <a:pt x="612948" y="16549"/>
                    <a:pt x="596399" y="0"/>
                    <a:pt x="576172" y="0"/>
                  </a:cubicBezTo>
                  <a:close/>
                  <a:moveTo>
                    <a:pt x="61295" y="208402"/>
                  </a:moveTo>
                  <a:cubicBezTo>
                    <a:pt x="61295" y="215178"/>
                    <a:pt x="55806" y="220661"/>
                    <a:pt x="49036" y="220661"/>
                  </a:cubicBezTo>
                  <a:cubicBezTo>
                    <a:pt x="42266" y="220661"/>
                    <a:pt x="36777" y="215178"/>
                    <a:pt x="36777" y="208402"/>
                  </a:cubicBezTo>
                  <a:lnTo>
                    <a:pt x="36777" y="134849"/>
                  </a:lnTo>
                  <a:cubicBezTo>
                    <a:pt x="36777" y="128073"/>
                    <a:pt x="42266" y="122590"/>
                    <a:pt x="49036" y="122590"/>
                  </a:cubicBezTo>
                  <a:cubicBezTo>
                    <a:pt x="55806" y="122590"/>
                    <a:pt x="61295" y="128073"/>
                    <a:pt x="61295" y="134849"/>
                  </a:cubicBezTo>
                  <a:lnTo>
                    <a:pt x="61295" y="208402"/>
                  </a:lnTo>
                  <a:close/>
                </a:path>
              </a:pathLst>
            </a:custGeom>
            <a:grpFill/>
            <a:ln w="12204" cap="flat">
              <a:noFill/>
              <a:prstDash val="solid"/>
              <a:miter/>
            </a:ln>
          </p:spPr>
          <p:txBody>
            <a:bodyPr/>
            <a:lstStyle/>
            <a:p>
              <a:endParaRPr lang="th-TH" sz="1800"/>
            </a:p>
          </p:txBody>
        </p:sp>
        <p:sp>
          <p:nvSpPr>
            <p:cNvPr id="65" name="Freeform: Shape 64">
              <a:extLst>
                <a:ext uri="{FF2B5EF4-FFF2-40B4-BE49-F238E27FC236}">
                  <a16:creationId xmlns:a16="http://schemas.microsoft.com/office/drawing/2014/main" id="{C72F1B93-B673-C259-35CF-88D4724D11E9}"/>
                </a:ext>
              </a:extLst>
            </p:cNvPr>
            <p:cNvSpPr/>
            <p:nvPr/>
          </p:nvSpPr>
          <p:spPr bwMode="black">
            <a:xfrm>
              <a:off x="9701305" y="4600923"/>
              <a:ext cx="73553" cy="46557"/>
            </a:xfrm>
            <a:custGeom>
              <a:avLst/>
              <a:gdLst>
                <a:gd name="csX0" fmla="*/ 25188 w 73553"/>
                <a:gd name="csY0" fmla="*/ 38836 h 46557"/>
                <a:gd name="csX1" fmla="*/ 36777 w 73553"/>
                <a:gd name="csY1" fmla="*/ 46558 h 46557"/>
                <a:gd name="csX2" fmla="*/ 48365 w 73553"/>
                <a:gd name="csY2" fmla="*/ 38836 h 46557"/>
                <a:gd name="csX3" fmla="*/ 55165 w 73553"/>
                <a:gd name="csY3" fmla="*/ 36777 h 46557"/>
                <a:gd name="csX4" fmla="*/ 73554 w 73553"/>
                <a:gd name="csY4" fmla="*/ 36777 h 46557"/>
                <a:gd name="csX5" fmla="*/ 73554 w 73553"/>
                <a:gd name="csY5" fmla="*/ 0 h 46557"/>
                <a:gd name="csX6" fmla="*/ 0 w 73553"/>
                <a:gd name="csY6" fmla="*/ 0 h 46557"/>
                <a:gd name="csX7" fmla="*/ 0 w 73553"/>
                <a:gd name="csY7" fmla="*/ 36777 h 46557"/>
                <a:gd name="csX8" fmla="*/ 18388 w 73553"/>
                <a:gd name="csY8" fmla="*/ 36777 h 46557"/>
                <a:gd name="csX9" fmla="*/ 25188 w 73553"/>
                <a:gd name="csY9" fmla="*/ 38836 h 465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3553" h="46557">
                  <a:moveTo>
                    <a:pt x="25188" y="38836"/>
                  </a:moveTo>
                  <a:lnTo>
                    <a:pt x="36777" y="46558"/>
                  </a:lnTo>
                  <a:lnTo>
                    <a:pt x="48365" y="38836"/>
                  </a:lnTo>
                  <a:cubicBezTo>
                    <a:pt x="50377" y="37495"/>
                    <a:pt x="52747" y="36777"/>
                    <a:pt x="55165" y="36777"/>
                  </a:cubicBezTo>
                  <a:lnTo>
                    <a:pt x="73554" y="36777"/>
                  </a:lnTo>
                  <a:lnTo>
                    <a:pt x="73554" y="0"/>
                  </a:lnTo>
                  <a:lnTo>
                    <a:pt x="0" y="0"/>
                  </a:lnTo>
                  <a:lnTo>
                    <a:pt x="0" y="36777"/>
                  </a:lnTo>
                  <a:lnTo>
                    <a:pt x="18388" y="36777"/>
                  </a:lnTo>
                  <a:cubicBezTo>
                    <a:pt x="20807" y="36777"/>
                    <a:pt x="23177" y="37495"/>
                    <a:pt x="25188" y="38836"/>
                  </a:cubicBezTo>
                  <a:close/>
                </a:path>
              </a:pathLst>
            </a:custGeom>
            <a:grpFill/>
            <a:ln w="12204" cap="flat">
              <a:noFill/>
              <a:prstDash val="solid"/>
              <a:miter/>
            </a:ln>
          </p:spPr>
          <p:txBody>
            <a:bodyPr/>
            <a:lstStyle/>
            <a:p>
              <a:endParaRPr lang="th-TH" sz="1800"/>
            </a:p>
          </p:txBody>
        </p:sp>
        <p:sp>
          <p:nvSpPr>
            <p:cNvPr id="66" name="Freeform: Shape 65">
              <a:extLst>
                <a:ext uri="{FF2B5EF4-FFF2-40B4-BE49-F238E27FC236}">
                  <a16:creationId xmlns:a16="http://schemas.microsoft.com/office/drawing/2014/main" id="{330122BB-53C4-8D20-C88D-48015C2E81CA}"/>
                </a:ext>
              </a:extLst>
            </p:cNvPr>
            <p:cNvSpPr/>
            <p:nvPr/>
          </p:nvSpPr>
          <p:spPr bwMode="black">
            <a:xfrm>
              <a:off x="9627751" y="4515110"/>
              <a:ext cx="612948" cy="444298"/>
            </a:xfrm>
            <a:custGeom>
              <a:avLst/>
              <a:gdLst>
                <a:gd name="csX0" fmla="*/ 110331 w 612948"/>
                <a:gd name="csY0" fmla="*/ 220661 h 444298"/>
                <a:gd name="csX1" fmla="*/ 219939 w 612948"/>
                <a:gd name="csY1" fmla="*/ 122590 h 444298"/>
                <a:gd name="csX2" fmla="*/ 232920 w 612948"/>
                <a:gd name="csY2" fmla="*/ 122590 h 444298"/>
                <a:gd name="csX3" fmla="*/ 318733 w 612948"/>
                <a:gd name="csY3" fmla="*/ 208402 h 444298"/>
                <a:gd name="csX4" fmla="*/ 318733 w 612948"/>
                <a:gd name="csY4" fmla="*/ 220661 h 444298"/>
                <a:gd name="csX5" fmla="*/ 318733 w 612948"/>
                <a:gd name="csY5" fmla="*/ 245801 h 444298"/>
                <a:gd name="csX6" fmla="*/ 208402 w 612948"/>
                <a:gd name="csY6" fmla="*/ 367769 h 444298"/>
                <a:gd name="csX7" fmla="*/ 235381 w 612948"/>
                <a:gd name="csY7" fmla="*/ 444299 h 444298"/>
                <a:gd name="csX8" fmla="*/ 293992 w 612948"/>
                <a:gd name="csY8" fmla="*/ 375072 h 444298"/>
                <a:gd name="csX9" fmla="*/ 281956 w 612948"/>
                <a:gd name="csY9" fmla="*/ 343251 h 444298"/>
                <a:gd name="csX10" fmla="*/ 330992 w 612948"/>
                <a:gd name="csY10" fmla="*/ 294215 h 444298"/>
                <a:gd name="csX11" fmla="*/ 380028 w 612948"/>
                <a:gd name="csY11" fmla="*/ 343251 h 444298"/>
                <a:gd name="csX12" fmla="*/ 367994 w 612948"/>
                <a:gd name="csY12" fmla="*/ 375072 h 444298"/>
                <a:gd name="csX13" fmla="*/ 426602 w 612948"/>
                <a:gd name="csY13" fmla="*/ 444296 h 444298"/>
                <a:gd name="csX14" fmla="*/ 453582 w 612948"/>
                <a:gd name="csY14" fmla="*/ 367769 h 444298"/>
                <a:gd name="csX15" fmla="*/ 343251 w 612948"/>
                <a:gd name="csY15" fmla="*/ 245801 h 444298"/>
                <a:gd name="csX16" fmla="*/ 343251 w 612948"/>
                <a:gd name="csY16" fmla="*/ 220661 h 444298"/>
                <a:gd name="csX17" fmla="*/ 343251 w 612948"/>
                <a:gd name="csY17" fmla="*/ 208402 h 444298"/>
                <a:gd name="csX18" fmla="*/ 393186 w 612948"/>
                <a:gd name="csY18" fmla="*/ 148256 h 444298"/>
                <a:gd name="csX19" fmla="*/ 502618 w 612948"/>
                <a:gd name="csY19" fmla="*/ 245179 h 444298"/>
                <a:gd name="csX20" fmla="*/ 612948 w 612948"/>
                <a:gd name="csY20" fmla="*/ 134849 h 444298"/>
                <a:gd name="csX21" fmla="*/ 502618 w 612948"/>
                <a:gd name="csY21" fmla="*/ 24518 h 444298"/>
                <a:gd name="csX22" fmla="*/ 392874 w 612948"/>
                <a:gd name="csY22" fmla="*/ 123479 h 444298"/>
                <a:gd name="csX23" fmla="*/ 332700 w 612948"/>
                <a:gd name="csY23" fmla="*/ 161627 h 444298"/>
                <a:gd name="csX24" fmla="*/ 232920 w 612948"/>
                <a:gd name="csY24" fmla="*/ 98072 h 444298"/>
                <a:gd name="csX25" fmla="*/ 219939 w 612948"/>
                <a:gd name="csY25" fmla="*/ 98072 h 444298"/>
                <a:gd name="csX26" fmla="*/ 110331 w 612948"/>
                <a:gd name="csY26" fmla="*/ 0 h 444298"/>
                <a:gd name="csX27" fmla="*/ 0 w 612948"/>
                <a:gd name="csY27" fmla="*/ 110331 h 444298"/>
                <a:gd name="csX28" fmla="*/ 110331 w 612948"/>
                <a:gd name="csY28" fmla="*/ 220661 h 444298"/>
                <a:gd name="csX29" fmla="*/ 484912 w 612948"/>
                <a:gd name="csY29" fmla="*/ 73554 h 444298"/>
                <a:gd name="csX30" fmla="*/ 502618 w 612948"/>
                <a:gd name="csY30" fmla="*/ 77457 h 444298"/>
                <a:gd name="csX31" fmla="*/ 520324 w 612948"/>
                <a:gd name="csY31" fmla="*/ 73554 h 444298"/>
                <a:gd name="csX32" fmla="*/ 563889 w 612948"/>
                <a:gd name="csY32" fmla="*/ 118268 h 444298"/>
                <a:gd name="csX33" fmla="*/ 509753 w 612948"/>
                <a:gd name="csY33" fmla="*/ 193857 h 444298"/>
                <a:gd name="csX34" fmla="*/ 502618 w 612948"/>
                <a:gd name="csY34" fmla="*/ 196144 h 444298"/>
                <a:gd name="csX35" fmla="*/ 495483 w 612948"/>
                <a:gd name="csY35" fmla="*/ 193857 h 444298"/>
                <a:gd name="csX36" fmla="*/ 441347 w 612948"/>
                <a:gd name="csY36" fmla="*/ 118280 h 444298"/>
                <a:gd name="csX37" fmla="*/ 484912 w 612948"/>
                <a:gd name="csY37" fmla="*/ 73554 h 444298"/>
                <a:gd name="csX38" fmla="*/ 49036 w 612948"/>
                <a:gd name="csY38" fmla="*/ 73554 h 444298"/>
                <a:gd name="csX39" fmla="*/ 61295 w 612948"/>
                <a:gd name="csY39" fmla="*/ 61295 h 444298"/>
                <a:gd name="csX40" fmla="*/ 159367 w 612948"/>
                <a:gd name="csY40" fmla="*/ 61295 h 444298"/>
                <a:gd name="csX41" fmla="*/ 171626 w 612948"/>
                <a:gd name="csY41" fmla="*/ 73554 h 444298"/>
                <a:gd name="csX42" fmla="*/ 171626 w 612948"/>
                <a:gd name="csY42" fmla="*/ 134849 h 444298"/>
                <a:gd name="csX43" fmla="*/ 159367 w 612948"/>
                <a:gd name="csY43" fmla="*/ 147108 h 444298"/>
                <a:gd name="csX44" fmla="*/ 132430 w 612948"/>
                <a:gd name="csY44" fmla="*/ 147108 h 444298"/>
                <a:gd name="csX45" fmla="*/ 117131 w 612948"/>
                <a:gd name="csY45" fmla="*/ 157307 h 444298"/>
                <a:gd name="csX46" fmla="*/ 110331 w 612948"/>
                <a:gd name="csY46" fmla="*/ 159367 h 444298"/>
                <a:gd name="csX47" fmla="*/ 103531 w 612948"/>
                <a:gd name="csY47" fmla="*/ 157307 h 444298"/>
                <a:gd name="csX48" fmla="*/ 88231 w 612948"/>
                <a:gd name="csY48" fmla="*/ 147108 h 444298"/>
                <a:gd name="csX49" fmla="*/ 61295 w 612948"/>
                <a:gd name="csY49" fmla="*/ 147108 h 444298"/>
                <a:gd name="csX50" fmla="*/ 49036 w 612948"/>
                <a:gd name="csY50" fmla="*/ 134849 h 444298"/>
                <a:gd name="csX51" fmla="*/ 49036 w 612948"/>
                <a:gd name="csY51" fmla="*/ 73554 h 4442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612948" h="444298">
                  <a:moveTo>
                    <a:pt x="110331" y="220661"/>
                  </a:moveTo>
                  <a:cubicBezTo>
                    <a:pt x="167017" y="220661"/>
                    <a:pt x="213815" y="177675"/>
                    <a:pt x="219939" y="122590"/>
                  </a:cubicBezTo>
                  <a:lnTo>
                    <a:pt x="232920" y="122590"/>
                  </a:lnTo>
                  <a:cubicBezTo>
                    <a:pt x="280238" y="122590"/>
                    <a:pt x="318733" y="161090"/>
                    <a:pt x="318733" y="208402"/>
                  </a:cubicBezTo>
                  <a:lnTo>
                    <a:pt x="318733" y="220661"/>
                  </a:lnTo>
                  <a:lnTo>
                    <a:pt x="318733" y="245801"/>
                  </a:lnTo>
                  <a:cubicBezTo>
                    <a:pt x="256870" y="251974"/>
                    <a:pt x="208402" y="304315"/>
                    <a:pt x="208402" y="367769"/>
                  </a:cubicBezTo>
                  <a:cubicBezTo>
                    <a:pt x="208402" y="396713"/>
                    <a:pt x="218542" y="423303"/>
                    <a:pt x="235381" y="444299"/>
                  </a:cubicBezTo>
                  <a:cubicBezTo>
                    <a:pt x="242471" y="412833"/>
                    <a:pt x="264680" y="387064"/>
                    <a:pt x="293992" y="375072"/>
                  </a:cubicBezTo>
                  <a:cubicBezTo>
                    <a:pt x="286595" y="366483"/>
                    <a:pt x="281956" y="355451"/>
                    <a:pt x="281956" y="343251"/>
                  </a:cubicBezTo>
                  <a:cubicBezTo>
                    <a:pt x="281956" y="316207"/>
                    <a:pt x="303954" y="294215"/>
                    <a:pt x="330992" y="294215"/>
                  </a:cubicBezTo>
                  <a:cubicBezTo>
                    <a:pt x="358036" y="294215"/>
                    <a:pt x="380028" y="316207"/>
                    <a:pt x="380028" y="343251"/>
                  </a:cubicBezTo>
                  <a:cubicBezTo>
                    <a:pt x="380028" y="355452"/>
                    <a:pt x="375390" y="366484"/>
                    <a:pt x="367994" y="375072"/>
                  </a:cubicBezTo>
                  <a:cubicBezTo>
                    <a:pt x="397303" y="387066"/>
                    <a:pt x="419513" y="412833"/>
                    <a:pt x="426602" y="444296"/>
                  </a:cubicBezTo>
                  <a:cubicBezTo>
                    <a:pt x="443441" y="423301"/>
                    <a:pt x="453582" y="396712"/>
                    <a:pt x="453582" y="367769"/>
                  </a:cubicBezTo>
                  <a:cubicBezTo>
                    <a:pt x="453582" y="304315"/>
                    <a:pt x="405109" y="251974"/>
                    <a:pt x="343251" y="245801"/>
                  </a:cubicBezTo>
                  <a:lnTo>
                    <a:pt x="343251" y="220661"/>
                  </a:lnTo>
                  <a:lnTo>
                    <a:pt x="343251" y="208402"/>
                  </a:lnTo>
                  <a:cubicBezTo>
                    <a:pt x="343251" y="178497"/>
                    <a:pt x="364812" y="153609"/>
                    <a:pt x="393186" y="148256"/>
                  </a:cubicBezTo>
                  <a:cubicBezTo>
                    <a:pt x="399833" y="202782"/>
                    <a:pt x="446325" y="245179"/>
                    <a:pt x="502618" y="245179"/>
                  </a:cubicBezTo>
                  <a:cubicBezTo>
                    <a:pt x="563458" y="245179"/>
                    <a:pt x="612948" y="195689"/>
                    <a:pt x="612948" y="134849"/>
                  </a:cubicBezTo>
                  <a:cubicBezTo>
                    <a:pt x="612948" y="74009"/>
                    <a:pt x="563458" y="24518"/>
                    <a:pt x="502618" y="24518"/>
                  </a:cubicBezTo>
                  <a:cubicBezTo>
                    <a:pt x="445616" y="24518"/>
                    <a:pt x="398583" y="67962"/>
                    <a:pt x="392874" y="123479"/>
                  </a:cubicBezTo>
                  <a:cubicBezTo>
                    <a:pt x="367714" y="126926"/>
                    <a:pt x="346007" y="141259"/>
                    <a:pt x="332700" y="161627"/>
                  </a:cubicBezTo>
                  <a:cubicBezTo>
                    <a:pt x="315053" y="124142"/>
                    <a:pt x="277020" y="98072"/>
                    <a:pt x="232920" y="98072"/>
                  </a:cubicBezTo>
                  <a:lnTo>
                    <a:pt x="219939" y="98072"/>
                  </a:lnTo>
                  <a:cubicBezTo>
                    <a:pt x="213815" y="42986"/>
                    <a:pt x="167017" y="0"/>
                    <a:pt x="110331" y="0"/>
                  </a:cubicBezTo>
                  <a:cubicBezTo>
                    <a:pt x="49497" y="0"/>
                    <a:pt x="0" y="49491"/>
                    <a:pt x="0" y="110331"/>
                  </a:cubicBezTo>
                  <a:cubicBezTo>
                    <a:pt x="0" y="171171"/>
                    <a:pt x="49497" y="220661"/>
                    <a:pt x="110331" y="220661"/>
                  </a:cubicBezTo>
                  <a:close/>
                  <a:moveTo>
                    <a:pt x="484912" y="73554"/>
                  </a:moveTo>
                  <a:cubicBezTo>
                    <a:pt x="491065" y="73554"/>
                    <a:pt x="497075" y="74895"/>
                    <a:pt x="502618" y="77457"/>
                  </a:cubicBezTo>
                  <a:cubicBezTo>
                    <a:pt x="508161" y="74895"/>
                    <a:pt x="514170" y="73554"/>
                    <a:pt x="520324" y="73554"/>
                  </a:cubicBezTo>
                  <a:cubicBezTo>
                    <a:pt x="543824" y="73554"/>
                    <a:pt x="562967" y="93199"/>
                    <a:pt x="563889" y="118268"/>
                  </a:cubicBezTo>
                  <a:cubicBezTo>
                    <a:pt x="565158" y="153141"/>
                    <a:pt x="515427" y="189786"/>
                    <a:pt x="509753" y="193857"/>
                  </a:cubicBezTo>
                  <a:cubicBezTo>
                    <a:pt x="507622" y="195377"/>
                    <a:pt x="505120" y="196144"/>
                    <a:pt x="502618" y="196144"/>
                  </a:cubicBezTo>
                  <a:cubicBezTo>
                    <a:pt x="500116" y="196144"/>
                    <a:pt x="497614" y="195377"/>
                    <a:pt x="495483" y="193857"/>
                  </a:cubicBezTo>
                  <a:cubicBezTo>
                    <a:pt x="489808" y="189787"/>
                    <a:pt x="440078" y="153141"/>
                    <a:pt x="441347" y="118280"/>
                  </a:cubicBezTo>
                  <a:cubicBezTo>
                    <a:pt x="442269" y="93199"/>
                    <a:pt x="461411" y="73554"/>
                    <a:pt x="484912" y="73554"/>
                  </a:cubicBezTo>
                  <a:close/>
                  <a:moveTo>
                    <a:pt x="49036" y="73554"/>
                  </a:moveTo>
                  <a:cubicBezTo>
                    <a:pt x="49036" y="66778"/>
                    <a:pt x="54525" y="61295"/>
                    <a:pt x="61295" y="61295"/>
                  </a:cubicBezTo>
                  <a:lnTo>
                    <a:pt x="159367" y="61295"/>
                  </a:lnTo>
                  <a:cubicBezTo>
                    <a:pt x="166137" y="61295"/>
                    <a:pt x="171626" y="66778"/>
                    <a:pt x="171626" y="73554"/>
                  </a:cubicBezTo>
                  <a:lnTo>
                    <a:pt x="171626" y="134849"/>
                  </a:lnTo>
                  <a:cubicBezTo>
                    <a:pt x="171626" y="141625"/>
                    <a:pt x="166137" y="147108"/>
                    <a:pt x="159367" y="147108"/>
                  </a:cubicBezTo>
                  <a:lnTo>
                    <a:pt x="132430" y="147108"/>
                  </a:lnTo>
                  <a:lnTo>
                    <a:pt x="117131" y="157307"/>
                  </a:lnTo>
                  <a:cubicBezTo>
                    <a:pt x="115072" y="158684"/>
                    <a:pt x="112701" y="159367"/>
                    <a:pt x="110331" y="159367"/>
                  </a:cubicBezTo>
                  <a:cubicBezTo>
                    <a:pt x="107960" y="159367"/>
                    <a:pt x="105590" y="158684"/>
                    <a:pt x="103531" y="157307"/>
                  </a:cubicBezTo>
                  <a:lnTo>
                    <a:pt x="88231" y="147108"/>
                  </a:lnTo>
                  <a:lnTo>
                    <a:pt x="61295" y="147108"/>
                  </a:lnTo>
                  <a:cubicBezTo>
                    <a:pt x="54525" y="147108"/>
                    <a:pt x="49036" y="141625"/>
                    <a:pt x="49036" y="134849"/>
                  </a:cubicBezTo>
                  <a:lnTo>
                    <a:pt x="49036" y="73554"/>
                  </a:lnTo>
                  <a:close/>
                </a:path>
              </a:pathLst>
            </a:custGeom>
            <a:grpFill/>
            <a:ln w="12204" cap="flat">
              <a:noFill/>
              <a:prstDash val="solid"/>
              <a:miter/>
            </a:ln>
          </p:spPr>
          <p:txBody>
            <a:bodyPr/>
            <a:lstStyle/>
            <a:p>
              <a:endParaRPr lang="th-TH" sz="1800"/>
            </a:p>
          </p:txBody>
        </p:sp>
        <p:sp>
          <p:nvSpPr>
            <p:cNvPr id="67" name="Freeform: Shape 66">
              <a:extLst>
                <a:ext uri="{FF2B5EF4-FFF2-40B4-BE49-F238E27FC236}">
                  <a16:creationId xmlns:a16="http://schemas.microsoft.com/office/drawing/2014/main" id="{A97F253F-D814-F34A-6E2F-EC104FFDA3D1}"/>
                </a:ext>
              </a:extLst>
            </p:cNvPr>
            <p:cNvSpPr/>
            <p:nvPr/>
          </p:nvSpPr>
          <p:spPr bwMode="black">
            <a:xfrm>
              <a:off x="9934226" y="4833843"/>
              <a:ext cx="49035" cy="49035"/>
            </a:xfrm>
            <a:custGeom>
              <a:avLst/>
              <a:gdLst>
                <a:gd name="csX0" fmla="*/ 49036 w 49035"/>
                <a:gd name="csY0" fmla="*/ 24518 h 49035"/>
                <a:gd name="csX1" fmla="*/ 24518 w 49035"/>
                <a:gd name="csY1" fmla="*/ 49036 h 49035"/>
                <a:gd name="csX2" fmla="*/ 0 w 49035"/>
                <a:gd name="csY2" fmla="*/ 24518 h 49035"/>
                <a:gd name="csX3" fmla="*/ 24518 w 49035"/>
                <a:gd name="csY3" fmla="*/ 0 h 49035"/>
                <a:gd name="csX4" fmla="*/ 49036 w 49035"/>
                <a:gd name="csY4" fmla="*/ 24518 h 49035"/>
              </a:gdLst>
              <a:ahLst/>
              <a:cxnLst>
                <a:cxn ang="0">
                  <a:pos x="csX0" y="csY0"/>
                </a:cxn>
                <a:cxn ang="0">
                  <a:pos x="csX1" y="csY1"/>
                </a:cxn>
                <a:cxn ang="0">
                  <a:pos x="csX2" y="csY2"/>
                </a:cxn>
                <a:cxn ang="0">
                  <a:pos x="csX3" y="csY3"/>
                </a:cxn>
                <a:cxn ang="0">
                  <a:pos x="csX4" y="csY4"/>
                </a:cxn>
              </a:cxnLst>
              <a:rect l="l" t="t" r="r" b="b"/>
              <a:pathLst>
                <a:path w="49035" h="49035">
                  <a:moveTo>
                    <a:pt x="49036" y="24518"/>
                  </a:moveTo>
                  <a:cubicBezTo>
                    <a:pt x="49036" y="38059"/>
                    <a:pt x="38059" y="49036"/>
                    <a:pt x="24518" y="49036"/>
                  </a:cubicBezTo>
                  <a:cubicBezTo>
                    <a:pt x="10977" y="49036"/>
                    <a:pt x="0" y="38059"/>
                    <a:pt x="0" y="24518"/>
                  </a:cubicBezTo>
                  <a:cubicBezTo>
                    <a:pt x="0" y="10977"/>
                    <a:pt x="10977" y="0"/>
                    <a:pt x="24518" y="0"/>
                  </a:cubicBezTo>
                  <a:cubicBezTo>
                    <a:pt x="38059" y="0"/>
                    <a:pt x="49036" y="10977"/>
                    <a:pt x="49036" y="24518"/>
                  </a:cubicBezTo>
                  <a:close/>
                </a:path>
              </a:pathLst>
            </a:custGeom>
            <a:grpFill/>
            <a:ln w="12204" cap="flat">
              <a:noFill/>
              <a:prstDash val="solid"/>
              <a:miter/>
            </a:ln>
          </p:spPr>
          <p:txBody>
            <a:bodyPr/>
            <a:lstStyle/>
            <a:p>
              <a:endParaRPr lang="th-TH" sz="1800"/>
            </a:p>
          </p:txBody>
        </p:sp>
        <p:sp>
          <p:nvSpPr>
            <p:cNvPr id="68" name="Freeform: Shape 67">
              <a:extLst>
                <a:ext uri="{FF2B5EF4-FFF2-40B4-BE49-F238E27FC236}">
                  <a16:creationId xmlns:a16="http://schemas.microsoft.com/office/drawing/2014/main" id="{81842147-6327-7E28-0E78-291D23F76E42}"/>
                </a:ext>
              </a:extLst>
            </p:cNvPr>
            <p:cNvSpPr/>
            <p:nvPr/>
          </p:nvSpPr>
          <p:spPr bwMode="black">
            <a:xfrm>
              <a:off x="9885201" y="4907397"/>
              <a:ext cx="147085" cy="98071"/>
            </a:xfrm>
            <a:custGeom>
              <a:avLst/>
              <a:gdLst>
                <a:gd name="csX0" fmla="*/ 0 w 147085"/>
                <a:gd name="csY0" fmla="*/ 73328 h 98071"/>
                <a:gd name="csX1" fmla="*/ 73543 w 147085"/>
                <a:gd name="csY1" fmla="*/ 98072 h 98071"/>
                <a:gd name="csX2" fmla="*/ 147085 w 147085"/>
                <a:gd name="csY2" fmla="*/ 73326 h 98071"/>
                <a:gd name="csX3" fmla="*/ 73543 w 147085"/>
                <a:gd name="csY3" fmla="*/ 0 h 98071"/>
                <a:gd name="csX4" fmla="*/ 0 w 147085"/>
                <a:gd name="csY4" fmla="*/ 73328 h 98071"/>
              </a:gdLst>
              <a:ahLst/>
              <a:cxnLst>
                <a:cxn ang="0">
                  <a:pos x="csX0" y="csY0"/>
                </a:cxn>
                <a:cxn ang="0">
                  <a:pos x="csX1" y="csY1"/>
                </a:cxn>
                <a:cxn ang="0">
                  <a:pos x="csX2" y="csY2"/>
                </a:cxn>
                <a:cxn ang="0">
                  <a:pos x="csX3" y="csY3"/>
                </a:cxn>
                <a:cxn ang="0">
                  <a:pos x="csX4" y="csY4"/>
                </a:cxn>
              </a:cxnLst>
              <a:rect l="l" t="t" r="r" b="b"/>
              <a:pathLst>
                <a:path w="147085" h="98071">
                  <a:moveTo>
                    <a:pt x="0" y="73328"/>
                  </a:moveTo>
                  <a:cubicBezTo>
                    <a:pt x="20515" y="88787"/>
                    <a:pt x="45934" y="98072"/>
                    <a:pt x="73543" y="98072"/>
                  </a:cubicBezTo>
                  <a:cubicBezTo>
                    <a:pt x="101150" y="98072"/>
                    <a:pt x="126569" y="88787"/>
                    <a:pt x="147085" y="73326"/>
                  </a:cubicBezTo>
                  <a:cubicBezTo>
                    <a:pt x="146959" y="32873"/>
                    <a:pt x="114025" y="0"/>
                    <a:pt x="73543" y="0"/>
                  </a:cubicBezTo>
                  <a:cubicBezTo>
                    <a:pt x="33059" y="0"/>
                    <a:pt x="124" y="32873"/>
                    <a:pt x="0" y="73328"/>
                  </a:cubicBezTo>
                  <a:close/>
                </a:path>
              </a:pathLst>
            </a:custGeom>
            <a:grpFill/>
            <a:ln w="12204" cap="flat">
              <a:noFill/>
              <a:prstDash val="solid"/>
              <a:miter/>
            </a:ln>
          </p:spPr>
          <p:txBody>
            <a:bodyPr/>
            <a:lstStyle/>
            <a:p>
              <a:endParaRPr lang="th-TH" sz="1800"/>
            </a:p>
          </p:txBody>
        </p:sp>
        <p:sp>
          <p:nvSpPr>
            <p:cNvPr id="69" name="Freeform: Shape 68">
              <a:extLst>
                <a:ext uri="{FF2B5EF4-FFF2-40B4-BE49-F238E27FC236}">
                  <a16:creationId xmlns:a16="http://schemas.microsoft.com/office/drawing/2014/main" id="{4DBE3367-E9A8-202F-88A2-690116D51464}"/>
                </a:ext>
              </a:extLst>
            </p:cNvPr>
            <p:cNvSpPr/>
            <p:nvPr/>
          </p:nvSpPr>
          <p:spPr bwMode="black">
            <a:xfrm>
              <a:off x="10093583" y="4613182"/>
              <a:ext cx="73572" cy="70369"/>
            </a:xfrm>
            <a:custGeom>
              <a:avLst/>
              <a:gdLst>
                <a:gd name="csX0" fmla="*/ 36798 w 73572"/>
                <a:gd name="csY0" fmla="*/ 70369 h 70369"/>
                <a:gd name="csX1" fmla="*/ 73563 w 73572"/>
                <a:gd name="csY1" fmla="*/ 21094 h 70369"/>
                <a:gd name="csX2" fmla="*/ 54492 w 73572"/>
                <a:gd name="csY2" fmla="*/ 0 h 70369"/>
                <a:gd name="csX3" fmla="*/ 43957 w 73572"/>
                <a:gd name="csY3" fmla="*/ 3472 h 70369"/>
                <a:gd name="csX4" fmla="*/ 29615 w 73572"/>
                <a:gd name="csY4" fmla="*/ 3472 h 70369"/>
                <a:gd name="csX5" fmla="*/ 19080 w 73572"/>
                <a:gd name="csY5" fmla="*/ 0 h 70369"/>
                <a:gd name="csX6" fmla="*/ 9 w 73572"/>
                <a:gd name="csY6" fmla="*/ 21106 h 70369"/>
                <a:gd name="csX7" fmla="*/ 36798 w 73572"/>
                <a:gd name="csY7" fmla="*/ 70369 h 70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3572" h="70369">
                  <a:moveTo>
                    <a:pt x="36798" y="70369"/>
                  </a:moveTo>
                  <a:cubicBezTo>
                    <a:pt x="54217" y="56291"/>
                    <a:pt x="74054" y="34778"/>
                    <a:pt x="73563" y="21094"/>
                  </a:cubicBezTo>
                  <a:cubicBezTo>
                    <a:pt x="73120" y="9266"/>
                    <a:pt x="64752" y="0"/>
                    <a:pt x="54492" y="0"/>
                  </a:cubicBezTo>
                  <a:cubicBezTo>
                    <a:pt x="50757" y="0"/>
                    <a:pt x="47106" y="1197"/>
                    <a:pt x="43957" y="3472"/>
                  </a:cubicBezTo>
                  <a:cubicBezTo>
                    <a:pt x="39695" y="6560"/>
                    <a:pt x="33877" y="6560"/>
                    <a:pt x="29615" y="3472"/>
                  </a:cubicBezTo>
                  <a:cubicBezTo>
                    <a:pt x="26467" y="1197"/>
                    <a:pt x="22815" y="0"/>
                    <a:pt x="19080" y="0"/>
                  </a:cubicBezTo>
                  <a:cubicBezTo>
                    <a:pt x="8820" y="0"/>
                    <a:pt x="452" y="9266"/>
                    <a:pt x="9" y="21106"/>
                  </a:cubicBezTo>
                  <a:cubicBezTo>
                    <a:pt x="-517" y="35795"/>
                    <a:pt x="21343" y="57787"/>
                    <a:pt x="36798" y="70369"/>
                  </a:cubicBezTo>
                  <a:close/>
                </a:path>
              </a:pathLst>
            </a:custGeom>
            <a:grpFill/>
            <a:ln w="12204" cap="flat">
              <a:noFill/>
              <a:prstDash val="solid"/>
              <a:miter/>
            </a:ln>
          </p:spPr>
          <p:txBody>
            <a:bodyPr/>
            <a:lstStyle/>
            <a:p>
              <a:endParaRPr lang="th-TH" sz="1800"/>
            </a:p>
          </p:txBody>
        </p:sp>
      </p:grpSp>
      <p:sp>
        <p:nvSpPr>
          <p:cNvPr id="12" name="TextBox 11">
            <a:extLst>
              <a:ext uri="{FF2B5EF4-FFF2-40B4-BE49-F238E27FC236}">
                <a16:creationId xmlns:a16="http://schemas.microsoft.com/office/drawing/2014/main" id="{F24BF6E7-6008-5950-14AA-C5673379FB98}"/>
              </a:ext>
            </a:extLst>
          </p:cNvPr>
          <p:cNvSpPr txBox="1"/>
          <p:nvPr/>
        </p:nvSpPr>
        <p:spPr bwMode="black">
          <a:xfrm>
            <a:off x="5310358" y="1762370"/>
            <a:ext cx="5969195" cy="718658"/>
          </a:xfrm>
          <a:prstGeom prst="rect">
            <a:avLst/>
          </a:prstGeom>
          <a:noFill/>
        </p:spPr>
        <p:txBody>
          <a:bodyPr wrap="square" rtlCol="0" anchor="ctr">
            <a:spAutoFit/>
          </a:bodyPr>
          <a:lstStyle/>
          <a:p>
            <a:pPr algn="ctr" defTabSz="914423" rtl="0" eaLnBrk="1" latinLnBrk="0" hangingPunct="1">
              <a:lnSpc>
                <a:spcPct val="90000"/>
              </a:lnSpc>
              <a:spcBef>
                <a:spcPct val="0"/>
              </a:spcBef>
              <a:buNone/>
            </a:pPr>
            <a:r>
              <a:rPr lang="th-TH" sz="4400" b="1" kern="1200" dirty="0">
                <a:solidFill>
                  <a:schemeClr val="accent2"/>
                </a:solidFill>
                <a:latin typeface="+mn-lt"/>
                <a:ea typeface="+mj-ea"/>
                <a:cs typeface="LINE Seed Sans TH" panose="020B0303020203020204" pitchFamily="34" charset="-34"/>
              </a:rPr>
              <a:t>ชไลเวท พิพัฒพรรณวงศ์</a:t>
            </a:r>
            <a:endParaRPr lang="en-US" sz="4400" b="1" kern="1200" dirty="0">
              <a:solidFill>
                <a:schemeClr val="accent2"/>
              </a:solidFill>
              <a:latin typeface="+mn-lt"/>
              <a:ea typeface="+mj-ea"/>
              <a:cs typeface="LINE Seed Sans TH" panose="020B0303020203020204" pitchFamily="34" charset="-34"/>
            </a:endParaRPr>
          </a:p>
        </p:txBody>
      </p:sp>
      <p:sp>
        <p:nvSpPr>
          <p:cNvPr id="8" name="TextBox 7">
            <a:extLst>
              <a:ext uri="{FF2B5EF4-FFF2-40B4-BE49-F238E27FC236}">
                <a16:creationId xmlns:a16="http://schemas.microsoft.com/office/drawing/2014/main" id="{F3E37096-E76E-0CAC-0682-3C67891DE634}"/>
              </a:ext>
            </a:extLst>
          </p:cNvPr>
          <p:cNvSpPr txBox="1"/>
          <p:nvPr/>
        </p:nvSpPr>
        <p:spPr>
          <a:xfrm>
            <a:off x="5322158" y="2543717"/>
            <a:ext cx="5884790" cy="800219"/>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th-TH" sz="1600" dirty="0">
                <a:solidFill>
                  <a:schemeClr val="tx1"/>
                </a:solidFill>
              </a:rPr>
              <a:t>วิทยากร </a:t>
            </a:r>
            <a:r>
              <a:rPr lang="en-US" sz="1600" dirty="0">
                <a:solidFill>
                  <a:schemeClr val="tx1"/>
                </a:solidFill>
              </a:rPr>
              <a:t>9Expert Training</a:t>
            </a:r>
            <a:r>
              <a:rPr lang="th-TH" sz="1600" dirty="0">
                <a:solidFill>
                  <a:schemeClr val="tx1"/>
                </a:solidFill>
              </a:rPr>
              <a:t> กลุ่มหลักสูตร </a:t>
            </a:r>
            <a:r>
              <a:rPr lang="en-US" sz="1600" dirty="0">
                <a:solidFill>
                  <a:schemeClr val="tx1"/>
                </a:solidFill>
              </a:rPr>
              <a:t>AI, Copilot, </a:t>
            </a:r>
            <a:br>
              <a:rPr lang="en-US" sz="1600" dirty="0">
                <a:solidFill>
                  <a:schemeClr val="tx1"/>
                </a:solidFill>
              </a:rPr>
            </a:br>
            <a:r>
              <a:rPr lang="en-US" sz="1600" dirty="0">
                <a:solidFill>
                  <a:schemeClr val="tx1"/>
                </a:solidFill>
              </a:rPr>
              <a:t>Power BI, Power Automate, Power Apps </a:t>
            </a:r>
            <a:r>
              <a:rPr lang="th-TH" sz="1600" dirty="0">
                <a:solidFill>
                  <a:schemeClr val="tx1"/>
                </a:solidFill>
              </a:rPr>
              <a:t>และ </a:t>
            </a:r>
            <a:r>
              <a:rPr lang="en-US" sz="1600" dirty="0">
                <a:solidFill>
                  <a:schemeClr val="tx1"/>
                </a:solidFill>
              </a:rPr>
              <a:t>Microsoft Excel</a:t>
            </a:r>
            <a:endParaRPr lang="en-US" sz="1200" dirty="0">
              <a:solidFill>
                <a:schemeClr val="tx1"/>
              </a:solidFill>
            </a:endParaRPr>
          </a:p>
        </p:txBody>
      </p:sp>
      <p:sp>
        <p:nvSpPr>
          <p:cNvPr id="55" name="TextBox 54">
            <a:extLst>
              <a:ext uri="{FF2B5EF4-FFF2-40B4-BE49-F238E27FC236}">
                <a16:creationId xmlns:a16="http://schemas.microsoft.com/office/drawing/2014/main" id="{0DC58877-937C-FE84-A25F-62225A8D1454}"/>
              </a:ext>
            </a:extLst>
          </p:cNvPr>
          <p:cNvSpPr txBox="1"/>
          <p:nvPr/>
        </p:nvSpPr>
        <p:spPr>
          <a:xfrm>
            <a:off x="5279956" y="4230048"/>
            <a:ext cx="1822390" cy="623248"/>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en-US" sz="1200" b="0" dirty="0">
                <a:solidFill>
                  <a:schemeClr val="tx1"/>
                </a:solidFill>
              </a:rPr>
              <a:t>Power BI</a:t>
            </a:r>
            <a:r>
              <a:rPr lang="en-US" sz="1200" b="0" baseline="0" dirty="0">
                <a:solidFill>
                  <a:schemeClr val="tx1"/>
                </a:solidFill>
              </a:rPr>
              <a:t> / </a:t>
            </a:r>
            <a:br>
              <a:rPr lang="th-TH" sz="1200" b="0" baseline="0" dirty="0">
                <a:solidFill>
                  <a:schemeClr val="tx1"/>
                </a:solidFill>
              </a:rPr>
            </a:br>
            <a:r>
              <a:rPr lang="en-US" sz="1200" b="0" baseline="0" dirty="0">
                <a:solidFill>
                  <a:schemeClr val="tx1"/>
                </a:solidFill>
              </a:rPr>
              <a:t>Microsoft 365 Copilot</a:t>
            </a:r>
            <a:endParaRPr lang="th-TH" sz="1200" b="0" dirty="0">
              <a:solidFill>
                <a:schemeClr val="tx1"/>
              </a:solidFill>
            </a:endParaRPr>
          </a:p>
        </p:txBody>
      </p:sp>
      <p:sp>
        <p:nvSpPr>
          <p:cNvPr id="14" name="TextBox 13">
            <a:extLst>
              <a:ext uri="{FF2B5EF4-FFF2-40B4-BE49-F238E27FC236}">
                <a16:creationId xmlns:a16="http://schemas.microsoft.com/office/drawing/2014/main" id="{99C2E803-221C-BB6C-D96D-5B41219CDB2D}"/>
              </a:ext>
            </a:extLst>
          </p:cNvPr>
          <p:cNvSpPr txBox="1"/>
          <p:nvPr/>
        </p:nvSpPr>
        <p:spPr>
          <a:xfrm>
            <a:off x="9507392" y="4220071"/>
            <a:ext cx="1846411" cy="623248"/>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en-US" sz="1200" b="0" kern="1200" dirty="0">
                <a:solidFill>
                  <a:schemeClr val="tx1"/>
                </a:solidFill>
                <a:latin typeface="+mn-lt"/>
                <a:ea typeface="+mn-ea"/>
                <a:cs typeface="+mn-cs"/>
              </a:rPr>
              <a:t>Content Creator </a:t>
            </a:r>
            <a:br>
              <a:rPr lang="en-US" sz="1200" b="0" kern="1200" dirty="0">
                <a:solidFill>
                  <a:schemeClr val="tx1"/>
                </a:solidFill>
                <a:latin typeface="+mn-lt"/>
                <a:ea typeface="+mn-ea"/>
                <a:cs typeface="+mn-cs"/>
              </a:rPr>
            </a:br>
            <a:r>
              <a:rPr lang="en-US" sz="1200" b="0" kern="1200" dirty="0">
                <a:solidFill>
                  <a:schemeClr val="tx1"/>
                </a:solidFill>
                <a:latin typeface="+mn-lt"/>
                <a:ea typeface="+mn-ea"/>
                <a:cs typeface="+mn-cs"/>
              </a:rPr>
              <a:t>(1M Followers)</a:t>
            </a:r>
          </a:p>
        </p:txBody>
      </p:sp>
      <p:sp>
        <p:nvSpPr>
          <p:cNvPr id="10" name="Footer Placeholder 4">
            <a:extLst>
              <a:ext uri="{FF2B5EF4-FFF2-40B4-BE49-F238E27FC236}">
                <a16:creationId xmlns:a16="http://schemas.microsoft.com/office/drawing/2014/main" id="{41545C2E-F6B9-BCE1-A5DD-8933DA610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1" name="Slide Number Placeholder 5">
            <a:extLst>
              <a:ext uri="{FF2B5EF4-FFF2-40B4-BE49-F238E27FC236}">
                <a16:creationId xmlns:a16="http://schemas.microsoft.com/office/drawing/2014/main" id="{CD645BB4-D26B-D36D-4004-D99BB585FC54}"/>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068421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Instructor Aj Chalaiva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311C4B-6AFD-B623-61C2-4610E20AE6E0}"/>
              </a:ext>
            </a:extLst>
          </p:cNvPr>
          <p:cNvSpPr txBox="1"/>
          <p:nvPr/>
        </p:nvSpPr>
        <p:spPr>
          <a:xfrm>
            <a:off x="838201" y="756467"/>
            <a:ext cx="6237616" cy="5047536"/>
          </a:xfrm>
          <a:prstGeom prst="rect">
            <a:avLst/>
          </a:prstGeom>
          <a:noFill/>
        </p:spPr>
        <p:txBody>
          <a:bodyPr wrap="square" rtlCol="0" anchor="ctr">
            <a:spAutoFit/>
          </a:bodyPr>
          <a:lstStyle/>
          <a:p>
            <a:pPr marL="0" indent="0">
              <a:lnSpc>
                <a:spcPct val="150000"/>
              </a:lnSpc>
              <a:spcBef>
                <a:spcPts val="0"/>
              </a:spcBef>
              <a:buFont typeface="Arial" panose="020B0604020202020204" pitchFamily="34" charset="0"/>
              <a:buNone/>
            </a:pPr>
            <a:r>
              <a:rPr lang="th-TH" sz="2400" b="1" dirty="0"/>
              <a:t>ประสบการณ์การทำงาน</a:t>
            </a:r>
            <a:r>
              <a:rPr lang="en-US" sz="2400" b="1" dirty="0"/>
              <a:t>:</a:t>
            </a:r>
            <a:endParaRPr lang="en-US" sz="2000" b="0" dirty="0"/>
          </a:p>
          <a:p>
            <a:pPr marL="457223" indent="-457223">
              <a:lnSpc>
                <a:spcPct val="150000"/>
              </a:lnSpc>
              <a:spcBef>
                <a:spcPts val="0"/>
              </a:spcBef>
              <a:buFont typeface="Arial" panose="020B0604020202020204" pitchFamily="34" charset="0"/>
              <a:buChar char="•"/>
            </a:pPr>
            <a:r>
              <a:rPr lang="th-TH" sz="1600" dirty="0"/>
              <a:t>วิทยากร </a:t>
            </a:r>
            <a:r>
              <a:rPr lang="en-US" sz="1600" dirty="0"/>
              <a:t>9Expert Training </a:t>
            </a:r>
            <a:br>
              <a:rPr lang="en-US" sz="1600" dirty="0"/>
            </a:br>
            <a:r>
              <a:rPr lang="en-US" sz="1600" dirty="0"/>
              <a:t>(AI, Copilot, Power BI, Power Automate, Power Apps, Excel)</a:t>
            </a:r>
          </a:p>
          <a:p>
            <a:pPr marL="457223" indent="-457223">
              <a:lnSpc>
                <a:spcPct val="150000"/>
              </a:lnSpc>
              <a:spcBef>
                <a:spcPts val="0"/>
              </a:spcBef>
              <a:buFont typeface="Arial" panose="020B0604020202020204" pitchFamily="34" charset="0"/>
              <a:buChar char="•"/>
            </a:pPr>
            <a:r>
              <a:rPr lang="en-US" sz="1600" dirty="0"/>
              <a:t>World Bank Consultant</a:t>
            </a:r>
          </a:p>
          <a:p>
            <a:pPr marL="457223" indent="-457223">
              <a:lnSpc>
                <a:spcPct val="150000"/>
              </a:lnSpc>
              <a:spcBef>
                <a:spcPts val="0"/>
              </a:spcBef>
              <a:buFont typeface="Arial" panose="020B0604020202020204" pitchFamily="34" charset="0"/>
              <a:buChar char="•"/>
            </a:pPr>
            <a:r>
              <a:rPr lang="th-TH" sz="1600" dirty="0"/>
              <a:t>อนุกรรมาธิการ เทคนิค การแข่งขันฝีมือแรงงาน อาเซียน </a:t>
            </a:r>
            <a:br>
              <a:rPr lang="en-US" sz="1600" dirty="0"/>
            </a:br>
            <a:r>
              <a:rPr lang="en-US" sz="1600" dirty="0"/>
              <a:t>(World Skill Thailand)</a:t>
            </a:r>
          </a:p>
          <a:p>
            <a:pPr marL="457223" indent="-457223">
              <a:lnSpc>
                <a:spcPct val="150000"/>
              </a:lnSpc>
              <a:spcBef>
                <a:spcPts val="0"/>
              </a:spcBef>
              <a:buFont typeface="Arial" panose="020B0604020202020204" pitchFamily="34" charset="0"/>
              <a:buChar char="•"/>
            </a:pPr>
            <a:r>
              <a:rPr lang="th-TH" sz="1600" dirty="0"/>
              <a:t>วิทยากร หน่วยงานรัฐ องค์กรชั้นนำมากมาย</a:t>
            </a:r>
          </a:p>
          <a:p>
            <a:pPr marL="457223" indent="-457223">
              <a:lnSpc>
                <a:spcPct val="150000"/>
              </a:lnSpc>
              <a:spcBef>
                <a:spcPts val="0"/>
              </a:spcBef>
              <a:buFont typeface="Arial" panose="020B0604020202020204" pitchFamily="34" charset="0"/>
              <a:buChar char="•"/>
            </a:pPr>
            <a:r>
              <a:rPr lang="th-TH" sz="1600" dirty="0"/>
              <a:t>ที่ปรึกษาด้าน </a:t>
            </a:r>
            <a:r>
              <a:rPr lang="en-US" sz="1600" dirty="0"/>
              <a:t>Business Analytics: AOT, SCB, BJC, BTS, etc.</a:t>
            </a:r>
          </a:p>
          <a:p>
            <a:pPr marL="457223" indent="-457223">
              <a:lnSpc>
                <a:spcPct val="150000"/>
              </a:lnSpc>
              <a:spcBef>
                <a:spcPts val="0"/>
              </a:spcBef>
              <a:buFont typeface="Arial" panose="020B0604020202020204" pitchFamily="34" charset="0"/>
              <a:buChar char="•"/>
            </a:pPr>
            <a:r>
              <a:rPr lang="en-US" sz="1600" dirty="0"/>
              <a:t>Community Leader: </a:t>
            </a:r>
          </a:p>
          <a:p>
            <a:pPr marL="914446" lvl="1" indent="-457223">
              <a:lnSpc>
                <a:spcPct val="150000"/>
              </a:lnSpc>
              <a:spcBef>
                <a:spcPts val="0"/>
              </a:spcBef>
              <a:buFont typeface="Wingdings" panose="05000000000000000000" pitchFamily="2" charset="2"/>
              <a:buChar char="§"/>
            </a:pPr>
            <a:r>
              <a:rPr lang="en-US" sz="1600" dirty="0"/>
              <a:t>Turn Data into Insights with Power BI</a:t>
            </a:r>
          </a:p>
          <a:p>
            <a:pPr marL="914446" lvl="1" indent="-457223">
              <a:lnSpc>
                <a:spcPct val="150000"/>
              </a:lnSpc>
              <a:spcBef>
                <a:spcPts val="0"/>
              </a:spcBef>
              <a:buFont typeface="Wingdings" panose="05000000000000000000" pitchFamily="2" charset="2"/>
              <a:buChar char="§"/>
            </a:pPr>
            <a:r>
              <a:rPr lang="en-US" sz="1600" dirty="0"/>
              <a:t>Excel Community Thailand</a:t>
            </a:r>
          </a:p>
          <a:p>
            <a:pPr marL="914446" lvl="1" indent="-457223">
              <a:lnSpc>
                <a:spcPct val="150000"/>
              </a:lnSpc>
              <a:spcBef>
                <a:spcPts val="0"/>
              </a:spcBef>
              <a:buFont typeface="Wingdings" panose="05000000000000000000" pitchFamily="2" charset="2"/>
              <a:buChar char="§"/>
            </a:pPr>
            <a:r>
              <a:rPr lang="en-US" sz="1600" dirty="0"/>
              <a:t>RPA Thailand</a:t>
            </a:r>
          </a:p>
          <a:p>
            <a:pPr marL="457223" indent="-457223">
              <a:lnSpc>
                <a:spcPct val="150000"/>
              </a:lnSpc>
              <a:spcBef>
                <a:spcPts val="0"/>
              </a:spcBef>
              <a:buFont typeface="Arial" panose="020B0604020202020204" pitchFamily="34" charset="0"/>
              <a:buChar char="•"/>
            </a:pPr>
            <a:r>
              <a:rPr lang="th-TH" sz="1600" dirty="0"/>
              <a:t>นักเขียน </a:t>
            </a:r>
            <a:r>
              <a:rPr lang="en-US" sz="1600" dirty="0"/>
              <a:t>9Experttraining.com</a:t>
            </a:r>
            <a:endParaRPr lang="en-US" sz="1800" dirty="0"/>
          </a:p>
        </p:txBody>
      </p:sp>
      <p:sp>
        <p:nvSpPr>
          <p:cNvPr id="10" name="Rectangle: Rounded Corners 9">
            <a:extLst>
              <a:ext uri="{FF2B5EF4-FFF2-40B4-BE49-F238E27FC236}">
                <a16:creationId xmlns:a16="http://schemas.microsoft.com/office/drawing/2014/main" id="{E48AA0A4-F251-A8C9-2C66-4D50954F064F}"/>
              </a:ext>
            </a:extLst>
          </p:cNvPr>
          <p:cNvSpPr/>
          <p:nvPr/>
        </p:nvSpPr>
        <p:spPr bwMode="gray">
          <a:xfrm>
            <a:off x="7817148" y="2419820"/>
            <a:ext cx="1614330" cy="1095748"/>
          </a:xfrm>
          <a:prstGeom prst="roundRect">
            <a:avLst>
              <a:gd name="adj" fmla="val 8240"/>
            </a:avLst>
          </a:prstGeom>
          <a:blipFill>
            <a:blip r:embed="rId3">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Rounded Corners 10">
            <a:extLst>
              <a:ext uri="{FF2B5EF4-FFF2-40B4-BE49-F238E27FC236}">
                <a16:creationId xmlns:a16="http://schemas.microsoft.com/office/drawing/2014/main" id="{B85454D0-8338-B63D-741B-F1BA399C839C}"/>
              </a:ext>
            </a:extLst>
          </p:cNvPr>
          <p:cNvSpPr/>
          <p:nvPr/>
        </p:nvSpPr>
        <p:spPr bwMode="gray">
          <a:xfrm>
            <a:off x="7818790" y="3635969"/>
            <a:ext cx="1614330" cy="1095748"/>
          </a:xfrm>
          <a:prstGeom prst="roundRect">
            <a:avLst>
              <a:gd name="adj" fmla="val 8240"/>
            </a:avLst>
          </a:prstGeom>
          <a:blipFill>
            <a:blip r:embed="rId4">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Rounded Corners 13">
            <a:extLst>
              <a:ext uri="{FF2B5EF4-FFF2-40B4-BE49-F238E27FC236}">
                <a16:creationId xmlns:a16="http://schemas.microsoft.com/office/drawing/2014/main" id="{8758869E-635F-25FA-8650-2185D9DF5F77}"/>
              </a:ext>
            </a:extLst>
          </p:cNvPr>
          <p:cNvSpPr/>
          <p:nvPr/>
        </p:nvSpPr>
        <p:spPr bwMode="gray">
          <a:xfrm>
            <a:off x="9558992" y="2419820"/>
            <a:ext cx="1614330" cy="1095748"/>
          </a:xfrm>
          <a:prstGeom prst="roundRect">
            <a:avLst>
              <a:gd name="adj" fmla="val 8240"/>
            </a:avLst>
          </a:prstGeom>
          <a:blipFill>
            <a:blip r:embed="rId5">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Rounded Corners 14">
            <a:extLst>
              <a:ext uri="{FF2B5EF4-FFF2-40B4-BE49-F238E27FC236}">
                <a16:creationId xmlns:a16="http://schemas.microsoft.com/office/drawing/2014/main" id="{0A15A8E1-D947-FE8A-4F4C-BCA6140239AC}"/>
              </a:ext>
            </a:extLst>
          </p:cNvPr>
          <p:cNvSpPr/>
          <p:nvPr/>
        </p:nvSpPr>
        <p:spPr bwMode="gray">
          <a:xfrm>
            <a:off x="9560634" y="3635969"/>
            <a:ext cx="1614330" cy="1095748"/>
          </a:xfrm>
          <a:prstGeom prst="roundRect">
            <a:avLst>
              <a:gd name="adj" fmla="val 8240"/>
            </a:avLst>
          </a:prstGeom>
          <a:blipFill>
            <a:blip r:embed="rId6">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Picture 6">
            <a:extLst>
              <a:ext uri="{FF2B5EF4-FFF2-40B4-BE49-F238E27FC236}">
                <a16:creationId xmlns:a16="http://schemas.microsoft.com/office/drawing/2014/main" id="{7DDB82A0-9FEC-B394-8A7C-C4C4707C0FD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799402" y="4964817"/>
            <a:ext cx="1860888" cy="752273"/>
          </a:xfrm>
          <a:prstGeom prst="rect">
            <a:avLst/>
          </a:prstGeom>
        </p:spPr>
      </p:pic>
      <p:sp>
        <p:nvSpPr>
          <p:cNvPr id="8" name="TextBox 7">
            <a:extLst>
              <a:ext uri="{FF2B5EF4-FFF2-40B4-BE49-F238E27FC236}">
                <a16:creationId xmlns:a16="http://schemas.microsoft.com/office/drawing/2014/main" id="{E69FF3FB-3498-1F5E-8C94-D3987E5F7D53}"/>
              </a:ext>
            </a:extLst>
          </p:cNvPr>
          <p:cNvSpPr txBox="1"/>
          <p:nvPr/>
        </p:nvSpPr>
        <p:spPr>
          <a:xfrm>
            <a:off x="9671563" y="5000681"/>
            <a:ext cx="1614329" cy="707886"/>
          </a:xfrm>
          <a:prstGeom prst="rect">
            <a:avLst/>
          </a:prstGeom>
          <a:noFill/>
        </p:spPr>
        <p:txBody>
          <a:bodyPr wrap="square" rtlCol="0">
            <a:spAutoFit/>
          </a:bodyPr>
          <a:lstStyle/>
          <a:p>
            <a:r>
              <a:rPr lang="en-US" sz="2000" dirty="0"/>
              <a:t>2024-2026</a:t>
            </a:r>
            <a:br>
              <a:rPr lang="en-US" sz="2000" dirty="0"/>
            </a:br>
            <a:r>
              <a:rPr lang="en-US" sz="2000" dirty="0"/>
              <a:t>2023</a:t>
            </a:r>
          </a:p>
        </p:txBody>
      </p:sp>
      <p:sp>
        <p:nvSpPr>
          <p:cNvPr id="9" name="TextBox 8">
            <a:extLst>
              <a:ext uri="{FF2B5EF4-FFF2-40B4-BE49-F238E27FC236}">
                <a16:creationId xmlns:a16="http://schemas.microsoft.com/office/drawing/2014/main" id="{4288FE84-879C-B6A5-04E0-CFF5EFCBCF5D}"/>
              </a:ext>
            </a:extLst>
          </p:cNvPr>
          <p:cNvSpPr txBox="1"/>
          <p:nvPr/>
        </p:nvSpPr>
        <p:spPr>
          <a:xfrm>
            <a:off x="7880905" y="5776289"/>
            <a:ext cx="3356173" cy="338554"/>
          </a:xfrm>
          <a:prstGeom prst="rect">
            <a:avLst/>
          </a:prstGeom>
          <a:noFill/>
        </p:spPr>
        <p:txBody>
          <a:bodyPr wrap="square" rtlCol="0">
            <a:spAutoFit/>
          </a:bodyPr>
          <a:lstStyle/>
          <a:p>
            <a:pPr algn="ctr"/>
            <a:r>
              <a:rPr lang="en-US" sz="1600" dirty="0"/>
              <a:t>Power BI/M365 Copilot</a:t>
            </a:r>
          </a:p>
        </p:txBody>
      </p:sp>
      <p:pic>
        <p:nvPicPr>
          <p:cNvPr id="2" name="Picture 1">
            <a:extLst>
              <a:ext uri="{FF2B5EF4-FFF2-40B4-BE49-F238E27FC236}">
                <a16:creationId xmlns:a16="http://schemas.microsoft.com/office/drawing/2014/main" id="{CEA835CA-AED0-DBAB-7509-E6E9BC53A03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817148" y="1081713"/>
            <a:ext cx="1609092" cy="1237535"/>
          </a:xfrm>
          <a:prstGeom prst="roundRect">
            <a:avLst>
              <a:gd name="adj" fmla="val 7668"/>
            </a:avLst>
          </a:prstGeom>
          <a:blipFill>
            <a:blip r:embed="rId3">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49274681-F551-3C0D-AB48-0C22552A8DE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558991" y="1073283"/>
            <a:ext cx="1617960" cy="1245964"/>
          </a:xfrm>
          <a:prstGeom prst="roundRect">
            <a:avLst>
              <a:gd name="adj" fmla="val 7258"/>
            </a:avLst>
          </a:prstGeom>
          <a:blipFill>
            <a:blip r:embed="rId3">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pic>
      <p:sp>
        <p:nvSpPr>
          <p:cNvPr id="16" name="Footer Placeholder 4">
            <a:extLst>
              <a:ext uri="{FF2B5EF4-FFF2-40B4-BE49-F238E27FC236}">
                <a16:creationId xmlns:a16="http://schemas.microsoft.com/office/drawing/2014/main" id="{055667D4-9224-09B3-4FBA-4E3D73B27523}"/>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7" name="Slide Number Placeholder 5">
            <a:extLst>
              <a:ext uri="{FF2B5EF4-FFF2-40B4-BE49-F238E27FC236}">
                <a16:creationId xmlns:a16="http://schemas.microsoft.com/office/drawing/2014/main" id="{4173C00D-B724-8994-1EDE-2ABBA0183EB8}"/>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705067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Instructor_Ekpongto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061ACB49-E314-8D27-C357-CB2AD74706C4}"/>
              </a:ext>
            </a:extLst>
          </p:cNvPr>
          <p:cNvSpPr/>
          <p:nvPr/>
        </p:nvSpPr>
        <p:spPr bwMode="ltGray">
          <a:xfrm>
            <a:off x="955609" y="1765088"/>
            <a:ext cx="3962400" cy="3962400"/>
          </a:xfrm>
          <a:prstGeom prst="ellipse">
            <a:avLst/>
          </a:prstGeom>
          <a:gradFill flip="none" rotWithShape="1">
            <a:gsLst>
              <a:gs pos="0">
                <a:schemeClr val="accent3"/>
              </a:gs>
              <a:gs pos="50000">
                <a:schemeClr val="accent2"/>
              </a:gs>
              <a:gs pos="97000">
                <a:schemeClr val="accent1"/>
              </a:gs>
            </a:gsLst>
            <a:lin ang="2700000" scaled="1"/>
            <a:tileRect/>
          </a:gra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8" name="TextBox 7">
            <a:extLst>
              <a:ext uri="{FF2B5EF4-FFF2-40B4-BE49-F238E27FC236}">
                <a16:creationId xmlns:a16="http://schemas.microsoft.com/office/drawing/2014/main" id="{9BADDD1F-29ED-8137-659E-B61B168D15F1}"/>
              </a:ext>
            </a:extLst>
          </p:cNvPr>
          <p:cNvSpPr txBox="1"/>
          <p:nvPr/>
        </p:nvSpPr>
        <p:spPr bwMode="black">
          <a:xfrm>
            <a:off x="5188137" y="1765089"/>
            <a:ext cx="6304330" cy="661720"/>
          </a:xfrm>
          <a:prstGeom prst="rect">
            <a:avLst/>
          </a:prstGeom>
          <a:noFill/>
        </p:spPr>
        <p:txBody>
          <a:bodyPr wrap="square" rtlCol="0" anchor="ctr">
            <a:spAutoFit/>
          </a:bodyPr>
          <a:lstStyle/>
          <a:p>
            <a:pPr algn="ctr" defTabSz="914423" rtl="0" eaLnBrk="1" latinLnBrk="0" hangingPunct="1">
              <a:lnSpc>
                <a:spcPct val="90000"/>
              </a:lnSpc>
              <a:spcBef>
                <a:spcPct val="0"/>
              </a:spcBef>
              <a:buNone/>
            </a:pPr>
            <a:r>
              <a:rPr lang="th-TH" sz="4000" b="1" kern="1200" dirty="0">
                <a:solidFill>
                  <a:schemeClr val="accent2"/>
                </a:solidFill>
                <a:latin typeface="+mn-lt"/>
                <a:ea typeface="+mj-ea"/>
                <a:cs typeface="LINE Seed Sans TH" panose="020B0303020203020204" pitchFamily="34" charset="-34"/>
              </a:rPr>
              <a:t>เอกพงศ์ธร เอื้อประเสริฐวณิช</a:t>
            </a:r>
            <a:endParaRPr lang="en-US" sz="4000" b="1" kern="1200" dirty="0">
              <a:solidFill>
                <a:schemeClr val="accent2"/>
              </a:solidFill>
              <a:latin typeface="+mn-lt"/>
              <a:ea typeface="+mj-ea"/>
              <a:cs typeface="LINE Seed Sans TH" panose="020B0303020203020204" pitchFamily="34" charset="-34"/>
            </a:endParaRPr>
          </a:p>
        </p:txBody>
      </p:sp>
      <p:sp>
        <p:nvSpPr>
          <p:cNvPr id="9" name="TextBox 8">
            <a:extLst>
              <a:ext uri="{FF2B5EF4-FFF2-40B4-BE49-F238E27FC236}">
                <a16:creationId xmlns:a16="http://schemas.microsoft.com/office/drawing/2014/main" id="{2882E0B1-EF5F-F1F2-36EB-BB112CF15EFA}"/>
              </a:ext>
            </a:extLst>
          </p:cNvPr>
          <p:cNvSpPr txBox="1"/>
          <p:nvPr/>
        </p:nvSpPr>
        <p:spPr>
          <a:xfrm>
            <a:off x="5188137" y="2542571"/>
            <a:ext cx="6304329" cy="800219"/>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th-TH" sz="1600" dirty="0">
                <a:solidFill>
                  <a:schemeClr val="tx1"/>
                </a:solidFill>
              </a:rPr>
              <a:t>วิทยากร </a:t>
            </a:r>
            <a:r>
              <a:rPr lang="en-US" sz="1600" dirty="0">
                <a:solidFill>
                  <a:schemeClr val="tx1"/>
                </a:solidFill>
              </a:rPr>
              <a:t>9Expert Training</a:t>
            </a:r>
            <a:r>
              <a:rPr lang="th-TH" sz="1600" dirty="0">
                <a:solidFill>
                  <a:schemeClr val="tx1"/>
                </a:solidFill>
              </a:rPr>
              <a:t> กลุ่มหลักสูตร </a:t>
            </a:r>
            <a:r>
              <a:rPr lang="en-US" sz="1600" dirty="0">
                <a:solidFill>
                  <a:schemeClr val="tx1"/>
                </a:solidFill>
              </a:rPr>
              <a:t>GitHub Copilot,</a:t>
            </a:r>
            <a:r>
              <a:rPr lang="th-TH" sz="1600" dirty="0">
                <a:solidFill>
                  <a:schemeClr val="tx1"/>
                </a:solidFill>
              </a:rPr>
              <a:t> </a:t>
            </a:r>
            <a:br>
              <a:rPr lang="en-US" sz="1600" dirty="0">
                <a:solidFill>
                  <a:schemeClr val="tx1"/>
                </a:solidFill>
              </a:rPr>
            </a:br>
            <a:r>
              <a:rPr lang="en-US" sz="1600" dirty="0">
                <a:solidFill>
                  <a:schemeClr val="tx1"/>
                </a:solidFill>
              </a:rPr>
              <a:t>Power BI, Power Automate, Power Apps </a:t>
            </a:r>
            <a:r>
              <a:rPr lang="th-TH" sz="1600" dirty="0">
                <a:solidFill>
                  <a:schemeClr val="tx1"/>
                </a:solidFill>
              </a:rPr>
              <a:t>และ </a:t>
            </a:r>
            <a:r>
              <a:rPr lang="en-US" sz="1600" dirty="0">
                <a:solidFill>
                  <a:schemeClr val="tx1"/>
                </a:solidFill>
              </a:rPr>
              <a:t>Web Development</a:t>
            </a:r>
            <a:endParaRPr lang="en-US" sz="1200" dirty="0">
              <a:solidFill>
                <a:schemeClr val="tx1"/>
              </a:solidFill>
            </a:endParaRPr>
          </a:p>
        </p:txBody>
      </p:sp>
      <p:pic>
        <p:nvPicPr>
          <p:cNvPr id="18" name="Picture 17">
            <a:extLst>
              <a:ext uri="{FF2B5EF4-FFF2-40B4-BE49-F238E27FC236}">
                <a16:creationId xmlns:a16="http://schemas.microsoft.com/office/drawing/2014/main" id="{6FFC38F2-5248-AFED-28B0-6633EB3791C2}"/>
              </a:ext>
            </a:extLst>
          </p:cNvPr>
          <p:cNvPicPr>
            <a:picLocks noChangeAspect="1"/>
          </p:cNvPicPr>
          <p:nvPr/>
        </p:nvPicPr>
        <p:blipFill>
          <a:blip r:embed="rId3">
            <a:extLst>
              <a:ext uri="{28A0092B-C50C-407E-A947-70E740481C1C}">
                <a14:useLocalDpi xmlns:a14="http://schemas.microsoft.com/office/drawing/2010/main" val="0"/>
              </a:ext>
            </a:extLst>
          </a:blip>
          <a:srcRect r="2861" b="5643"/>
          <a:stretch>
            <a:fillRect/>
          </a:stretch>
        </p:blipFill>
        <p:spPr>
          <a:xfrm>
            <a:off x="1066767" y="1030034"/>
            <a:ext cx="3851243" cy="4697454"/>
          </a:xfrm>
          <a:custGeom>
            <a:avLst/>
            <a:gdLst>
              <a:gd name="csX0" fmla="*/ 1546908 w 3851243"/>
              <a:gd name="csY0" fmla="*/ 0 h 4697454"/>
              <a:gd name="csX1" fmla="*/ 2193178 w 3851243"/>
              <a:gd name="csY1" fmla="*/ 0 h 4697454"/>
              <a:gd name="csX2" fmla="*/ 2216969 w 3851243"/>
              <a:gd name="csY2" fmla="*/ 7385 h 4697454"/>
              <a:gd name="csX3" fmla="*/ 2761323 w 3851243"/>
              <a:gd name="csY3" fmla="*/ 828624 h 4697454"/>
              <a:gd name="csX4" fmla="*/ 2756721 w 3851243"/>
              <a:gd name="csY4" fmla="*/ 919752 h 4697454"/>
              <a:gd name="csX5" fmla="*/ 2752935 w 3851243"/>
              <a:gd name="csY5" fmla="*/ 944564 h 4697454"/>
              <a:gd name="csX6" fmla="*/ 2814401 w 3851243"/>
              <a:gd name="csY6" fmla="*/ 974174 h 4697454"/>
              <a:gd name="csX7" fmla="*/ 3851243 w 3851243"/>
              <a:gd name="csY7" fmla="*/ 2716254 h 4697454"/>
              <a:gd name="csX8" fmla="*/ 1870043 w 3851243"/>
              <a:gd name="csY8" fmla="*/ 4697454 h 4697454"/>
              <a:gd name="csX9" fmla="*/ 44536 w 3851243"/>
              <a:gd name="csY9" fmla="*/ 3487427 h 4697454"/>
              <a:gd name="csX10" fmla="*/ 0 w 3851243"/>
              <a:gd name="csY10" fmla="*/ 3365747 h 4697454"/>
              <a:gd name="csX11" fmla="*/ 0 w 3851243"/>
              <a:gd name="csY11" fmla="*/ 2061793 h 4697454"/>
              <a:gd name="csX12" fmla="*/ 4929 w 3851243"/>
              <a:gd name="csY12" fmla="*/ 2046447 h 4697454"/>
              <a:gd name="csX13" fmla="*/ 925685 w 3851243"/>
              <a:gd name="csY13" fmla="*/ 974174 h 4697454"/>
              <a:gd name="csX14" fmla="*/ 987152 w 3851243"/>
              <a:gd name="csY14" fmla="*/ 944564 h 4697454"/>
              <a:gd name="csX15" fmla="*/ 983365 w 3851243"/>
              <a:gd name="csY15" fmla="*/ 919752 h 4697454"/>
              <a:gd name="csX16" fmla="*/ 978763 w 3851243"/>
              <a:gd name="csY16" fmla="*/ 828624 h 4697454"/>
              <a:gd name="csX17" fmla="*/ 1523117 w 3851243"/>
              <a:gd name="csY17" fmla="*/ 7385 h 4697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851243" h="4697454">
                <a:moveTo>
                  <a:pt x="1546908" y="0"/>
                </a:moveTo>
                <a:lnTo>
                  <a:pt x="2193178" y="0"/>
                </a:lnTo>
                <a:lnTo>
                  <a:pt x="2216969" y="7385"/>
                </a:lnTo>
                <a:cubicBezTo>
                  <a:pt x="2536863" y="142689"/>
                  <a:pt x="2761323" y="459444"/>
                  <a:pt x="2761323" y="828624"/>
                </a:cubicBezTo>
                <a:cubicBezTo>
                  <a:pt x="2761323" y="859389"/>
                  <a:pt x="2759764" y="889790"/>
                  <a:pt x="2756721" y="919752"/>
                </a:cubicBezTo>
                <a:lnTo>
                  <a:pt x="2752935" y="944564"/>
                </a:lnTo>
                <a:lnTo>
                  <a:pt x="2814401" y="974174"/>
                </a:lnTo>
                <a:cubicBezTo>
                  <a:pt x="3431991" y="1309669"/>
                  <a:pt x="3851243" y="1964001"/>
                  <a:pt x="3851243" y="2716254"/>
                </a:cubicBezTo>
                <a:cubicBezTo>
                  <a:pt x="3851243" y="3810441"/>
                  <a:pt x="2964230" y="4697454"/>
                  <a:pt x="1870043" y="4697454"/>
                </a:cubicBezTo>
                <a:cubicBezTo>
                  <a:pt x="1049403" y="4697454"/>
                  <a:pt x="345298" y="4198509"/>
                  <a:pt x="44536" y="3487427"/>
                </a:cubicBezTo>
                <a:lnTo>
                  <a:pt x="0" y="3365747"/>
                </a:lnTo>
                <a:lnTo>
                  <a:pt x="0" y="2061793"/>
                </a:lnTo>
                <a:lnTo>
                  <a:pt x="4929" y="2046447"/>
                </a:lnTo>
                <a:cubicBezTo>
                  <a:pt x="170245" y="1586180"/>
                  <a:pt x="501092" y="1204827"/>
                  <a:pt x="925685" y="974174"/>
                </a:cubicBezTo>
                <a:lnTo>
                  <a:pt x="987152" y="944564"/>
                </a:lnTo>
                <a:lnTo>
                  <a:pt x="983365" y="919752"/>
                </a:lnTo>
                <a:cubicBezTo>
                  <a:pt x="980322" y="889790"/>
                  <a:pt x="978763" y="859389"/>
                  <a:pt x="978763" y="828624"/>
                </a:cubicBezTo>
                <a:cubicBezTo>
                  <a:pt x="978763" y="459444"/>
                  <a:pt x="1203223" y="142689"/>
                  <a:pt x="1523117" y="7385"/>
                </a:cubicBezTo>
                <a:close/>
              </a:path>
            </a:pathLst>
          </a:custGeom>
        </p:spPr>
      </p:pic>
      <p:sp>
        <p:nvSpPr>
          <p:cNvPr id="31" name="TextBox 30">
            <a:extLst>
              <a:ext uri="{FF2B5EF4-FFF2-40B4-BE49-F238E27FC236}">
                <a16:creationId xmlns:a16="http://schemas.microsoft.com/office/drawing/2014/main" id="{E9C1795D-0623-226E-268F-FB2CEDEA3569}"/>
              </a:ext>
            </a:extLst>
          </p:cNvPr>
          <p:cNvSpPr txBox="1"/>
          <p:nvPr/>
        </p:nvSpPr>
        <p:spPr>
          <a:xfrm>
            <a:off x="5257802" y="3458552"/>
            <a:ext cx="6096000" cy="1908215"/>
          </a:xfrm>
          <a:prstGeom prst="rect">
            <a:avLst/>
          </a:prstGeom>
          <a:noFill/>
        </p:spPr>
        <p:txBody>
          <a:bodyPr wrap="square">
            <a:spAutoFit/>
          </a:bodyPr>
          <a:lstStyle/>
          <a:p>
            <a:pPr marL="457223" indent="-457223">
              <a:lnSpc>
                <a:spcPct val="150000"/>
              </a:lnSpc>
              <a:buFont typeface="Arial" panose="020B0604020202020204" pitchFamily="34" charset="0"/>
              <a:buChar char="•"/>
            </a:pPr>
            <a:r>
              <a:rPr lang="en-US" sz="1600" dirty="0"/>
              <a:t>Microsoft Certified Trainer</a:t>
            </a:r>
          </a:p>
          <a:p>
            <a:pPr marL="457223" indent="-457223">
              <a:lnSpc>
                <a:spcPct val="150000"/>
              </a:lnSpc>
              <a:buFont typeface="Arial" panose="020B0604020202020204" pitchFamily="34" charset="0"/>
              <a:buChar char="•"/>
            </a:pPr>
            <a:r>
              <a:rPr lang="en-US" sz="1600" dirty="0"/>
              <a:t>Microsoft Specialist</a:t>
            </a:r>
          </a:p>
          <a:p>
            <a:pPr marL="457223" indent="-457223">
              <a:lnSpc>
                <a:spcPct val="150000"/>
              </a:lnSpc>
              <a:buFont typeface="Arial" panose="020B0604020202020204" pitchFamily="34" charset="0"/>
              <a:buChar char="•"/>
            </a:pPr>
            <a:r>
              <a:rPr lang="en-US" sz="1600" dirty="0"/>
              <a:t>Microsoft Certified Professional</a:t>
            </a:r>
          </a:p>
          <a:p>
            <a:pPr marL="457223" indent="-457223">
              <a:lnSpc>
                <a:spcPct val="150000"/>
              </a:lnSpc>
              <a:buFont typeface="Arial" panose="020B0604020202020204" pitchFamily="34" charset="0"/>
              <a:buChar char="•"/>
            </a:pPr>
            <a:r>
              <a:rPr lang="en-US" sz="1600" dirty="0"/>
              <a:t>Microsoft Certified Solution Developer</a:t>
            </a:r>
          </a:p>
          <a:p>
            <a:pPr marL="457223" indent="-457223">
              <a:lnSpc>
                <a:spcPct val="150000"/>
              </a:lnSpc>
              <a:buFont typeface="Arial" panose="020B0604020202020204" pitchFamily="34" charset="0"/>
              <a:buChar char="•"/>
            </a:pPr>
            <a:r>
              <a:rPr lang="en-US" sz="1600" dirty="0"/>
              <a:t>Microsoft Certified Solution Associate</a:t>
            </a:r>
          </a:p>
        </p:txBody>
      </p:sp>
      <p:sp>
        <p:nvSpPr>
          <p:cNvPr id="32" name="Footer Placeholder 4">
            <a:extLst>
              <a:ext uri="{FF2B5EF4-FFF2-40B4-BE49-F238E27FC236}">
                <a16:creationId xmlns:a16="http://schemas.microsoft.com/office/drawing/2014/main" id="{6A306451-9011-351D-3DAC-511295FEA965}"/>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33" name="Slide Number Placeholder 5">
            <a:extLst>
              <a:ext uri="{FF2B5EF4-FFF2-40B4-BE49-F238E27FC236}">
                <a16:creationId xmlns:a16="http://schemas.microsoft.com/office/drawing/2014/main" id="{42490F20-710F-2EAE-5F88-176D21531977}"/>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651776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Instructor Aj Ekpongtor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311C4B-6AFD-B623-61C2-4610E20AE6E0}"/>
              </a:ext>
            </a:extLst>
          </p:cNvPr>
          <p:cNvSpPr txBox="1"/>
          <p:nvPr/>
        </p:nvSpPr>
        <p:spPr>
          <a:xfrm>
            <a:off x="744210" y="1461155"/>
            <a:ext cx="6854455" cy="3935693"/>
          </a:xfrm>
          <a:prstGeom prst="rect">
            <a:avLst/>
          </a:prstGeom>
          <a:noFill/>
        </p:spPr>
        <p:txBody>
          <a:bodyPr wrap="square" rtlCol="0" anchor="ctr">
            <a:spAutoFit/>
          </a:bodyPr>
          <a:lstStyle/>
          <a:p>
            <a:pPr marL="0" indent="0">
              <a:lnSpc>
                <a:spcPct val="150000"/>
              </a:lnSpc>
              <a:spcBef>
                <a:spcPts val="0"/>
              </a:spcBef>
              <a:buFont typeface="Arial" panose="020B0604020202020204" pitchFamily="34" charset="0"/>
              <a:buNone/>
            </a:pPr>
            <a:r>
              <a:rPr lang="th-TH" sz="2400" b="1" dirty="0"/>
              <a:t>ประสบการณ์การทำงาน</a:t>
            </a:r>
            <a:r>
              <a:rPr lang="en-US" sz="2400" b="1" dirty="0"/>
              <a:t>:</a:t>
            </a:r>
            <a:endParaRPr lang="en-US" sz="2000" b="0" dirty="0"/>
          </a:p>
          <a:p>
            <a:pPr marL="457223" indent="-457223">
              <a:lnSpc>
                <a:spcPct val="150000"/>
              </a:lnSpc>
              <a:spcBef>
                <a:spcPts val="0"/>
              </a:spcBef>
              <a:buFont typeface="Arial" panose="020B0604020202020204" pitchFamily="34" charset="0"/>
              <a:buChar char="•"/>
            </a:pPr>
            <a:r>
              <a:rPr lang="th-TH" sz="1800" dirty="0"/>
              <a:t>วิทยากร 9</a:t>
            </a:r>
            <a:r>
              <a:rPr lang="en-US" sz="1800" dirty="0"/>
              <a:t>Expert </a:t>
            </a:r>
            <a:br>
              <a:rPr lang="en-US" sz="1800" dirty="0"/>
            </a:br>
            <a:r>
              <a:rPr lang="en-US" sz="1800" dirty="0"/>
              <a:t>( Power BI, Power Automate, Power Apps, </a:t>
            </a:r>
            <a:br>
              <a:rPr lang="en-US" sz="1800" dirty="0"/>
            </a:br>
            <a:r>
              <a:rPr lang="en-US" sz="1800" dirty="0"/>
              <a:t>Programming in C#, ASP.NET Web Development, Bootstrap, .NET MAUI)</a:t>
            </a:r>
          </a:p>
          <a:p>
            <a:pPr marL="457223" indent="-457223">
              <a:lnSpc>
                <a:spcPct val="150000"/>
              </a:lnSpc>
              <a:spcBef>
                <a:spcPts val="0"/>
              </a:spcBef>
              <a:buFont typeface="Arial" panose="020B0604020202020204" pitchFamily="34" charset="0"/>
              <a:buChar char="•"/>
            </a:pPr>
            <a:r>
              <a:rPr lang="th-TH" sz="1800" dirty="0"/>
              <a:t>อนุกรรมาธิการ เทคนิค การแข่งขันฝีมือแรงงาน อาเซียน </a:t>
            </a:r>
            <a:br>
              <a:rPr lang="en-US" sz="1800" dirty="0"/>
            </a:br>
            <a:r>
              <a:rPr lang="th-TH" sz="1800" dirty="0"/>
              <a:t>(</a:t>
            </a:r>
            <a:r>
              <a:rPr lang="en-US" sz="1800" dirty="0"/>
              <a:t>World Skill Thailand)</a:t>
            </a:r>
          </a:p>
          <a:p>
            <a:pPr marL="457223" indent="-457223">
              <a:lnSpc>
                <a:spcPct val="150000"/>
              </a:lnSpc>
              <a:spcBef>
                <a:spcPts val="0"/>
              </a:spcBef>
              <a:buFont typeface="Arial" panose="020B0604020202020204" pitchFamily="34" charset="0"/>
              <a:buChar char="•"/>
            </a:pPr>
            <a:r>
              <a:rPr lang="th-TH" sz="1800" dirty="0"/>
              <a:t>วิทยากร หน่วยงานภาครัฐ องค์กรชั้นนำมากมาย</a:t>
            </a:r>
          </a:p>
          <a:p>
            <a:pPr marL="457223" indent="-457223">
              <a:lnSpc>
                <a:spcPct val="150000"/>
              </a:lnSpc>
              <a:spcBef>
                <a:spcPts val="0"/>
              </a:spcBef>
              <a:buFont typeface="Arial" panose="020B0604020202020204" pitchFamily="34" charset="0"/>
              <a:buChar char="•"/>
            </a:pPr>
            <a:r>
              <a:rPr lang="th-TH" sz="1800" dirty="0"/>
              <a:t>ที่ปรึกษาด้าน </a:t>
            </a:r>
            <a:r>
              <a:rPr lang="en-US" sz="1800" dirty="0"/>
              <a:t>Business Analytics : </a:t>
            </a:r>
            <a:r>
              <a:rPr lang="en-US" sz="1800" dirty="0" err="1"/>
              <a:t>B.Grimm</a:t>
            </a:r>
            <a:r>
              <a:rPr lang="en-US" sz="1800" dirty="0"/>
              <a:t> Power</a:t>
            </a:r>
          </a:p>
        </p:txBody>
      </p:sp>
      <p:sp>
        <p:nvSpPr>
          <p:cNvPr id="2" name="Rectangle: Rounded Corners 1">
            <a:extLst>
              <a:ext uri="{FF2B5EF4-FFF2-40B4-BE49-F238E27FC236}">
                <a16:creationId xmlns:a16="http://schemas.microsoft.com/office/drawing/2014/main" id="{FFEE4CBA-2B37-796C-4736-3C3A70FFB784}"/>
              </a:ext>
            </a:extLst>
          </p:cNvPr>
          <p:cNvSpPr/>
          <p:nvPr/>
        </p:nvSpPr>
        <p:spPr bwMode="blackGray">
          <a:xfrm>
            <a:off x="7782660" y="1730660"/>
            <a:ext cx="1657350" cy="1175958"/>
          </a:xfrm>
          <a:prstGeom prst="roundRect">
            <a:avLst>
              <a:gd name="adj" fmla="val 8410"/>
            </a:avLst>
          </a:prstGeom>
          <a:blipFill>
            <a:blip r:embed="rId3" cstate="print">
              <a:extLst>
                <a:ext uri="{28A0092B-C50C-407E-A947-70E740481C1C}">
                  <a14:useLocalDpi xmlns:a14="http://schemas.microsoft.com/office/drawing/2010/main" val="0"/>
                </a:ext>
              </a:extLst>
            </a:blip>
            <a:stretch>
              <a:fillRect t="2"/>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v</a:t>
            </a:r>
          </a:p>
        </p:txBody>
      </p:sp>
      <p:sp>
        <p:nvSpPr>
          <p:cNvPr id="12" name="Rectangle: Rounded Corners 11">
            <a:extLst>
              <a:ext uri="{FF2B5EF4-FFF2-40B4-BE49-F238E27FC236}">
                <a16:creationId xmlns:a16="http://schemas.microsoft.com/office/drawing/2014/main" id="{EAEAB269-94DF-7511-DFFB-6D419E0ED6A4}"/>
              </a:ext>
            </a:extLst>
          </p:cNvPr>
          <p:cNvSpPr/>
          <p:nvPr/>
        </p:nvSpPr>
        <p:spPr bwMode="blackGray">
          <a:xfrm>
            <a:off x="9696452" y="1730660"/>
            <a:ext cx="1657350" cy="1175958"/>
          </a:xfrm>
          <a:prstGeom prst="roundRect">
            <a:avLst>
              <a:gd name="adj" fmla="val 8410"/>
            </a:avLst>
          </a:prstGeom>
          <a:blipFill>
            <a:blip r:embed="rId4">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p:txBody>
      </p:sp>
      <p:sp>
        <p:nvSpPr>
          <p:cNvPr id="16" name="Rectangle: Rounded Corners 15">
            <a:extLst>
              <a:ext uri="{FF2B5EF4-FFF2-40B4-BE49-F238E27FC236}">
                <a16:creationId xmlns:a16="http://schemas.microsoft.com/office/drawing/2014/main" id="{6E4B7F33-17FF-EAD0-F039-73B4602C5CC9}"/>
              </a:ext>
            </a:extLst>
          </p:cNvPr>
          <p:cNvSpPr/>
          <p:nvPr/>
        </p:nvSpPr>
        <p:spPr bwMode="blackGray">
          <a:xfrm>
            <a:off x="7782660" y="4291347"/>
            <a:ext cx="1657350" cy="1175957"/>
          </a:xfrm>
          <a:prstGeom prst="roundRect">
            <a:avLst>
              <a:gd name="adj" fmla="val 8410"/>
            </a:avLst>
          </a:prstGeom>
          <a:blipFill>
            <a:blip r:embed="rId5">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7" name="Rectangle: Rounded Corners 16">
            <a:extLst>
              <a:ext uri="{FF2B5EF4-FFF2-40B4-BE49-F238E27FC236}">
                <a16:creationId xmlns:a16="http://schemas.microsoft.com/office/drawing/2014/main" id="{06DDC701-53DD-ADE9-B17A-544B4BD42D08}"/>
              </a:ext>
            </a:extLst>
          </p:cNvPr>
          <p:cNvSpPr/>
          <p:nvPr/>
        </p:nvSpPr>
        <p:spPr bwMode="blackGray">
          <a:xfrm>
            <a:off x="9696452" y="4291347"/>
            <a:ext cx="1657350" cy="1175957"/>
          </a:xfrm>
          <a:prstGeom prst="roundRect">
            <a:avLst>
              <a:gd name="adj" fmla="val 8410"/>
            </a:avLst>
          </a:prstGeom>
          <a:blipFill>
            <a:blip r:embed="rId6">
              <a:extLst>
                <a:ext uri="{28A0092B-C50C-407E-A947-70E740481C1C}">
                  <a14:useLocalDpi xmlns:a14="http://schemas.microsoft.com/office/drawing/2010/main" val="0"/>
                </a:ext>
              </a:extLst>
            </a:blip>
            <a:stretch>
              <a:fillRect t="2"/>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8" name="Rectangle: Rounded Corners 17">
            <a:extLst>
              <a:ext uri="{FF2B5EF4-FFF2-40B4-BE49-F238E27FC236}">
                <a16:creationId xmlns:a16="http://schemas.microsoft.com/office/drawing/2014/main" id="{B6DA83AA-1BC3-5D46-F4F8-B64830A361FE}"/>
              </a:ext>
            </a:extLst>
          </p:cNvPr>
          <p:cNvSpPr/>
          <p:nvPr/>
        </p:nvSpPr>
        <p:spPr bwMode="blackGray">
          <a:xfrm>
            <a:off x="7782660" y="3011004"/>
            <a:ext cx="1657350" cy="1175958"/>
          </a:xfrm>
          <a:prstGeom prst="roundRect">
            <a:avLst>
              <a:gd name="adj" fmla="val 8410"/>
            </a:avLst>
          </a:prstGeom>
          <a:blipFill>
            <a:blip r:embed="rId7">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9" name="Rectangle: Rounded Corners 18">
            <a:extLst>
              <a:ext uri="{FF2B5EF4-FFF2-40B4-BE49-F238E27FC236}">
                <a16:creationId xmlns:a16="http://schemas.microsoft.com/office/drawing/2014/main" id="{41555048-1325-4716-FFF5-A0DC55070A75}"/>
              </a:ext>
            </a:extLst>
          </p:cNvPr>
          <p:cNvSpPr/>
          <p:nvPr/>
        </p:nvSpPr>
        <p:spPr bwMode="blackGray">
          <a:xfrm>
            <a:off x="9696452" y="3009721"/>
            <a:ext cx="1657350" cy="1175957"/>
          </a:xfrm>
          <a:prstGeom prst="roundRect">
            <a:avLst>
              <a:gd name="adj" fmla="val 8410"/>
            </a:avLst>
          </a:prstGeom>
          <a:blipFill>
            <a:blip r:embed="rId8">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Footer Placeholder 4">
            <a:extLst>
              <a:ext uri="{FF2B5EF4-FFF2-40B4-BE49-F238E27FC236}">
                <a16:creationId xmlns:a16="http://schemas.microsoft.com/office/drawing/2014/main" id="{27D537B1-FD4F-C1F5-087F-9C1827DADD72}"/>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8" name="Slide Number Placeholder 5">
            <a:extLst>
              <a:ext uri="{FF2B5EF4-FFF2-40B4-BE49-F238E27FC236}">
                <a16:creationId xmlns:a16="http://schemas.microsoft.com/office/drawing/2014/main" id="{5D7B6EBE-34B7-3833-9D83-922C31ED5B85}"/>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810276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42A89-8996-C5AC-7497-D8EE02170DE9}"/>
              </a:ext>
            </a:extLst>
          </p:cNvPr>
          <p:cNvSpPr>
            <a:spLocks noGrp="1"/>
          </p:cNvSpPr>
          <p:nvPr>
            <p:ph type="ctrTitle" hasCustomPrompt="1"/>
          </p:nvPr>
        </p:nvSpPr>
        <p:spPr>
          <a:xfrm>
            <a:off x="838200" y="2247900"/>
            <a:ext cx="6264216" cy="1618058"/>
          </a:xfrm>
        </p:spPr>
        <p:txBody>
          <a:bodyPr anchor="ctr">
            <a:normAutofit/>
          </a:bodyPr>
          <a:lstStyle>
            <a:lvl1pPr algn="l">
              <a:defRPr sz="6000" b="1">
                <a:gradFill>
                  <a:gsLst>
                    <a:gs pos="0">
                      <a:schemeClr val="accent3"/>
                    </a:gs>
                    <a:gs pos="50000">
                      <a:schemeClr val="accent3"/>
                    </a:gs>
                    <a:gs pos="100000">
                      <a:schemeClr val="accent1"/>
                    </a:gs>
                  </a:gsLst>
                  <a:lin ang="5400000" scaled="1"/>
                </a:gradFill>
                <a:latin typeface="+mn-lt"/>
              </a:defRPr>
            </a:lvl1pPr>
          </a:lstStyle>
          <a:p>
            <a:r>
              <a:rPr lang="en-US" dirty="0"/>
              <a:t>Click to edit Course Name</a:t>
            </a:r>
          </a:p>
        </p:txBody>
      </p:sp>
      <p:sp>
        <p:nvSpPr>
          <p:cNvPr id="3" name="Subtitle 2">
            <a:extLst>
              <a:ext uri="{FF2B5EF4-FFF2-40B4-BE49-F238E27FC236}">
                <a16:creationId xmlns:a16="http://schemas.microsoft.com/office/drawing/2014/main" id="{788F62F7-419E-42B1-0E79-D5B6DD5EDEBE}"/>
              </a:ext>
            </a:extLst>
          </p:cNvPr>
          <p:cNvSpPr>
            <a:spLocks noGrp="1"/>
          </p:cNvSpPr>
          <p:nvPr>
            <p:ph type="subTitle" idx="1"/>
          </p:nvPr>
        </p:nvSpPr>
        <p:spPr>
          <a:xfrm>
            <a:off x="838200" y="4276802"/>
            <a:ext cx="4983126" cy="760493"/>
          </a:xfrm>
        </p:spPr>
        <p:txBody>
          <a:bodyPr anchor="ctr">
            <a:normAutofit/>
          </a:bodyPr>
          <a:lstStyle>
            <a:lvl1pPr marL="0" indent="0" algn="l">
              <a:buNone/>
              <a:defRPr sz="2400">
                <a:solidFill>
                  <a:schemeClr val="bg1"/>
                </a:solidFill>
              </a:defRPr>
            </a:lvl1pPr>
            <a:lvl2pPr marL="457212" indent="0" algn="ctr">
              <a:buNone/>
              <a:defRPr sz="2000"/>
            </a:lvl2pPr>
            <a:lvl3pPr marL="914423" indent="0" algn="ctr">
              <a:buNone/>
              <a:defRPr sz="1800"/>
            </a:lvl3pPr>
            <a:lvl4pPr marL="1371635" indent="0" algn="ctr">
              <a:buNone/>
              <a:defRPr sz="1600"/>
            </a:lvl4pPr>
            <a:lvl5pPr marL="1828845" indent="0" algn="ctr">
              <a:buNone/>
              <a:defRPr sz="1600"/>
            </a:lvl5pPr>
            <a:lvl6pPr marL="2286058" indent="0" algn="ctr">
              <a:buNone/>
              <a:defRPr sz="1600"/>
            </a:lvl6pPr>
            <a:lvl7pPr marL="2743268" indent="0" algn="ctr">
              <a:buNone/>
              <a:defRPr sz="1600"/>
            </a:lvl7pPr>
            <a:lvl8pPr marL="3200480" indent="0" algn="ctr">
              <a:buNone/>
              <a:defRPr sz="1600"/>
            </a:lvl8pPr>
            <a:lvl9pPr marL="3657692" indent="0" algn="ctr">
              <a:buNone/>
              <a:defRPr sz="1600"/>
            </a:lvl9pPr>
          </a:lstStyle>
          <a:p>
            <a:r>
              <a:rPr lang="en-US"/>
              <a:t>Click to edit Master subtitle style</a:t>
            </a:r>
            <a:endParaRPr lang="en-US" dirty="0"/>
          </a:p>
        </p:txBody>
      </p:sp>
      <p:sp>
        <p:nvSpPr>
          <p:cNvPr id="8" name="Picture Placeholder 7">
            <a:extLst>
              <a:ext uri="{FF2B5EF4-FFF2-40B4-BE49-F238E27FC236}">
                <a16:creationId xmlns:a16="http://schemas.microsoft.com/office/drawing/2014/main" id="{433857C5-EA61-5480-5347-C203244BEA86}"/>
              </a:ext>
            </a:extLst>
          </p:cNvPr>
          <p:cNvSpPr>
            <a:spLocks noGrp="1"/>
          </p:cNvSpPr>
          <p:nvPr>
            <p:ph type="pic" sz="quarter" idx="13"/>
          </p:nvPr>
        </p:nvSpPr>
        <p:spPr>
          <a:xfrm>
            <a:off x="8105776" y="1820584"/>
            <a:ext cx="3248025" cy="3216834"/>
          </a:xfrm>
        </p:spPr>
        <p:txBody>
          <a:bodyPr/>
          <a:lstStyle>
            <a:lvl1pPr marL="0" indent="0">
              <a:buNone/>
              <a:defRPr/>
            </a:lvl1pPr>
          </a:lstStyle>
          <a:p>
            <a:r>
              <a:rPr lang="en-US"/>
              <a:t>Click icon to add picture</a:t>
            </a:r>
            <a:endParaRPr lang="en-US" dirty="0"/>
          </a:p>
        </p:txBody>
      </p:sp>
      <p:sp>
        <p:nvSpPr>
          <p:cNvPr id="7" name="Footer Placeholder 4">
            <a:extLst>
              <a:ext uri="{FF2B5EF4-FFF2-40B4-BE49-F238E27FC236}">
                <a16:creationId xmlns:a16="http://schemas.microsoft.com/office/drawing/2014/main" id="{BC525282-3DEA-0EC8-AAB3-D7F68D8843EC}"/>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Tree>
    <p:extLst>
      <p:ext uri="{BB962C8B-B14F-4D97-AF65-F5344CB8AC3E}">
        <p14:creationId xmlns:p14="http://schemas.microsoft.com/office/powerpoint/2010/main" val="719728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Instructor Aj Chalaiv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Oval 25">
            <a:extLst>
              <a:ext uri="{FF2B5EF4-FFF2-40B4-BE49-F238E27FC236}">
                <a16:creationId xmlns:a16="http://schemas.microsoft.com/office/drawing/2014/main" id="{C9B819E3-E53F-6DC1-9A26-9A00104B2643}"/>
              </a:ext>
            </a:extLst>
          </p:cNvPr>
          <p:cNvSpPr/>
          <p:nvPr/>
        </p:nvSpPr>
        <p:spPr bwMode="ltGray">
          <a:xfrm>
            <a:off x="955609" y="1765088"/>
            <a:ext cx="3962400" cy="3962400"/>
          </a:xfrm>
          <a:prstGeom prst="ellipse">
            <a:avLst/>
          </a:prstGeom>
          <a:gradFill flip="none" rotWithShape="1">
            <a:gsLst>
              <a:gs pos="0">
                <a:schemeClr val="accent3"/>
              </a:gs>
              <a:gs pos="50000">
                <a:schemeClr val="accent2"/>
              </a:gs>
              <a:gs pos="97000">
                <a:schemeClr val="accent1"/>
              </a:gs>
            </a:gsLst>
            <a:lin ang="2700000" scaled="1"/>
            <a:tileRect/>
          </a:gra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40" name="Picture 39">
            <a:extLst>
              <a:ext uri="{FF2B5EF4-FFF2-40B4-BE49-F238E27FC236}">
                <a16:creationId xmlns:a16="http://schemas.microsoft.com/office/drawing/2014/main" id="{2496AF69-96F8-B8EF-7006-D2686EB846C7}"/>
              </a:ext>
            </a:extLst>
          </p:cNvPr>
          <p:cNvPicPr>
            <a:picLocks noChangeAspect="1"/>
          </p:cNvPicPr>
          <p:nvPr/>
        </p:nvPicPr>
        <p:blipFill>
          <a:blip r:embed="rId3" cstate="print">
            <a:extLst>
              <a:ext uri="{28A0092B-C50C-407E-A947-70E740481C1C}">
                <a14:useLocalDpi xmlns:a14="http://schemas.microsoft.com/office/drawing/2010/main" val="0"/>
              </a:ext>
            </a:extLst>
          </a:blip>
          <a:srcRect l="4426" b="26080"/>
          <a:stretch>
            <a:fillRect/>
          </a:stretch>
        </p:blipFill>
        <p:spPr>
          <a:xfrm>
            <a:off x="958361" y="1138054"/>
            <a:ext cx="3962400" cy="4596976"/>
          </a:xfrm>
          <a:custGeom>
            <a:avLst/>
            <a:gdLst>
              <a:gd name="csX0" fmla="*/ 1609877 w 3962400"/>
              <a:gd name="csY0" fmla="*/ 0 h 4596976"/>
              <a:gd name="csX1" fmla="*/ 2352523 w 3962400"/>
              <a:gd name="csY1" fmla="*/ 0 h 4596976"/>
              <a:gd name="csX2" fmla="*/ 2470508 w 3962400"/>
              <a:gd name="csY2" fmla="*/ 64040 h 4596976"/>
              <a:gd name="csX3" fmla="*/ 2856356 w 3962400"/>
              <a:gd name="csY3" fmla="*/ 789733 h 4596976"/>
              <a:gd name="csX4" fmla="*/ 2853860 w 3962400"/>
              <a:gd name="csY4" fmla="*/ 839158 h 4596976"/>
              <a:gd name="csX5" fmla="*/ 2925558 w 3962400"/>
              <a:gd name="csY5" fmla="*/ 873696 h 4596976"/>
              <a:gd name="csX6" fmla="*/ 3962400 w 3962400"/>
              <a:gd name="csY6" fmla="*/ 2615776 h 4596976"/>
              <a:gd name="csX7" fmla="*/ 1981200 w 3962400"/>
              <a:gd name="csY7" fmla="*/ 4596976 h 4596976"/>
              <a:gd name="csX8" fmla="*/ 0 w 3962400"/>
              <a:gd name="csY8" fmla="*/ 2615776 h 4596976"/>
              <a:gd name="csX9" fmla="*/ 1036842 w 3962400"/>
              <a:gd name="csY9" fmla="*/ 873696 h 4596976"/>
              <a:gd name="csX10" fmla="*/ 1108540 w 3962400"/>
              <a:gd name="csY10" fmla="*/ 839158 h 4596976"/>
              <a:gd name="csX11" fmla="*/ 1106044 w 3962400"/>
              <a:gd name="csY11" fmla="*/ 789733 h 4596976"/>
              <a:gd name="csX12" fmla="*/ 1491892 w 3962400"/>
              <a:gd name="csY12" fmla="*/ 64040 h 4596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962400" h="4596976">
                <a:moveTo>
                  <a:pt x="1609877" y="0"/>
                </a:moveTo>
                <a:lnTo>
                  <a:pt x="2352523" y="0"/>
                </a:lnTo>
                <a:lnTo>
                  <a:pt x="2470508" y="64040"/>
                </a:lnTo>
                <a:cubicBezTo>
                  <a:pt x="2703301" y="221312"/>
                  <a:pt x="2856356" y="487649"/>
                  <a:pt x="2856356" y="789733"/>
                </a:cubicBezTo>
                <a:lnTo>
                  <a:pt x="2853860" y="839158"/>
                </a:lnTo>
                <a:lnTo>
                  <a:pt x="2925558" y="873696"/>
                </a:lnTo>
                <a:cubicBezTo>
                  <a:pt x="3543148" y="1209191"/>
                  <a:pt x="3962400" y="1863523"/>
                  <a:pt x="3962400" y="2615776"/>
                </a:cubicBezTo>
                <a:cubicBezTo>
                  <a:pt x="3962400" y="3709963"/>
                  <a:pt x="3075387" y="4596976"/>
                  <a:pt x="1981200" y="4596976"/>
                </a:cubicBezTo>
                <a:cubicBezTo>
                  <a:pt x="887013" y="4596976"/>
                  <a:pt x="0" y="3709963"/>
                  <a:pt x="0" y="2615776"/>
                </a:cubicBezTo>
                <a:cubicBezTo>
                  <a:pt x="0" y="1863523"/>
                  <a:pt x="419252" y="1209191"/>
                  <a:pt x="1036842" y="873696"/>
                </a:cubicBezTo>
                <a:lnTo>
                  <a:pt x="1108540" y="839158"/>
                </a:lnTo>
                <a:lnTo>
                  <a:pt x="1106044" y="789733"/>
                </a:lnTo>
                <a:cubicBezTo>
                  <a:pt x="1106044" y="487649"/>
                  <a:pt x="1259099" y="221312"/>
                  <a:pt x="1491892" y="64040"/>
                </a:cubicBezTo>
                <a:close/>
              </a:path>
            </a:pathLst>
          </a:custGeom>
        </p:spPr>
      </p:pic>
      <p:pic>
        <p:nvPicPr>
          <p:cNvPr id="2" name="Picture 1">
            <a:extLst>
              <a:ext uri="{FF2B5EF4-FFF2-40B4-BE49-F238E27FC236}">
                <a16:creationId xmlns:a16="http://schemas.microsoft.com/office/drawing/2014/main" id="{135D64CD-C394-4341-31CA-F05D4F8669F8}"/>
              </a:ext>
            </a:extLst>
          </p:cNvPr>
          <p:cNvPicPr>
            <a:picLocks noChangeAspect="1"/>
          </p:cNvPicPr>
          <p:nvPr/>
        </p:nvPicPr>
        <p:blipFill>
          <a:blip r:embed="rId4" cstate="print">
            <a:extLst>
              <a:ext uri="{28A0092B-C50C-407E-A947-70E740481C1C}">
                <a14:useLocalDpi xmlns:a14="http://schemas.microsoft.com/office/drawing/2010/main" val="0"/>
              </a:ext>
            </a:extLst>
          </a:blip>
          <a:srcRect l="1704" r="57529"/>
          <a:stretch>
            <a:fillRect/>
          </a:stretch>
        </p:blipFill>
        <p:spPr bwMode="gray">
          <a:xfrm>
            <a:off x="5906790" y="3546110"/>
            <a:ext cx="588086" cy="583159"/>
          </a:xfrm>
          <a:prstGeom prst="rect">
            <a:avLst/>
          </a:prstGeom>
        </p:spPr>
      </p:pic>
      <p:pic>
        <p:nvPicPr>
          <p:cNvPr id="57" name="Picture 56">
            <a:extLst>
              <a:ext uri="{FF2B5EF4-FFF2-40B4-BE49-F238E27FC236}">
                <a16:creationId xmlns:a16="http://schemas.microsoft.com/office/drawing/2014/main" id="{BA823259-EB29-773F-0905-F33009E3B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black">
          <a:xfrm>
            <a:off x="7902991" y="3445499"/>
            <a:ext cx="805079" cy="805079"/>
          </a:xfrm>
          <a:prstGeom prst="rect">
            <a:avLst/>
          </a:prstGeom>
        </p:spPr>
      </p:pic>
      <p:sp>
        <p:nvSpPr>
          <p:cNvPr id="58" name="TextBox 57">
            <a:extLst>
              <a:ext uri="{FF2B5EF4-FFF2-40B4-BE49-F238E27FC236}">
                <a16:creationId xmlns:a16="http://schemas.microsoft.com/office/drawing/2014/main" id="{FA79A2DF-EB47-91E9-8C80-4F4D416CE17C}"/>
              </a:ext>
            </a:extLst>
          </p:cNvPr>
          <p:cNvSpPr txBox="1"/>
          <p:nvPr/>
        </p:nvSpPr>
        <p:spPr>
          <a:xfrm>
            <a:off x="7356417" y="4240420"/>
            <a:ext cx="1898227" cy="623248"/>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en-US" sz="1200" b="0" kern="1200" dirty="0">
                <a:solidFill>
                  <a:schemeClr val="tx1"/>
                </a:solidFill>
                <a:latin typeface="+mn-lt"/>
                <a:ea typeface="+mn-ea"/>
                <a:cs typeface="+mn-cs"/>
              </a:rPr>
              <a:t>9Expert Training</a:t>
            </a:r>
            <a:br>
              <a:rPr lang="en-US" sz="1200" b="0" kern="1200" dirty="0">
                <a:solidFill>
                  <a:schemeClr val="tx1"/>
                </a:solidFill>
                <a:latin typeface="+mn-lt"/>
                <a:ea typeface="+mn-ea"/>
                <a:cs typeface="+mn-cs"/>
              </a:rPr>
            </a:br>
            <a:r>
              <a:rPr lang="en-US" sz="1200" b="0" kern="1200" dirty="0">
                <a:solidFill>
                  <a:schemeClr val="tx1"/>
                </a:solidFill>
                <a:latin typeface="+mn-lt"/>
                <a:ea typeface="+mn-ea"/>
                <a:cs typeface="+mn-cs"/>
              </a:rPr>
              <a:t>Heading Instructor</a:t>
            </a:r>
            <a:endParaRPr lang="th-TH" sz="1200" b="0" dirty="0">
              <a:solidFill>
                <a:schemeClr val="tx1"/>
              </a:solidFill>
            </a:endParaRPr>
          </a:p>
        </p:txBody>
      </p:sp>
      <p:grpSp>
        <p:nvGrpSpPr>
          <p:cNvPr id="62" name="Graphic 60">
            <a:extLst>
              <a:ext uri="{FF2B5EF4-FFF2-40B4-BE49-F238E27FC236}">
                <a16:creationId xmlns:a16="http://schemas.microsoft.com/office/drawing/2014/main" id="{0B3A5DE5-23B1-E597-F7C2-B4D5947DEC90}"/>
              </a:ext>
            </a:extLst>
          </p:cNvPr>
          <p:cNvGrpSpPr/>
          <p:nvPr/>
        </p:nvGrpSpPr>
        <p:grpSpPr bwMode="black">
          <a:xfrm>
            <a:off x="10103753" y="3514065"/>
            <a:ext cx="612948" cy="612948"/>
            <a:chOff x="9627751" y="4515110"/>
            <a:chExt cx="612948" cy="612948"/>
          </a:xfrm>
          <a:solidFill>
            <a:schemeClr val="accent2"/>
          </a:solidFill>
        </p:grpSpPr>
        <p:sp>
          <p:nvSpPr>
            <p:cNvPr id="63" name="Freeform: Shape 62">
              <a:extLst>
                <a:ext uri="{FF2B5EF4-FFF2-40B4-BE49-F238E27FC236}">
                  <a16:creationId xmlns:a16="http://schemas.microsoft.com/office/drawing/2014/main" id="{1C89E484-7E17-FA8A-9E26-75EF85A6302E}"/>
                </a:ext>
              </a:extLst>
            </p:cNvPr>
            <p:cNvSpPr/>
            <p:nvPr/>
          </p:nvSpPr>
          <p:spPr bwMode="black">
            <a:xfrm>
              <a:off x="9750341" y="4858361"/>
              <a:ext cx="416804" cy="196143"/>
            </a:xfrm>
            <a:custGeom>
              <a:avLst/>
              <a:gdLst>
                <a:gd name="csX0" fmla="*/ 208402 w 416804"/>
                <a:gd name="csY0" fmla="*/ 171626 h 196143"/>
                <a:gd name="csX1" fmla="*/ 61295 w 416804"/>
                <a:gd name="csY1" fmla="*/ 24518 h 196143"/>
                <a:gd name="csX2" fmla="*/ 63453 w 416804"/>
                <a:gd name="csY2" fmla="*/ 0 h 196143"/>
                <a:gd name="csX3" fmla="*/ 0 w 416804"/>
                <a:gd name="csY3" fmla="*/ 0 h 196143"/>
                <a:gd name="csX4" fmla="*/ 0 w 416804"/>
                <a:gd name="csY4" fmla="*/ 196144 h 196143"/>
                <a:gd name="csX5" fmla="*/ 416805 w 416804"/>
                <a:gd name="csY5" fmla="*/ 196144 h 196143"/>
                <a:gd name="csX6" fmla="*/ 416805 w 416804"/>
                <a:gd name="csY6" fmla="*/ 0 h 196143"/>
                <a:gd name="csX7" fmla="*/ 353353 w 416804"/>
                <a:gd name="csY7" fmla="*/ 0 h 196143"/>
                <a:gd name="csX8" fmla="*/ 355510 w 416804"/>
                <a:gd name="csY8" fmla="*/ 24518 h 196143"/>
                <a:gd name="csX9" fmla="*/ 208402 w 416804"/>
                <a:gd name="csY9" fmla="*/ 171626 h 1961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16804" h="196143">
                  <a:moveTo>
                    <a:pt x="208402" y="171626"/>
                  </a:moveTo>
                  <a:cubicBezTo>
                    <a:pt x="127248" y="171626"/>
                    <a:pt x="61295" y="105672"/>
                    <a:pt x="61295" y="24518"/>
                  </a:cubicBezTo>
                  <a:cubicBezTo>
                    <a:pt x="61295" y="16157"/>
                    <a:pt x="62104" y="7988"/>
                    <a:pt x="63453" y="0"/>
                  </a:cubicBezTo>
                  <a:lnTo>
                    <a:pt x="0" y="0"/>
                  </a:lnTo>
                  <a:lnTo>
                    <a:pt x="0" y="196144"/>
                  </a:lnTo>
                  <a:lnTo>
                    <a:pt x="416805" y="196144"/>
                  </a:lnTo>
                  <a:lnTo>
                    <a:pt x="416805" y="0"/>
                  </a:lnTo>
                  <a:lnTo>
                    <a:pt x="353353" y="0"/>
                  </a:lnTo>
                  <a:cubicBezTo>
                    <a:pt x="354701" y="7988"/>
                    <a:pt x="355510" y="16157"/>
                    <a:pt x="355510" y="24518"/>
                  </a:cubicBezTo>
                  <a:cubicBezTo>
                    <a:pt x="355510" y="105672"/>
                    <a:pt x="289557" y="171626"/>
                    <a:pt x="208402" y="171626"/>
                  </a:cubicBezTo>
                  <a:close/>
                </a:path>
              </a:pathLst>
            </a:custGeom>
            <a:grpFill/>
            <a:ln w="12204" cap="flat">
              <a:noFill/>
              <a:prstDash val="solid"/>
              <a:miter/>
            </a:ln>
          </p:spPr>
          <p:txBody>
            <a:bodyPr/>
            <a:lstStyle/>
            <a:p>
              <a:endParaRPr lang="th-TH" sz="1800"/>
            </a:p>
          </p:txBody>
        </p:sp>
        <p:sp>
          <p:nvSpPr>
            <p:cNvPr id="64" name="Freeform: Shape 63">
              <a:extLst>
                <a:ext uri="{FF2B5EF4-FFF2-40B4-BE49-F238E27FC236}">
                  <a16:creationId xmlns:a16="http://schemas.microsoft.com/office/drawing/2014/main" id="{B2F23B30-B31D-E626-A2C9-24BC9D5F4BF1}"/>
                </a:ext>
              </a:extLst>
            </p:cNvPr>
            <p:cNvSpPr/>
            <p:nvPr/>
          </p:nvSpPr>
          <p:spPr bwMode="black">
            <a:xfrm>
              <a:off x="9627751" y="4784808"/>
              <a:ext cx="612948" cy="343251"/>
            </a:xfrm>
            <a:custGeom>
              <a:avLst/>
              <a:gdLst>
                <a:gd name="csX0" fmla="*/ 576172 w 612948"/>
                <a:gd name="csY0" fmla="*/ 0 h 343251"/>
                <a:gd name="csX1" fmla="*/ 440465 w 612948"/>
                <a:gd name="csY1" fmla="*/ 0 h 343251"/>
                <a:gd name="csX2" fmla="*/ 469545 w 612948"/>
                <a:gd name="csY2" fmla="*/ 49036 h 343251"/>
                <a:gd name="csX3" fmla="*/ 551654 w 612948"/>
                <a:gd name="csY3" fmla="*/ 49036 h 343251"/>
                <a:gd name="csX4" fmla="*/ 563913 w 612948"/>
                <a:gd name="csY4" fmla="*/ 61295 h 343251"/>
                <a:gd name="csX5" fmla="*/ 563913 w 612948"/>
                <a:gd name="csY5" fmla="*/ 281956 h 343251"/>
                <a:gd name="csX6" fmla="*/ 551654 w 612948"/>
                <a:gd name="csY6" fmla="*/ 294215 h 343251"/>
                <a:gd name="csX7" fmla="*/ 110331 w 612948"/>
                <a:gd name="csY7" fmla="*/ 294215 h 343251"/>
                <a:gd name="csX8" fmla="*/ 98072 w 612948"/>
                <a:gd name="csY8" fmla="*/ 281956 h 343251"/>
                <a:gd name="csX9" fmla="*/ 98072 w 612948"/>
                <a:gd name="csY9" fmla="*/ 61295 h 343251"/>
                <a:gd name="csX10" fmla="*/ 110331 w 612948"/>
                <a:gd name="csY10" fmla="*/ 49036 h 343251"/>
                <a:gd name="csX11" fmla="*/ 192440 w 612948"/>
                <a:gd name="csY11" fmla="*/ 49036 h 343251"/>
                <a:gd name="csX12" fmla="*/ 221520 w 612948"/>
                <a:gd name="csY12" fmla="*/ 0 h 343251"/>
                <a:gd name="csX13" fmla="*/ 36777 w 612948"/>
                <a:gd name="csY13" fmla="*/ 0 h 343251"/>
                <a:gd name="csX14" fmla="*/ 0 w 612948"/>
                <a:gd name="csY14" fmla="*/ 36777 h 343251"/>
                <a:gd name="csX15" fmla="*/ 0 w 612948"/>
                <a:gd name="csY15" fmla="*/ 306474 h 343251"/>
                <a:gd name="csX16" fmla="*/ 36777 w 612948"/>
                <a:gd name="csY16" fmla="*/ 343251 h 343251"/>
                <a:gd name="csX17" fmla="*/ 576172 w 612948"/>
                <a:gd name="csY17" fmla="*/ 343251 h 343251"/>
                <a:gd name="csX18" fmla="*/ 612948 w 612948"/>
                <a:gd name="csY18" fmla="*/ 306474 h 343251"/>
                <a:gd name="csX19" fmla="*/ 612948 w 612948"/>
                <a:gd name="csY19" fmla="*/ 36777 h 343251"/>
                <a:gd name="csX20" fmla="*/ 576172 w 612948"/>
                <a:gd name="csY20" fmla="*/ 0 h 343251"/>
                <a:gd name="csX21" fmla="*/ 61295 w 612948"/>
                <a:gd name="csY21" fmla="*/ 208402 h 343251"/>
                <a:gd name="csX22" fmla="*/ 49036 w 612948"/>
                <a:gd name="csY22" fmla="*/ 220661 h 343251"/>
                <a:gd name="csX23" fmla="*/ 36777 w 612948"/>
                <a:gd name="csY23" fmla="*/ 208402 h 343251"/>
                <a:gd name="csX24" fmla="*/ 36777 w 612948"/>
                <a:gd name="csY24" fmla="*/ 134849 h 343251"/>
                <a:gd name="csX25" fmla="*/ 49036 w 612948"/>
                <a:gd name="csY25" fmla="*/ 122590 h 343251"/>
                <a:gd name="csX26" fmla="*/ 61295 w 612948"/>
                <a:gd name="csY26" fmla="*/ 134849 h 343251"/>
                <a:gd name="csX27" fmla="*/ 61295 w 612948"/>
                <a:gd name="csY27" fmla="*/ 208402 h 34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612948" h="343251">
                  <a:moveTo>
                    <a:pt x="576172" y="0"/>
                  </a:moveTo>
                  <a:lnTo>
                    <a:pt x="440465" y="0"/>
                  </a:lnTo>
                  <a:cubicBezTo>
                    <a:pt x="453180" y="14113"/>
                    <a:pt x="463057" y="30778"/>
                    <a:pt x="469545" y="49036"/>
                  </a:cubicBezTo>
                  <a:lnTo>
                    <a:pt x="551654" y="49036"/>
                  </a:lnTo>
                  <a:cubicBezTo>
                    <a:pt x="558430" y="49036"/>
                    <a:pt x="563913" y="54519"/>
                    <a:pt x="563913" y="61295"/>
                  </a:cubicBezTo>
                  <a:lnTo>
                    <a:pt x="563913" y="281956"/>
                  </a:lnTo>
                  <a:cubicBezTo>
                    <a:pt x="563913" y="288732"/>
                    <a:pt x="558430" y="294215"/>
                    <a:pt x="551654" y="294215"/>
                  </a:cubicBezTo>
                  <a:lnTo>
                    <a:pt x="110331" y="294215"/>
                  </a:lnTo>
                  <a:cubicBezTo>
                    <a:pt x="103561" y="294215"/>
                    <a:pt x="98072" y="288732"/>
                    <a:pt x="98072" y="281956"/>
                  </a:cubicBezTo>
                  <a:lnTo>
                    <a:pt x="98072" y="61295"/>
                  </a:lnTo>
                  <a:cubicBezTo>
                    <a:pt x="98072" y="54519"/>
                    <a:pt x="103561" y="49036"/>
                    <a:pt x="110331" y="49036"/>
                  </a:cubicBezTo>
                  <a:lnTo>
                    <a:pt x="192440" y="49036"/>
                  </a:lnTo>
                  <a:cubicBezTo>
                    <a:pt x="198928" y="30778"/>
                    <a:pt x="208804" y="14113"/>
                    <a:pt x="221520" y="0"/>
                  </a:cubicBezTo>
                  <a:lnTo>
                    <a:pt x="36777" y="0"/>
                  </a:lnTo>
                  <a:cubicBezTo>
                    <a:pt x="16549" y="0"/>
                    <a:pt x="0" y="16549"/>
                    <a:pt x="0" y="36777"/>
                  </a:cubicBezTo>
                  <a:lnTo>
                    <a:pt x="0" y="306474"/>
                  </a:lnTo>
                  <a:cubicBezTo>
                    <a:pt x="0" y="326701"/>
                    <a:pt x="16549" y="343251"/>
                    <a:pt x="36777" y="343251"/>
                  </a:cubicBezTo>
                  <a:lnTo>
                    <a:pt x="576172" y="343251"/>
                  </a:lnTo>
                  <a:cubicBezTo>
                    <a:pt x="596399" y="343251"/>
                    <a:pt x="612948" y="326701"/>
                    <a:pt x="612948" y="306474"/>
                  </a:cubicBezTo>
                  <a:lnTo>
                    <a:pt x="612948" y="36777"/>
                  </a:lnTo>
                  <a:cubicBezTo>
                    <a:pt x="612948" y="16549"/>
                    <a:pt x="596399" y="0"/>
                    <a:pt x="576172" y="0"/>
                  </a:cubicBezTo>
                  <a:close/>
                  <a:moveTo>
                    <a:pt x="61295" y="208402"/>
                  </a:moveTo>
                  <a:cubicBezTo>
                    <a:pt x="61295" y="215178"/>
                    <a:pt x="55806" y="220661"/>
                    <a:pt x="49036" y="220661"/>
                  </a:cubicBezTo>
                  <a:cubicBezTo>
                    <a:pt x="42266" y="220661"/>
                    <a:pt x="36777" y="215178"/>
                    <a:pt x="36777" y="208402"/>
                  </a:cubicBezTo>
                  <a:lnTo>
                    <a:pt x="36777" y="134849"/>
                  </a:lnTo>
                  <a:cubicBezTo>
                    <a:pt x="36777" y="128073"/>
                    <a:pt x="42266" y="122590"/>
                    <a:pt x="49036" y="122590"/>
                  </a:cubicBezTo>
                  <a:cubicBezTo>
                    <a:pt x="55806" y="122590"/>
                    <a:pt x="61295" y="128073"/>
                    <a:pt x="61295" y="134849"/>
                  </a:cubicBezTo>
                  <a:lnTo>
                    <a:pt x="61295" y="208402"/>
                  </a:lnTo>
                  <a:close/>
                </a:path>
              </a:pathLst>
            </a:custGeom>
            <a:grpFill/>
            <a:ln w="12204" cap="flat">
              <a:noFill/>
              <a:prstDash val="solid"/>
              <a:miter/>
            </a:ln>
          </p:spPr>
          <p:txBody>
            <a:bodyPr/>
            <a:lstStyle/>
            <a:p>
              <a:endParaRPr lang="th-TH" sz="1800"/>
            </a:p>
          </p:txBody>
        </p:sp>
        <p:sp>
          <p:nvSpPr>
            <p:cNvPr id="65" name="Freeform: Shape 64">
              <a:extLst>
                <a:ext uri="{FF2B5EF4-FFF2-40B4-BE49-F238E27FC236}">
                  <a16:creationId xmlns:a16="http://schemas.microsoft.com/office/drawing/2014/main" id="{C72F1B93-B673-C259-35CF-88D4724D11E9}"/>
                </a:ext>
              </a:extLst>
            </p:cNvPr>
            <p:cNvSpPr/>
            <p:nvPr/>
          </p:nvSpPr>
          <p:spPr bwMode="black">
            <a:xfrm>
              <a:off x="9701305" y="4600923"/>
              <a:ext cx="73553" cy="46557"/>
            </a:xfrm>
            <a:custGeom>
              <a:avLst/>
              <a:gdLst>
                <a:gd name="csX0" fmla="*/ 25188 w 73553"/>
                <a:gd name="csY0" fmla="*/ 38836 h 46557"/>
                <a:gd name="csX1" fmla="*/ 36777 w 73553"/>
                <a:gd name="csY1" fmla="*/ 46558 h 46557"/>
                <a:gd name="csX2" fmla="*/ 48365 w 73553"/>
                <a:gd name="csY2" fmla="*/ 38836 h 46557"/>
                <a:gd name="csX3" fmla="*/ 55165 w 73553"/>
                <a:gd name="csY3" fmla="*/ 36777 h 46557"/>
                <a:gd name="csX4" fmla="*/ 73554 w 73553"/>
                <a:gd name="csY4" fmla="*/ 36777 h 46557"/>
                <a:gd name="csX5" fmla="*/ 73554 w 73553"/>
                <a:gd name="csY5" fmla="*/ 0 h 46557"/>
                <a:gd name="csX6" fmla="*/ 0 w 73553"/>
                <a:gd name="csY6" fmla="*/ 0 h 46557"/>
                <a:gd name="csX7" fmla="*/ 0 w 73553"/>
                <a:gd name="csY7" fmla="*/ 36777 h 46557"/>
                <a:gd name="csX8" fmla="*/ 18388 w 73553"/>
                <a:gd name="csY8" fmla="*/ 36777 h 46557"/>
                <a:gd name="csX9" fmla="*/ 25188 w 73553"/>
                <a:gd name="csY9" fmla="*/ 38836 h 465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3553" h="46557">
                  <a:moveTo>
                    <a:pt x="25188" y="38836"/>
                  </a:moveTo>
                  <a:lnTo>
                    <a:pt x="36777" y="46558"/>
                  </a:lnTo>
                  <a:lnTo>
                    <a:pt x="48365" y="38836"/>
                  </a:lnTo>
                  <a:cubicBezTo>
                    <a:pt x="50377" y="37495"/>
                    <a:pt x="52747" y="36777"/>
                    <a:pt x="55165" y="36777"/>
                  </a:cubicBezTo>
                  <a:lnTo>
                    <a:pt x="73554" y="36777"/>
                  </a:lnTo>
                  <a:lnTo>
                    <a:pt x="73554" y="0"/>
                  </a:lnTo>
                  <a:lnTo>
                    <a:pt x="0" y="0"/>
                  </a:lnTo>
                  <a:lnTo>
                    <a:pt x="0" y="36777"/>
                  </a:lnTo>
                  <a:lnTo>
                    <a:pt x="18388" y="36777"/>
                  </a:lnTo>
                  <a:cubicBezTo>
                    <a:pt x="20807" y="36777"/>
                    <a:pt x="23177" y="37495"/>
                    <a:pt x="25188" y="38836"/>
                  </a:cubicBezTo>
                  <a:close/>
                </a:path>
              </a:pathLst>
            </a:custGeom>
            <a:grpFill/>
            <a:ln w="12204" cap="flat">
              <a:noFill/>
              <a:prstDash val="solid"/>
              <a:miter/>
            </a:ln>
          </p:spPr>
          <p:txBody>
            <a:bodyPr/>
            <a:lstStyle/>
            <a:p>
              <a:endParaRPr lang="th-TH" sz="1800"/>
            </a:p>
          </p:txBody>
        </p:sp>
        <p:sp>
          <p:nvSpPr>
            <p:cNvPr id="66" name="Freeform: Shape 65">
              <a:extLst>
                <a:ext uri="{FF2B5EF4-FFF2-40B4-BE49-F238E27FC236}">
                  <a16:creationId xmlns:a16="http://schemas.microsoft.com/office/drawing/2014/main" id="{330122BB-53C4-8D20-C88D-48015C2E81CA}"/>
                </a:ext>
              </a:extLst>
            </p:cNvPr>
            <p:cNvSpPr/>
            <p:nvPr/>
          </p:nvSpPr>
          <p:spPr bwMode="black">
            <a:xfrm>
              <a:off x="9627751" y="4515110"/>
              <a:ext cx="612948" cy="444298"/>
            </a:xfrm>
            <a:custGeom>
              <a:avLst/>
              <a:gdLst>
                <a:gd name="csX0" fmla="*/ 110331 w 612948"/>
                <a:gd name="csY0" fmla="*/ 220661 h 444298"/>
                <a:gd name="csX1" fmla="*/ 219939 w 612948"/>
                <a:gd name="csY1" fmla="*/ 122590 h 444298"/>
                <a:gd name="csX2" fmla="*/ 232920 w 612948"/>
                <a:gd name="csY2" fmla="*/ 122590 h 444298"/>
                <a:gd name="csX3" fmla="*/ 318733 w 612948"/>
                <a:gd name="csY3" fmla="*/ 208402 h 444298"/>
                <a:gd name="csX4" fmla="*/ 318733 w 612948"/>
                <a:gd name="csY4" fmla="*/ 220661 h 444298"/>
                <a:gd name="csX5" fmla="*/ 318733 w 612948"/>
                <a:gd name="csY5" fmla="*/ 245801 h 444298"/>
                <a:gd name="csX6" fmla="*/ 208402 w 612948"/>
                <a:gd name="csY6" fmla="*/ 367769 h 444298"/>
                <a:gd name="csX7" fmla="*/ 235381 w 612948"/>
                <a:gd name="csY7" fmla="*/ 444299 h 444298"/>
                <a:gd name="csX8" fmla="*/ 293992 w 612948"/>
                <a:gd name="csY8" fmla="*/ 375072 h 444298"/>
                <a:gd name="csX9" fmla="*/ 281956 w 612948"/>
                <a:gd name="csY9" fmla="*/ 343251 h 444298"/>
                <a:gd name="csX10" fmla="*/ 330992 w 612948"/>
                <a:gd name="csY10" fmla="*/ 294215 h 444298"/>
                <a:gd name="csX11" fmla="*/ 380028 w 612948"/>
                <a:gd name="csY11" fmla="*/ 343251 h 444298"/>
                <a:gd name="csX12" fmla="*/ 367994 w 612948"/>
                <a:gd name="csY12" fmla="*/ 375072 h 444298"/>
                <a:gd name="csX13" fmla="*/ 426602 w 612948"/>
                <a:gd name="csY13" fmla="*/ 444296 h 444298"/>
                <a:gd name="csX14" fmla="*/ 453582 w 612948"/>
                <a:gd name="csY14" fmla="*/ 367769 h 444298"/>
                <a:gd name="csX15" fmla="*/ 343251 w 612948"/>
                <a:gd name="csY15" fmla="*/ 245801 h 444298"/>
                <a:gd name="csX16" fmla="*/ 343251 w 612948"/>
                <a:gd name="csY16" fmla="*/ 220661 h 444298"/>
                <a:gd name="csX17" fmla="*/ 343251 w 612948"/>
                <a:gd name="csY17" fmla="*/ 208402 h 444298"/>
                <a:gd name="csX18" fmla="*/ 393186 w 612948"/>
                <a:gd name="csY18" fmla="*/ 148256 h 444298"/>
                <a:gd name="csX19" fmla="*/ 502618 w 612948"/>
                <a:gd name="csY19" fmla="*/ 245179 h 444298"/>
                <a:gd name="csX20" fmla="*/ 612948 w 612948"/>
                <a:gd name="csY20" fmla="*/ 134849 h 444298"/>
                <a:gd name="csX21" fmla="*/ 502618 w 612948"/>
                <a:gd name="csY21" fmla="*/ 24518 h 444298"/>
                <a:gd name="csX22" fmla="*/ 392874 w 612948"/>
                <a:gd name="csY22" fmla="*/ 123479 h 444298"/>
                <a:gd name="csX23" fmla="*/ 332700 w 612948"/>
                <a:gd name="csY23" fmla="*/ 161627 h 444298"/>
                <a:gd name="csX24" fmla="*/ 232920 w 612948"/>
                <a:gd name="csY24" fmla="*/ 98072 h 444298"/>
                <a:gd name="csX25" fmla="*/ 219939 w 612948"/>
                <a:gd name="csY25" fmla="*/ 98072 h 444298"/>
                <a:gd name="csX26" fmla="*/ 110331 w 612948"/>
                <a:gd name="csY26" fmla="*/ 0 h 444298"/>
                <a:gd name="csX27" fmla="*/ 0 w 612948"/>
                <a:gd name="csY27" fmla="*/ 110331 h 444298"/>
                <a:gd name="csX28" fmla="*/ 110331 w 612948"/>
                <a:gd name="csY28" fmla="*/ 220661 h 444298"/>
                <a:gd name="csX29" fmla="*/ 484912 w 612948"/>
                <a:gd name="csY29" fmla="*/ 73554 h 444298"/>
                <a:gd name="csX30" fmla="*/ 502618 w 612948"/>
                <a:gd name="csY30" fmla="*/ 77457 h 444298"/>
                <a:gd name="csX31" fmla="*/ 520324 w 612948"/>
                <a:gd name="csY31" fmla="*/ 73554 h 444298"/>
                <a:gd name="csX32" fmla="*/ 563889 w 612948"/>
                <a:gd name="csY32" fmla="*/ 118268 h 444298"/>
                <a:gd name="csX33" fmla="*/ 509753 w 612948"/>
                <a:gd name="csY33" fmla="*/ 193857 h 444298"/>
                <a:gd name="csX34" fmla="*/ 502618 w 612948"/>
                <a:gd name="csY34" fmla="*/ 196144 h 444298"/>
                <a:gd name="csX35" fmla="*/ 495483 w 612948"/>
                <a:gd name="csY35" fmla="*/ 193857 h 444298"/>
                <a:gd name="csX36" fmla="*/ 441347 w 612948"/>
                <a:gd name="csY36" fmla="*/ 118280 h 444298"/>
                <a:gd name="csX37" fmla="*/ 484912 w 612948"/>
                <a:gd name="csY37" fmla="*/ 73554 h 444298"/>
                <a:gd name="csX38" fmla="*/ 49036 w 612948"/>
                <a:gd name="csY38" fmla="*/ 73554 h 444298"/>
                <a:gd name="csX39" fmla="*/ 61295 w 612948"/>
                <a:gd name="csY39" fmla="*/ 61295 h 444298"/>
                <a:gd name="csX40" fmla="*/ 159367 w 612948"/>
                <a:gd name="csY40" fmla="*/ 61295 h 444298"/>
                <a:gd name="csX41" fmla="*/ 171626 w 612948"/>
                <a:gd name="csY41" fmla="*/ 73554 h 444298"/>
                <a:gd name="csX42" fmla="*/ 171626 w 612948"/>
                <a:gd name="csY42" fmla="*/ 134849 h 444298"/>
                <a:gd name="csX43" fmla="*/ 159367 w 612948"/>
                <a:gd name="csY43" fmla="*/ 147108 h 444298"/>
                <a:gd name="csX44" fmla="*/ 132430 w 612948"/>
                <a:gd name="csY44" fmla="*/ 147108 h 444298"/>
                <a:gd name="csX45" fmla="*/ 117131 w 612948"/>
                <a:gd name="csY45" fmla="*/ 157307 h 444298"/>
                <a:gd name="csX46" fmla="*/ 110331 w 612948"/>
                <a:gd name="csY46" fmla="*/ 159367 h 444298"/>
                <a:gd name="csX47" fmla="*/ 103531 w 612948"/>
                <a:gd name="csY47" fmla="*/ 157307 h 444298"/>
                <a:gd name="csX48" fmla="*/ 88231 w 612948"/>
                <a:gd name="csY48" fmla="*/ 147108 h 444298"/>
                <a:gd name="csX49" fmla="*/ 61295 w 612948"/>
                <a:gd name="csY49" fmla="*/ 147108 h 444298"/>
                <a:gd name="csX50" fmla="*/ 49036 w 612948"/>
                <a:gd name="csY50" fmla="*/ 134849 h 444298"/>
                <a:gd name="csX51" fmla="*/ 49036 w 612948"/>
                <a:gd name="csY51" fmla="*/ 73554 h 4442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612948" h="444298">
                  <a:moveTo>
                    <a:pt x="110331" y="220661"/>
                  </a:moveTo>
                  <a:cubicBezTo>
                    <a:pt x="167017" y="220661"/>
                    <a:pt x="213815" y="177675"/>
                    <a:pt x="219939" y="122590"/>
                  </a:cubicBezTo>
                  <a:lnTo>
                    <a:pt x="232920" y="122590"/>
                  </a:lnTo>
                  <a:cubicBezTo>
                    <a:pt x="280238" y="122590"/>
                    <a:pt x="318733" y="161090"/>
                    <a:pt x="318733" y="208402"/>
                  </a:cubicBezTo>
                  <a:lnTo>
                    <a:pt x="318733" y="220661"/>
                  </a:lnTo>
                  <a:lnTo>
                    <a:pt x="318733" y="245801"/>
                  </a:lnTo>
                  <a:cubicBezTo>
                    <a:pt x="256870" y="251974"/>
                    <a:pt x="208402" y="304315"/>
                    <a:pt x="208402" y="367769"/>
                  </a:cubicBezTo>
                  <a:cubicBezTo>
                    <a:pt x="208402" y="396713"/>
                    <a:pt x="218542" y="423303"/>
                    <a:pt x="235381" y="444299"/>
                  </a:cubicBezTo>
                  <a:cubicBezTo>
                    <a:pt x="242471" y="412833"/>
                    <a:pt x="264680" y="387064"/>
                    <a:pt x="293992" y="375072"/>
                  </a:cubicBezTo>
                  <a:cubicBezTo>
                    <a:pt x="286595" y="366483"/>
                    <a:pt x="281956" y="355451"/>
                    <a:pt x="281956" y="343251"/>
                  </a:cubicBezTo>
                  <a:cubicBezTo>
                    <a:pt x="281956" y="316207"/>
                    <a:pt x="303954" y="294215"/>
                    <a:pt x="330992" y="294215"/>
                  </a:cubicBezTo>
                  <a:cubicBezTo>
                    <a:pt x="358036" y="294215"/>
                    <a:pt x="380028" y="316207"/>
                    <a:pt x="380028" y="343251"/>
                  </a:cubicBezTo>
                  <a:cubicBezTo>
                    <a:pt x="380028" y="355452"/>
                    <a:pt x="375390" y="366484"/>
                    <a:pt x="367994" y="375072"/>
                  </a:cubicBezTo>
                  <a:cubicBezTo>
                    <a:pt x="397303" y="387066"/>
                    <a:pt x="419513" y="412833"/>
                    <a:pt x="426602" y="444296"/>
                  </a:cubicBezTo>
                  <a:cubicBezTo>
                    <a:pt x="443441" y="423301"/>
                    <a:pt x="453582" y="396712"/>
                    <a:pt x="453582" y="367769"/>
                  </a:cubicBezTo>
                  <a:cubicBezTo>
                    <a:pt x="453582" y="304315"/>
                    <a:pt x="405109" y="251974"/>
                    <a:pt x="343251" y="245801"/>
                  </a:cubicBezTo>
                  <a:lnTo>
                    <a:pt x="343251" y="220661"/>
                  </a:lnTo>
                  <a:lnTo>
                    <a:pt x="343251" y="208402"/>
                  </a:lnTo>
                  <a:cubicBezTo>
                    <a:pt x="343251" y="178497"/>
                    <a:pt x="364812" y="153609"/>
                    <a:pt x="393186" y="148256"/>
                  </a:cubicBezTo>
                  <a:cubicBezTo>
                    <a:pt x="399833" y="202782"/>
                    <a:pt x="446325" y="245179"/>
                    <a:pt x="502618" y="245179"/>
                  </a:cubicBezTo>
                  <a:cubicBezTo>
                    <a:pt x="563458" y="245179"/>
                    <a:pt x="612948" y="195689"/>
                    <a:pt x="612948" y="134849"/>
                  </a:cubicBezTo>
                  <a:cubicBezTo>
                    <a:pt x="612948" y="74009"/>
                    <a:pt x="563458" y="24518"/>
                    <a:pt x="502618" y="24518"/>
                  </a:cubicBezTo>
                  <a:cubicBezTo>
                    <a:pt x="445616" y="24518"/>
                    <a:pt x="398583" y="67962"/>
                    <a:pt x="392874" y="123479"/>
                  </a:cubicBezTo>
                  <a:cubicBezTo>
                    <a:pt x="367714" y="126926"/>
                    <a:pt x="346007" y="141259"/>
                    <a:pt x="332700" y="161627"/>
                  </a:cubicBezTo>
                  <a:cubicBezTo>
                    <a:pt x="315053" y="124142"/>
                    <a:pt x="277020" y="98072"/>
                    <a:pt x="232920" y="98072"/>
                  </a:cubicBezTo>
                  <a:lnTo>
                    <a:pt x="219939" y="98072"/>
                  </a:lnTo>
                  <a:cubicBezTo>
                    <a:pt x="213815" y="42986"/>
                    <a:pt x="167017" y="0"/>
                    <a:pt x="110331" y="0"/>
                  </a:cubicBezTo>
                  <a:cubicBezTo>
                    <a:pt x="49497" y="0"/>
                    <a:pt x="0" y="49491"/>
                    <a:pt x="0" y="110331"/>
                  </a:cubicBezTo>
                  <a:cubicBezTo>
                    <a:pt x="0" y="171171"/>
                    <a:pt x="49497" y="220661"/>
                    <a:pt x="110331" y="220661"/>
                  </a:cubicBezTo>
                  <a:close/>
                  <a:moveTo>
                    <a:pt x="484912" y="73554"/>
                  </a:moveTo>
                  <a:cubicBezTo>
                    <a:pt x="491065" y="73554"/>
                    <a:pt x="497075" y="74895"/>
                    <a:pt x="502618" y="77457"/>
                  </a:cubicBezTo>
                  <a:cubicBezTo>
                    <a:pt x="508161" y="74895"/>
                    <a:pt x="514170" y="73554"/>
                    <a:pt x="520324" y="73554"/>
                  </a:cubicBezTo>
                  <a:cubicBezTo>
                    <a:pt x="543824" y="73554"/>
                    <a:pt x="562967" y="93199"/>
                    <a:pt x="563889" y="118268"/>
                  </a:cubicBezTo>
                  <a:cubicBezTo>
                    <a:pt x="565158" y="153141"/>
                    <a:pt x="515427" y="189786"/>
                    <a:pt x="509753" y="193857"/>
                  </a:cubicBezTo>
                  <a:cubicBezTo>
                    <a:pt x="507622" y="195377"/>
                    <a:pt x="505120" y="196144"/>
                    <a:pt x="502618" y="196144"/>
                  </a:cubicBezTo>
                  <a:cubicBezTo>
                    <a:pt x="500116" y="196144"/>
                    <a:pt x="497614" y="195377"/>
                    <a:pt x="495483" y="193857"/>
                  </a:cubicBezTo>
                  <a:cubicBezTo>
                    <a:pt x="489808" y="189787"/>
                    <a:pt x="440078" y="153141"/>
                    <a:pt x="441347" y="118280"/>
                  </a:cubicBezTo>
                  <a:cubicBezTo>
                    <a:pt x="442269" y="93199"/>
                    <a:pt x="461411" y="73554"/>
                    <a:pt x="484912" y="73554"/>
                  </a:cubicBezTo>
                  <a:close/>
                  <a:moveTo>
                    <a:pt x="49036" y="73554"/>
                  </a:moveTo>
                  <a:cubicBezTo>
                    <a:pt x="49036" y="66778"/>
                    <a:pt x="54525" y="61295"/>
                    <a:pt x="61295" y="61295"/>
                  </a:cubicBezTo>
                  <a:lnTo>
                    <a:pt x="159367" y="61295"/>
                  </a:lnTo>
                  <a:cubicBezTo>
                    <a:pt x="166137" y="61295"/>
                    <a:pt x="171626" y="66778"/>
                    <a:pt x="171626" y="73554"/>
                  </a:cubicBezTo>
                  <a:lnTo>
                    <a:pt x="171626" y="134849"/>
                  </a:lnTo>
                  <a:cubicBezTo>
                    <a:pt x="171626" y="141625"/>
                    <a:pt x="166137" y="147108"/>
                    <a:pt x="159367" y="147108"/>
                  </a:cubicBezTo>
                  <a:lnTo>
                    <a:pt x="132430" y="147108"/>
                  </a:lnTo>
                  <a:lnTo>
                    <a:pt x="117131" y="157307"/>
                  </a:lnTo>
                  <a:cubicBezTo>
                    <a:pt x="115072" y="158684"/>
                    <a:pt x="112701" y="159367"/>
                    <a:pt x="110331" y="159367"/>
                  </a:cubicBezTo>
                  <a:cubicBezTo>
                    <a:pt x="107960" y="159367"/>
                    <a:pt x="105590" y="158684"/>
                    <a:pt x="103531" y="157307"/>
                  </a:cubicBezTo>
                  <a:lnTo>
                    <a:pt x="88231" y="147108"/>
                  </a:lnTo>
                  <a:lnTo>
                    <a:pt x="61295" y="147108"/>
                  </a:lnTo>
                  <a:cubicBezTo>
                    <a:pt x="54525" y="147108"/>
                    <a:pt x="49036" y="141625"/>
                    <a:pt x="49036" y="134849"/>
                  </a:cubicBezTo>
                  <a:lnTo>
                    <a:pt x="49036" y="73554"/>
                  </a:lnTo>
                  <a:close/>
                </a:path>
              </a:pathLst>
            </a:custGeom>
            <a:grpFill/>
            <a:ln w="12204" cap="flat">
              <a:noFill/>
              <a:prstDash val="solid"/>
              <a:miter/>
            </a:ln>
          </p:spPr>
          <p:txBody>
            <a:bodyPr/>
            <a:lstStyle/>
            <a:p>
              <a:endParaRPr lang="th-TH" sz="1800"/>
            </a:p>
          </p:txBody>
        </p:sp>
        <p:sp>
          <p:nvSpPr>
            <p:cNvPr id="67" name="Freeform: Shape 66">
              <a:extLst>
                <a:ext uri="{FF2B5EF4-FFF2-40B4-BE49-F238E27FC236}">
                  <a16:creationId xmlns:a16="http://schemas.microsoft.com/office/drawing/2014/main" id="{A97F253F-D814-F34A-6E2F-EC104FFDA3D1}"/>
                </a:ext>
              </a:extLst>
            </p:cNvPr>
            <p:cNvSpPr/>
            <p:nvPr/>
          </p:nvSpPr>
          <p:spPr bwMode="black">
            <a:xfrm>
              <a:off x="9934226" y="4833843"/>
              <a:ext cx="49035" cy="49035"/>
            </a:xfrm>
            <a:custGeom>
              <a:avLst/>
              <a:gdLst>
                <a:gd name="csX0" fmla="*/ 49036 w 49035"/>
                <a:gd name="csY0" fmla="*/ 24518 h 49035"/>
                <a:gd name="csX1" fmla="*/ 24518 w 49035"/>
                <a:gd name="csY1" fmla="*/ 49036 h 49035"/>
                <a:gd name="csX2" fmla="*/ 0 w 49035"/>
                <a:gd name="csY2" fmla="*/ 24518 h 49035"/>
                <a:gd name="csX3" fmla="*/ 24518 w 49035"/>
                <a:gd name="csY3" fmla="*/ 0 h 49035"/>
                <a:gd name="csX4" fmla="*/ 49036 w 49035"/>
                <a:gd name="csY4" fmla="*/ 24518 h 49035"/>
              </a:gdLst>
              <a:ahLst/>
              <a:cxnLst>
                <a:cxn ang="0">
                  <a:pos x="csX0" y="csY0"/>
                </a:cxn>
                <a:cxn ang="0">
                  <a:pos x="csX1" y="csY1"/>
                </a:cxn>
                <a:cxn ang="0">
                  <a:pos x="csX2" y="csY2"/>
                </a:cxn>
                <a:cxn ang="0">
                  <a:pos x="csX3" y="csY3"/>
                </a:cxn>
                <a:cxn ang="0">
                  <a:pos x="csX4" y="csY4"/>
                </a:cxn>
              </a:cxnLst>
              <a:rect l="l" t="t" r="r" b="b"/>
              <a:pathLst>
                <a:path w="49035" h="49035">
                  <a:moveTo>
                    <a:pt x="49036" y="24518"/>
                  </a:moveTo>
                  <a:cubicBezTo>
                    <a:pt x="49036" y="38059"/>
                    <a:pt x="38059" y="49036"/>
                    <a:pt x="24518" y="49036"/>
                  </a:cubicBezTo>
                  <a:cubicBezTo>
                    <a:pt x="10977" y="49036"/>
                    <a:pt x="0" y="38059"/>
                    <a:pt x="0" y="24518"/>
                  </a:cubicBezTo>
                  <a:cubicBezTo>
                    <a:pt x="0" y="10977"/>
                    <a:pt x="10977" y="0"/>
                    <a:pt x="24518" y="0"/>
                  </a:cubicBezTo>
                  <a:cubicBezTo>
                    <a:pt x="38059" y="0"/>
                    <a:pt x="49036" y="10977"/>
                    <a:pt x="49036" y="24518"/>
                  </a:cubicBezTo>
                  <a:close/>
                </a:path>
              </a:pathLst>
            </a:custGeom>
            <a:grpFill/>
            <a:ln w="12204" cap="flat">
              <a:noFill/>
              <a:prstDash val="solid"/>
              <a:miter/>
            </a:ln>
          </p:spPr>
          <p:txBody>
            <a:bodyPr/>
            <a:lstStyle/>
            <a:p>
              <a:endParaRPr lang="th-TH" sz="1800"/>
            </a:p>
          </p:txBody>
        </p:sp>
        <p:sp>
          <p:nvSpPr>
            <p:cNvPr id="68" name="Freeform: Shape 67">
              <a:extLst>
                <a:ext uri="{FF2B5EF4-FFF2-40B4-BE49-F238E27FC236}">
                  <a16:creationId xmlns:a16="http://schemas.microsoft.com/office/drawing/2014/main" id="{81842147-6327-7E28-0E78-291D23F76E42}"/>
                </a:ext>
              </a:extLst>
            </p:cNvPr>
            <p:cNvSpPr/>
            <p:nvPr/>
          </p:nvSpPr>
          <p:spPr bwMode="black">
            <a:xfrm>
              <a:off x="9885201" y="4907397"/>
              <a:ext cx="147085" cy="98071"/>
            </a:xfrm>
            <a:custGeom>
              <a:avLst/>
              <a:gdLst>
                <a:gd name="csX0" fmla="*/ 0 w 147085"/>
                <a:gd name="csY0" fmla="*/ 73328 h 98071"/>
                <a:gd name="csX1" fmla="*/ 73543 w 147085"/>
                <a:gd name="csY1" fmla="*/ 98072 h 98071"/>
                <a:gd name="csX2" fmla="*/ 147085 w 147085"/>
                <a:gd name="csY2" fmla="*/ 73326 h 98071"/>
                <a:gd name="csX3" fmla="*/ 73543 w 147085"/>
                <a:gd name="csY3" fmla="*/ 0 h 98071"/>
                <a:gd name="csX4" fmla="*/ 0 w 147085"/>
                <a:gd name="csY4" fmla="*/ 73328 h 98071"/>
              </a:gdLst>
              <a:ahLst/>
              <a:cxnLst>
                <a:cxn ang="0">
                  <a:pos x="csX0" y="csY0"/>
                </a:cxn>
                <a:cxn ang="0">
                  <a:pos x="csX1" y="csY1"/>
                </a:cxn>
                <a:cxn ang="0">
                  <a:pos x="csX2" y="csY2"/>
                </a:cxn>
                <a:cxn ang="0">
                  <a:pos x="csX3" y="csY3"/>
                </a:cxn>
                <a:cxn ang="0">
                  <a:pos x="csX4" y="csY4"/>
                </a:cxn>
              </a:cxnLst>
              <a:rect l="l" t="t" r="r" b="b"/>
              <a:pathLst>
                <a:path w="147085" h="98071">
                  <a:moveTo>
                    <a:pt x="0" y="73328"/>
                  </a:moveTo>
                  <a:cubicBezTo>
                    <a:pt x="20515" y="88787"/>
                    <a:pt x="45934" y="98072"/>
                    <a:pt x="73543" y="98072"/>
                  </a:cubicBezTo>
                  <a:cubicBezTo>
                    <a:pt x="101150" y="98072"/>
                    <a:pt x="126569" y="88787"/>
                    <a:pt x="147085" y="73326"/>
                  </a:cubicBezTo>
                  <a:cubicBezTo>
                    <a:pt x="146959" y="32873"/>
                    <a:pt x="114025" y="0"/>
                    <a:pt x="73543" y="0"/>
                  </a:cubicBezTo>
                  <a:cubicBezTo>
                    <a:pt x="33059" y="0"/>
                    <a:pt x="124" y="32873"/>
                    <a:pt x="0" y="73328"/>
                  </a:cubicBezTo>
                  <a:close/>
                </a:path>
              </a:pathLst>
            </a:custGeom>
            <a:grpFill/>
            <a:ln w="12204" cap="flat">
              <a:noFill/>
              <a:prstDash val="solid"/>
              <a:miter/>
            </a:ln>
          </p:spPr>
          <p:txBody>
            <a:bodyPr/>
            <a:lstStyle/>
            <a:p>
              <a:endParaRPr lang="th-TH" sz="1800"/>
            </a:p>
          </p:txBody>
        </p:sp>
        <p:sp>
          <p:nvSpPr>
            <p:cNvPr id="69" name="Freeform: Shape 68">
              <a:extLst>
                <a:ext uri="{FF2B5EF4-FFF2-40B4-BE49-F238E27FC236}">
                  <a16:creationId xmlns:a16="http://schemas.microsoft.com/office/drawing/2014/main" id="{4DBE3367-E9A8-202F-88A2-690116D51464}"/>
                </a:ext>
              </a:extLst>
            </p:cNvPr>
            <p:cNvSpPr/>
            <p:nvPr/>
          </p:nvSpPr>
          <p:spPr bwMode="black">
            <a:xfrm>
              <a:off x="10093583" y="4613182"/>
              <a:ext cx="73572" cy="70369"/>
            </a:xfrm>
            <a:custGeom>
              <a:avLst/>
              <a:gdLst>
                <a:gd name="csX0" fmla="*/ 36798 w 73572"/>
                <a:gd name="csY0" fmla="*/ 70369 h 70369"/>
                <a:gd name="csX1" fmla="*/ 73563 w 73572"/>
                <a:gd name="csY1" fmla="*/ 21094 h 70369"/>
                <a:gd name="csX2" fmla="*/ 54492 w 73572"/>
                <a:gd name="csY2" fmla="*/ 0 h 70369"/>
                <a:gd name="csX3" fmla="*/ 43957 w 73572"/>
                <a:gd name="csY3" fmla="*/ 3472 h 70369"/>
                <a:gd name="csX4" fmla="*/ 29615 w 73572"/>
                <a:gd name="csY4" fmla="*/ 3472 h 70369"/>
                <a:gd name="csX5" fmla="*/ 19080 w 73572"/>
                <a:gd name="csY5" fmla="*/ 0 h 70369"/>
                <a:gd name="csX6" fmla="*/ 9 w 73572"/>
                <a:gd name="csY6" fmla="*/ 21106 h 70369"/>
                <a:gd name="csX7" fmla="*/ 36798 w 73572"/>
                <a:gd name="csY7" fmla="*/ 70369 h 70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3572" h="70369">
                  <a:moveTo>
                    <a:pt x="36798" y="70369"/>
                  </a:moveTo>
                  <a:cubicBezTo>
                    <a:pt x="54217" y="56291"/>
                    <a:pt x="74054" y="34778"/>
                    <a:pt x="73563" y="21094"/>
                  </a:cubicBezTo>
                  <a:cubicBezTo>
                    <a:pt x="73120" y="9266"/>
                    <a:pt x="64752" y="0"/>
                    <a:pt x="54492" y="0"/>
                  </a:cubicBezTo>
                  <a:cubicBezTo>
                    <a:pt x="50757" y="0"/>
                    <a:pt x="47106" y="1197"/>
                    <a:pt x="43957" y="3472"/>
                  </a:cubicBezTo>
                  <a:cubicBezTo>
                    <a:pt x="39695" y="6560"/>
                    <a:pt x="33877" y="6560"/>
                    <a:pt x="29615" y="3472"/>
                  </a:cubicBezTo>
                  <a:cubicBezTo>
                    <a:pt x="26467" y="1197"/>
                    <a:pt x="22815" y="0"/>
                    <a:pt x="19080" y="0"/>
                  </a:cubicBezTo>
                  <a:cubicBezTo>
                    <a:pt x="8820" y="0"/>
                    <a:pt x="452" y="9266"/>
                    <a:pt x="9" y="21106"/>
                  </a:cubicBezTo>
                  <a:cubicBezTo>
                    <a:pt x="-517" y="35795"/>
                    <a:pt x="21343" y="57787"/>
                    <a:pt x="36798" y="70369"/>
                  </a:cubicBezTo>
                  <a:close/>
                </a:path>
              </a:pathLst>
            </a:custGeom>
            <a:grpFill/>
            <a:ln w="12204" cap="flat">
              <a:noFill/>
              <a:prstDash val="solid"/>
              <a:miter/>
            </a:ln>
          </p:spPr>
          <p:txBody>
            <a:bodyPr/>
            <a:lstStyle/>
            <a:p>
              <a:endParaRPr lang="th-TH" sz="1800"/>
            </a:p>
          </p:txBody>
        </p:sp>
      </p:grpSp>
      <p:sp>
        <p:nvSpPr>
          <p:cNvPr id="12" name="TextBox 11">
            <a:extLst>
              <a:ext uri="{FF2B5EF4-FFF2-40B4-BE49-F238E27FC236}">
                <a16:creationId xmlns:a16="http://schemas.microsoft.com/office/drawing/2014/main" id="{F24BF6E7-6008-5950-14AA-C5673379FB98}"/>
              </a:ext>
            </a:extLst>
          </p:cNvPr>
          <p:cNvSpPr txBox="1"/>
          <p:nvPr/>
        </p:nvSpPr>
        <p:spPr bwMode="black">
          <a:xfrm>
            <a:off x="5310358" y="1762370"/>
            <a:ext cx="5969195" cy="718658"/>
          </a:xfrm>
          <a:prstGeom prst="rect">
            <a:avLst/>
          </a:prstGeom>
          <a:noFill/>
        </p:spPr>
        <p:txBody>
          <a:bodyPr wrap="square" rtlCol="0" anchor="ctr">
            <a:spAutoFit/>
          </a:bodyPr>
          <a:lstStyle/>
          <a:p>
            <a:pPr algn="ctr" defTabSz="914423" rtl="0" eaLnBrk="1" latinLnBrk="0" hangingPunct="1">
              <a:lnSpc>
                <a:spcPct val="90000"/>
              </a:lnSpc>
              <a:spcBef>
                <a:spcPct val="0"/>
              </a:spcBef>
              <a:buNone/>
            </a:pPr>
            <a:r>
              <a:rPr lang="th-TH" sz="4400" b="1" kern="1200" dirty="0">
                <a:solidFill>
                  <a:schemeClr val="accent2"/>
                </a:solidFill>
                <a:latin typeface="+mn-lt"/>
                <a:ea typeface="+mj-ea"/>
                <a:cs typeface="LINE Seed Sans TH" panose="020B0303020203020204" pitchFamily="34" charset="-34"/>
              </a:rPr>
              <a:t>ชไลเวท พิพัฒพรรณวงศ์</a:t>
            </a:r>
            <a:endParaRPr lang="en-US" sz="4400" b="1" kern="1200" dirty="0">
              <a:solidFill>
                <a:schemeClr val="accent2"/>
              </a:solidFill>
              <a:latin typeface="+mn-lt"/>
              <a:ea typeface="+mj-ea"/>
              <a:cs typeface="LINE Seed Sans TH" panose="020B0303020203020204" pitchFamily="34" charset="-34"/>
            </a:endParaRPr>
          </a:p>
        </p:txBody>
      </p:sp>
      <p:sp>
        <p:nvSpPr>
          <p:cNvPr id="8" name="TextBox 7">
            <a:extLst>
              <a:ext uri="{FF2B5EF4-FFF2-40B4-BE49-F238E27FC236}">
                <a16:creationId xmlns:a16="http://schemas.microsoft.com/office/drawing/2014/main" id="{F3E37096-E76E-0CAC-0682-3C67891DE634}"/>
              </a:ext>
            </a:extLst>
          </p:cNvPr>
          <p:cNvSpPr txBox="1"/>
          <p:nvPr/>
        </p:nvSpPr>
        <p:spPr>
          <a:xfrm>
            <a:off x="5322158" y="2543717"/>
            <a:ext cx="5884790" cy="800219"/>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th-TH" sz="1600" dirty="0">
                <a:solidFill>
                  <a:schemeClr val="tx1"/>
                </a:solidFill>
              </a:rPr>
              <a:t>วิทยากร </a:t>
            </a:r>
            <a:r>
              <a:rPr lang="en-US" sz="1600" dirty="0">
                <a:solidFill>
                  <a:schemeClr val="tx1"/>
                </a:solidFill>
              </a:rPr>
              <a:t>9Expert Training</a:t>
            </a:r>
            <a:r>
              <a:rPr lang="th-TH" sz="1600" dirty="0">
                <a:solidFill>
                  <a:schemeClr val="tx1"/>
                </a:solidFill>
              </a:rPr>
              <a:t> กลุ่มหลักสูตร </a:t>
            </a:r>
            <a:r>
              <a:rPr lang="en-US" sz="1600" dirty="0">
                <a:solidFill>
                  <a:schemeClr val="tx1"/>
                </a:solidFill>
              </a:rPr>
              <a:t>AI, Copilot, </a:t>
            </a:r>
            <a:br>
              <a:rPr lang="en-US" sz="1600" dirty="0">
                <a:solidFill>
                  <a:schemeClr val="tx1"/>
                </a:solidFill>
              </a:rPr>
            </a:br>
            <a:r>
              <a:rPr lang="en-US" sz="1600" dirty="0">
                <a:solidFill>
                  <a:schemeClr val="tx1"/>
                </a:solidFill>
              </a:rPr>
              <a:t>Power BI, Power Automate, Power Apps </a:t>
            </a:r>
            <a:r>
              <a:rPr lang="th-TH" sz="1600" dirty="0">
                <a:solidFill>
                  <a:schemeClr val="tx1"/>
                </a:solidFill>
              </a:rPr>
              <a:t>และ </a:t>
            </a:r>
            <a:r>
              <a:rPr lang="en-US" sz="1600" dirty="0">
                <a:solidFill>
                  <a:schemeClr val="tx1"/>
                </a:solidFill>
              </a:rPr>
              <a:t>Microsoft Excel</a:t>
            </a:r>
            <a:endParaRPr lang="en-US" sz="1200" dirty="0">
              <a:solidFill>
                <a:schemeClr val="tx1"/>
              </a:solidFill>
            </a:endParaRPr>
          </a:p>
        </p:txBody>
      </p:sp>
      <p:sp>
        <p:nvSpPr>
          <p:cNvPr id="55" name="TextBox 54">
            <a:extLst>
              <a:ext uri="{FF2B5EF4-FFF2-40B4-BE49-F238E27FC236}">
                <a16:creationId xmlns:a16="http://schemas.microsoft.com/office/drawing/2014/main" id="{0DC58877-937C-FE84-A25F-62225A8D1454}"/>
              </a:ext>
            </a:extLst>
          </p:cNvPr>
          <p:cNvSpPr txBox="1"/>
          <p:nvPr/>
        </p:nvSpPr>
        <p:spPr>
          <a:xfrm>
            <a:off x="5279956" y="4230048"/>
            <a:ext cx="1822390" cy="623248"/>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en-US" sz="1200" b="0" dirty="0">
                <a:solidFill>
                  <a:schemeClr val="tx1"/>
                </a:solidFill>
              </a:rPr>
              <a:t>Power BI</a:t>
            </a:r>
            <a:r>
              <a:rPr lang="en-US" sz="1200" b="0" baseline="0" dirty="0">
                <a:solidFill>
                  <a:schemeClr val="tx1"/>
                </a:solidFill>
              </a:rPr>
              <a:t> / </a:t>
            </a:r>
            <a:br>
              <a:rPr lang="th-TH" sz="1200" b="0" baseline="0" dirty="0">
                <a:solidFill>
                  <a:schemeClr val="tx1"/>
                </a:solidFill>
              </a:rPr>
            </a:br>
            <a:r>
              <a:rPr lang="en-US" sz="1200" b="0" baseline="0" dirty="0">
                <a:solidFill>
                  <a:schemeClr val="tx1"/>
                </a:solidFill>
              </a:rPr>
              <a:t>Microsoft 365 Copilot</a:t>
            </a:r>
            <a:endParaRPr lang="th-TH" sz="1200" b="0" dirty="0">
              <a:solidFill>
                <a:schemeClr val="tx1"/>
              </a:solidFill>
            </a:endParaRPr>
          </a:p>
        </p:txBody>
      </p:sp>
      <p:sp>
        <p:nvSpPr>
          <p:cNvPr id="14" name="TextBox 13">
            <a:extLst>
              <a:ext uri="{FF2B5EF4-FFF2-40B4-BE49-F238E27FC236}">
                <a16:creationId xmlns:a16="http://schemas.microsoft.com/office/drawing/2014/main" id="{99C2E803-221C-BB6C-D96D-5B41219CDB2D}"/>
              </a:ext>
            </a:extLst>
          </p:cNvPr>
          <p:cNvSpPr txBox="1"/>
          <p:nvPr/>
        </p:nvSpPr>
        <p:spPr>
          <a:xfrm>
            <a:off x="9507392" y="4220071"/>
            <a:ext cx="1846411" cy="623248"/>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en-US" sz="1200" b="0" kern="1200" dirty="0">
                <a:solidFill>
                  <a:schemeClr val="tx1"/>
                </a:solidFill>
                <a:latin typeface="+mn-lt"/>
                <a:ea typeface="+mn-ea"/>
                <a:cs typeface="+mn-cs"/>
              </a:rPr>
              <a:t>Content Creator </a:t>
            </a:r>
            <a:br>
              <a:rPr lang="en-US" sz="1200" b="0" kern="1200" dirty="0">
                <a:solidFill>
                  <a:schemeClr val="tx1"/>
                </a:solidFill>
                <a:latin typeface="+mn-lt"/>
                <a:ea typeface="+mn-ea"/>
                <a:cs typeface="+mn-cs"/>
              </a:rPr>
            </a:br>
            <a:r>
              <a:rPr lang="en-US" sz="1200" b="0" kern="1200" dirty="0">
                <a:solidFill>
                  <a:schemeClr val="tx1"/>
                </a:solidFill>
                <a:latin typeface="+mn-lt"/>
                <a:ea typeface="+mn-ea"/>
                <a:cs typeface="+mn-cs"/>
              </a:rPr>
              <a:t>(1M Followers)</a:t>
            </a:r>
          </a:p>
        </p:txBody>
      </p:sp>
      <p:sp>
        <p:nvSpPr>
          <p:cNvPr id="10" name="Footer Placeholder 4">
            <a:extLst>
              <a:ext uri="{FF2B5EF4-FFF2-40B4-BE49-F238E27FC236}">
                <a16:creationId xmlns:a16="http://schemas.microsoft.com/office/drawing/2014/main" id="{41545C2E-F6B9-BCE1-A5DD-8933DA610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11" name="Slide Number Placeholder 5">
            <a:extLst>
              <a:ext uri="{FF2B5EF4-FFF2-40B4-BE49-F238E27FC236}">
                <a16:creationId xmlns:a16="http://schemas.microsoft.com/office/drawing/2014/main" id="{CD645BB4-D26B-D36D-4004-D99BB585FC54}"/>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068421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nstructor Aj Chalaiva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311C4B-6AFD-B623-61C2-4610E20AE6E0}"/>
              </a:ext>
            </a:extLst>
          </p:cNvPr>
          <p:cNvSpPr txBox="1"/>
          <p:nvPr/>
        </p:nvSpPr>
        <p:spPr>
          <a:xfrm>
            <a:off x="838201" y="756467"/>
            <a:ext cx="6237616" cy="5047536"/>
          </a:xfrm>
          <a:prstGeom prst="rect">
            <a:avLst/>
          </a:prstGeom>
          <a:noFill/>
        </p:spPr>
        <p:txBody>
          <a:bodyPr wrap="square" rtlCol="0" anchor="ctr">
            <a:spAutoFit/>
          </a:bodyPr>
          <a:lstStyle/>
          <a:p>
            <a:pPr marL="0" indent="0">
              <a:lnSpc>
                <a:spcPct val="150000"/>
              </a:lnSpc>
              <a:spcBef>
                <a:spcPts val="0"/>
              </a:spcBef>
              <a:buFont typeface="Arial" panose="020B0604020202020204" pitchFamily="34" charset="0"/>
              <a:buNone/>
            </a:pPr>
            <a:r>
              <a:rPr lang="th-TH" sz="2400" b="1" dirty="0"/>
              <a:t>ประสบการณ์การทำงาน</a:t>
            </a:r>
            <a:r>
              <a:rPr lang="en-US" sz="2400" b="1" dirty="0"/>
              <a:t>:</a:t>
            </a:r>
            <a:endParaRPr lang="en-US" sz="2000" b="0" dirty="0"/>
          </a:p>
          <a:p>
            <a:pPr marL="457223" indent="-457223">
              <a:lnSpc>
                <a:spcPct val="150000"/>
              </a:lnSpc>
              <a:spcBef>
                <a:spcPts val="0"/>
              </a:spcBef>
              <a:buFont typeface="Arial" panose="020B0604020202020204" pitchFamily="34" charset="0"/>
              <a:buChar char="•"/>
            </a:pPr>
            <a:r>
              <a:rPr lang="th-TH" sz="1600" dirty="0"/>
              <a:t>วิทยากร </a:t>
            </a:r>
            <a:r>
              <a:rPr lang="en-US" sz="1600" dirty="0"/>
              <a:t>9Expert Training </a:t>
            </a:r>
            <a:br>
              <a:rPr lang="en-US" sz="1600" dirty="0"/>
            </a:br>
            <a:r>
              <a:rPr lang="en-US" sz="1600" dirty="0"/>
              <a:t>(AI, Copilot, Power BI, Power Automate, Power Apps, Excel)</a:t>
            </a:r>
          </a:p>
          <a:p>
            <a:pPr marL="457223" indent="-457223">
              <a:lnSpc>
                <a:spcPct val="150000"/>
              </a:lnSpc>
              <a:spcBef>
                <a:spcPts val="0"/>
              </a:spcBef>
              <a:buFont typeface="Arial" panose="020B0604020202020204" pitchFamily="34" charset="0"/>
              <a:buChar char="•"/>
            </a:pPr>
            <a:r>
              <a:rPr lang="en-US" sz="1600" dirty="0"/>
              <a:t>World Bank Consultant</a:t>
            </a:r>
          </a:p>
          <a:p>
            <a:pPr marL="457223" indent="-457223">
              <a:lnSpc>
                <a:spcPct val="150000"/>
              </a:lnSpc>
              <a:spcBef>
                <a:spcPts val="0"/>
              </a:spcBef>
              <a:buFont typeface="Arial" panose="020B0604020202020204" pitchFamily="34" charset="0"/>
              <a:buChar char="•"/>
            </a:pPr>
            <a:r>
              <a:rPr lang="th-TH" sz="1600" dirty="0"/>
              <a:t>อนุกรรมาธิการ เทคนิค การแข่งขันฝีมือแรงงาน อาเซียน </a:t>
            </a:r>
            <a:br>
              <a:rPr lang="en-US" sz="1600" dirty="0"/>
            </a:br>
            <a:r>
              <a:rPr lang="en-US" sz="1600" dirty="0"/>
              <a:t>(World Skill Thailand)</a:t>
            </a:r>
          </a:p>
          <a:p>
            <a:pPr marL="457223" indent="-457223">
              <a:lnSpc>
                <a:spcPct val="150000"/>
              </a:lnSpc>
              <a:spcBef>
                <a:spcPts val="0"/>
              </a:spcBef>
              <a:buFont typeface="Arial" panose="020B0604020202020204" pitchFamily="34" charset="0"/>
              <a:buChar char="•"/>
            </a:pPr>
            <a:r>
              <a:rPr lang="th-TH" sz="1600" dirty="0"/>
              <a:t>วิทยากร หน่วยงานรัฐ องค์กรชั้นนำมากมาย</a:t>
            </a:r>
          </a:p>
          <a:p>
            <a:pPr marL="457223" indent="-457223">
              <a:lnSpc>
                <a:spcPct val="150000"/>
              </a:lnSpc>
              <a:spcBef>
                <a:spcPts val="0"/>
              </a:spcBef>
              <a:buFont typeface="Arial" panose="020B0604020202020204" pitchFamily="34" charset="0"/>
              <a:buChar char="•"/>
            </a:pPr>
            <a:r>
              <a:rPr lang="th-TH" sz="1600" dirty="0"/>
              <a:t>ที่ปรึกษาด้าน </a:t>
            </a:r>
            <a:r>
              <a:rPr lang="en-US" sz="1600" dirty="0"/>
              <a:t>Business Analytics: AOT, SCB, BJC, BTS, etc.</a:t>
            </a:r>
          </a:p>
          <a:p>
            <a:pPr marL="457223" indent="-457223">
              <a:lnSpc>
                <a:spcPct val="150000"/>
              </a:lnSpc>
              <a:spcBef>
                <a:spcPts val="0"/>
              </a:spcBef>
              <a:buFont typeface="Arial" panose="020B0604020202020204" pitchFamily="34" charset="0"/>
              <a:buChar char="•"/>
            </a:pPr>
            <a:r>
              <a:rPr lang="en-US" sz="1600" dirty="0"/>
              <a:t>Community Leader: </a:t>
            </a:r>
          </a:p>
          <a:p>
            <a:pPr marL="914446" lvl="1" indent="-457223">
              <a:lnSpc>
                <a:spcPct val="150000"/>
              </a:lnSpc>
              <a:spcBef>
                <a:spcPts val="0"/>
              </a:spcBef>
              <a:buFont typeface="Wingdings" panose="05000000000000000000" pitchFamily="2" charset="2"/>
              <a:buChar char="§"/>
            </a:pPr>
            <a:r>
              <a:rPr lang="en-US" sz="1600" dirty="0"/>
              <a:t>Turn Data into Insights with Power BI</a:t>
            </a:r>
          </a:p>
          <a:p>
            <a:pPr marL="914446" lvl="1" indent="-457223">
              <a:lnSpc>
                <a:spcPct val="150000"/>
              </a:lnSpc>
              <a:spcBef>
                <a:spcPts val="0"/>
              </a:spcBef>
              <a:buFont typeface="Wingdings" panose="05000000000000000000" pitchFamily="2" charset="2"/>
              <a:buChar char="§"/>
            </a:pPr>
            <a:r>
              <a:rPr lang="en-US" sz="1600" dirty="0"/>
              <a:t>Excel Community Thailand</a:t>
            </a:r>
          </a:p>
          <a:p>
            <a:pPr marL="914446" lvl="1" indent="-457223">
              <a:lnSpc>
                <a:spcPct val="150000"/>
              </a:lnSpc>
              <a:spcBef>
                <a:spcPts val="0"/>
              </a:spcBef>
              <a:buFont typeface="Wingdings" panose="05000000000000000000" pitchFamily="2" charset="2"/>
              <a:buChar char="§"/>
            </a:pPr>
            <a:r>
              <a:rPr lang="en-US" sz="1600" dirty="0"/>
              <a:t>RPA Thailand</a:t>
            </a:r>
          </a:p>
          <a:p>
            <a:pPr marL="457223" indent="-457223">
              <a:lnSpc>
                <a:spcPct val="150000"/>
              </a:lnSpc>
              <a:spcBef>
                <a:spcPts val="0"/>
              </a:spcBef>
              <a:buFont typeface="Arial" panose="020B0604020202020204" pitchFamily="34" charset="0"/>
              <a:buChar char="•"/>
            </a:pPr>
            <a:r>
              <a:rPr lang="th-TH" sz="1600" dirty="0"/>
              <a:t>นักเขียน </a:t>
            </a:r>
            <a:r>
              <a:rPr lang="en-US" sz="1600" dirty="0"/>
              <a:t>9Experttraining.com</a:t>
            </a:r>
            <a:endParaRPr lang="en-US" sz="1800" dirty="0"/>
          </a:p>
        </p:txBody>
      </p:sp>
      <p:sp>
        <p:nvSpPr>
          <p:cNvPr id="10" name="Rectangle: Rounded Corners 9">
            <a:extLst>
              <a:ext uri="{FF2B5EF4-FFF2-40B4-BE49-F238E27FC236}">
                <a16:creationId xmlns:a16="http://schemas.microsoft.com/office/drawing/2014/main" id="{E48AA0A4-F251-A8C9-2C66-4D50954F064F}"/>
              </a:ext>
            </a:extLst>
          </p:cNvPr>
          <p:cNvSpPr/>
          <p:nvPr/>
        </p:nvSpPr>
        <p:spPr bwMode="gray">
          <a:xfrm>
            <a:off x="7817148" y="2419820"/>
            <a:ext cx="1614330" cy="1095748"/>
          </a:xfrm>
          <a:prstGeom prst="roundRect">
            <a:avLst>
              <a:gd name="adj" fmla="val 8240"/>
            </a:avLst>
          </a:prstGeom>
          <a:blipFill>
            <a:blip r:embed="rId3">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Rounded Corners 10">
            <a:extLst>
              <a:ext uri="{FF2B5EF4-FFF2-40B4-BE49-F238E27FC236}">
                <a16:creationId xmlns:a16="http://schemas.microsoft.com/office/drawing/2014/main" id="{B85454D0-8338-B63D-741B-F1BA399C839C}"/>
              </a:ext>
            </a:extLst>
          </p:cNvPr>
          <p:cNvSpPr/>
          <p:nvPr/>
        </p:nvSpPr>
        <p:spPr bwMode="gray">
          <a:xfrm>
            <a:off x="7818790" y="3635969"/>
            <a:ext cx="1614330" cy="1095748"/>
          </a:xfrm>
          <a:prstGeom prst="roundRect">
            <a:avLst>
              <a:gd name="adj" fmla="val 8240"/>
            </a:avLst>
          </a:prstGeom>
          <a:blipFill>
            <a:blip r:embed="rId4">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Rounded Corners 13">
            <a:extLst>
              <a:ext uri="{FF2B5EF4-FFF2-40B4-BE49-F238E27FC236}">
                <a16:creationId xmlns:a16="http://schemas.microsoft.com/office/drawing/2014/main" id="{8758869E-635F-25FA-8650-2185D9DF5F77}"/>
              </a:ext>
            </a:extLst>
          </p:cNvPr>
          <p:cNvSpPr/>
          <p:nvPr/>
        </p:nvSpPr>
        <p:spPr bwMode="gray">
          <a:xfrm>
            <a:off x="9558992" y="2419820"/>
            <a:ext cx="1614330" cy="1095748"/>
          </a:xfrm>
          <a:prstGeom prst="roundRect">
            <a:avLst>
              <a:gd name="adj" fmla="val 8240"/>
            </a:avLst>
          </a:prstGeom>
          <a:blipFill>
            <a:blip r:embed="rId5">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Rounded Corners 14">
            <a:extLst>
              <a:ext uri="{FF2B5EF4-FFF2-40B4-BE49-F238E27FC236}">
                <a16:creationId xmlns:a16="http://schemas.microsoft.com/office/drawing/2014/main" id="{0A15A8E1-D947-FE8A-4F4C-BCA6140239AC}"/>
              </a:ext>
            </a:extLst>
          </p:cNvPr>
          <p:cNvSpPr/>
          <p:nvPr/>
        </p:nvSpPr>
        <p:spPr bwMode="gray">
          <a:xfrm>
            <a:off x="9560634" y="3635969"/>
            <a:ext cx="1614330" cy="1095748"/>
          </a:xfrm>
          <a:prstGeom prst="roundRect">
            <a:avLst>
              <a:gd name="adj" fmla="val 8240"/>
            </a:avLst>
          </a:prstGeom>
          <a:blipFill>
            <a:blip r:embed="rId6">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Picture 6">
            <a:extLst>
              <a:ext uri="{FF2B5EF4-FFF2-40B4-BE49-F238E27FC236}">
                <a16:creationId xmlns:a16="http://schemas.microsoft.com/office/drawing/2014/main" id="{7DDB82A0-9FEC-B394-8A7C-C4C4707C0FD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799402" y="4964817"/>
            <a:ext cx="1860888" cy="752273"/>
          </a:xfrm>
          <a:prstGeom prst="rect">
            <a:avLst/>
          </a:prstGeom>
        </p:spPr>
      </p:pic>
      <p:sp>
        <p:nvSpPr>
          <p:cNvPr id="8" name="TextBox 7">
            <a:extLst>
              <a:ext uri="{FF2B5EF4-FFF2-40B4-BE49-F238E27FC236}">
                <a16:creationId xmlns:a16="http://schemas.microsoft.com/office/drawing/2014/main" id="{E69FF3FB-3498-1F5E-8C94-D3987E5F7D53}"/>
              </a:ext>
            </a:extLst>
          </p:cNvPr>
          <p:cNvSpPr txBox="1"/>
          <p:nvPr/>
        </p:nvSpPr>
        <p:spPr>
          <a:xfrm>
            <a:off x="9671563" y="5000681"/>
            <a:ext cx="1614329" cy="707886"/>
          </a:xfrm>
          <a:prstGeom prst="rect">
            <a:avLst/>
          </a:prstGeom>
          <a:noFill/>
        </p:spPr>
        <p:txBody>
          <a:bodyPr wrap="square" rtlCol="0">
            <a:spAutoFit/>
          </a:bodyPr>
          <a:lstStyle/>
          <a:p>
            <a:r>
              <a:rPr lang="en-US" sz="2000" dirty="0"/>
              <a:t>2024-2026</a:t>
            </a:r>
            <a:br>
              <a:rPr lang="en-US" sz="2000" dirty="0"/>
            </a:br>
            <a:r>
              <a:rPr lang="en-US" sz="2000" dirty="0"/>
              <a:t>2023</a:t>
            </a:r>
          </a:p>
        </p:txBody>
      </p:sp>
      <p:sp>
        <p:nvSpPr>
          <p:cNvPr id="9" name="TextBox 8">
            <a:extLst>
              <a:ext uri="{FF2B5EF4-FFF2-40B4-BE49-F238E27FC236}">
                <a16:creationId xmlns:a16="http://schemas.microsoft.com/office/drawing/2014/main" id="{4288FE84-879C-B6A5-04E0-CFF5EFCBCF5D}"/>
              </a:ext>
            </a:extLst>
          </p:cNvPr>
          <p:cNvSpPr txBox="1"/>
          <p:nvPr/>
        </p:nvSpPr>
        <p:spPr>
          <a:xfrm>
            <a:off x="7880905" y="5776289"/>
            <a:ext cx="3356173" cy="338554"/>
          </a:xfrm>
          <a:prstGeom prst="rect">
            <a:avLst/>
          </a:prstGeom>
          <a:noFill/>
        </p:spPr>
        <p:txBody>
          <a:bodyPr wrap="square" rtlCol="0">
            <a:spAutoFit/>
          </a:bodyPr>
          <a:lstStyle/>
          <a:p>
            <a:pPr algn="ctr"/>
            <a:r>
              <a:rPr lang="en-US" sz="1600" dirty="0"/>
              <a:t>Power BI/M365 Copilot</a:t>
            </a:r>
          </a:p>
        </p:txBody>
      </p:sp>
      <p:pic>
        <p:nvPicPr>
          <p:cNvPr id="2" name="Picture 1">
            <a:extLst>
              <a:ext uri="{FF2B5EF4-FFF2-40B4-BE49-F238E27FC236}">
                <a16:creationId xmlns:a16="http://schemas.microsoft.com/office/drawing/2014/main" id="{CEA835CA-AED0-DBAB-7509-E6E9BC53A03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817148" y="1081713"/>
            <a:ext cx="1609092" cy="1237535"/>
          </a:xfrm>
          <a:prstGeom prst="roundRect">
            <a:avLst>
              <a:gd name="adj" fmla="val 7668"/>
            </a:avLst>
          </a:prstGeom>
          <a:blipFill>
            <a:blip r:embed="rId3">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49274681-F551-3C0D-AB48-0C22552A8DE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558991" y="1073283"/>
            <a:ext cx="1617960" cy="1245964"/>
          </a:xfrm>
          <a:prstGeom prst="roundRect">
            <a:avLst>
              <a:gd name="adj" fmla="val 7258"/>
            </a:avLst>
          </a:prstGeom>
          <a:blipFill>
            <a:blip r:embed="rId3">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40000"/>
              </a:prstClr>
            </a:outerShdw>
          </a:effectLst>
        </p:spPr>
      </p:pic>
      <p:sp>
        <p:nvSpPr>
          <p:cNvPr id="16" name="Footer Placeholder 4">
            <a:extLst>
              <a:ext uri="{FF2B5EF4-FFF2-40B4-BE49-F238E27FC236}">
                <a16:creationId xmlns:a16="http://schemas.microsoft.com/office/drawing/2014/main" id="{055667D4-9224-09B3-4FBA-4E3D73B27523}"/>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17" name="Slide Number Placeholder 5">
            <a:extLst>
              <a:ext uri="{FF2B5EF4-FFF2-40B4-BE49-F238E27FC236}">
                <a16:creationId xmlns:a16="http://schemas.microsoft.com/office/drawing/2014/main" id="{4173C00D-B724-8994-1EDE-2ABBA0183EB8}"/>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7050670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nstructor_Ekpongto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061ACB49-E314-8D27-C357-CB2AD74706C4}"/>
              </a:ext>
            </a:extLst>
          </p:cNvPr>
          <p:cNvSpPr/>
          <p:nvPr/>
        </p:nvSpPr>
        <p:spPr bwMode="ltGray">
          <a:xfrm>
            <a:off x="955609" y="1765088"/>
            <a:ext cx="3962400" cy="3962400"/>
          </a:xfrm>
          <a:prstGeom prst="ellipse">
            <a:avLst/>
          </a:prstGeom>
          <a:gradFill flip="none" rotWithShape="1">
            <a:gsLst>
              <a:gs pos="0">
                <a:schemeClr val="accent3"/>
              </a:gs>
              <a:gs pos="50000">
                <a:schemeClr val="accent2"/>
              </a:gs>
              <a:gs pos="97000">
                <a:schemeClr val="accent1"/>
              </a:gs>
            </a:gsLst>
            <a:lin ang="2700000" scaled="1"/>
            <a:tileRect/>
          </a:gra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8" name="TextBox 7">
            <a:extLst>
              <a:ext uri="{FF2B5EF4-FFF2-40B4-BE49-F238E27FC236}">
                <a16:creationId xmlns:a16="http://schemas.microsoft.com/office/drawing/2014/main" id="{9BADDD1F-29ED-8137-659E-B61B168D15F1}"/>
              </a:ext>
            </a:extLst>
          </p:cNvPr>
          <p:cNvSpPr txBox="1"/>
          <p:nvPr/>
        </p:nvSpPr>
        <p:spPr bwMode="black">
          <a:xfrm>
            <a:off x="5188137" y="1765089"/>
            <a:ext cx="6304330" cy="661720"/>
          </a:xfrm>
          <a:prstGeom prst="rect">
            <a:avLst/>
          </a:prstGeom>
          <a:noFill/>
        </p:spPr>
        <p:txBody>
          <a:bodyPr wrap="square" rtlCol="0" anchor="ctr">
            <a:spAutoFit/>
          </a:bodyPr>
          <a:lstStyle/>
          <a:p>
            <a:pPr algn="ctr" defTabSz="914423" rtl="0" eaLnBrk="1" latinLnBrk="0" hangingPunct="1">
              <a:lnSpc>
                <a:spcPct val="90000"/>
              </a:lnSpc>
              <a:spcBef>
                <a:spcPct val="0"/>
              </a:spcBef>
              <a:buNone/>
            </a:pPr>
            <a:r>
              <a:rPr lang="th-TH" sz="4000" b="1" kern="1200" dirty="0">
                <a:solidFill>
                  <a:schemeClr val="accent2"/>
                </a:solidFill>
                <a:latin typeface="+mn-lt"/>
                <a:ea typeface="+mj-ea"/>
                <a:cs typeface="LINE Seed Sans TH" panose="020B0303020203020204" pitchFamily="34" charset="-34"/>
              </a:rPr>
              <a:t>เอกพงศ์ธร เอื้อประเสริฐวณิช</a:t>
            </a:r>
            <a:endParaRPr lang="en-US" sz="4000" b="1" kern="1200" dirty="0">
              <a:solidFill>
                <a:schemeClr val="accent2"/>
              </a:solidFill>
              <a:latin typeface="+mn-lt"/>
              <a:ea typeface="+mj-ea"/>
              <a:cs typeface="LINE Seed Sans TH" panose="020B0303020203020204" pitchFamily="34" charset="-34"/>
            </a:endParaRPr>
          </a:p>
        </p:txBody>
      </p:sp>
      <p:sp>
        <p:nvSpPr>
          <p:cNvPr id="9" name="TextBox 8">
            <a:extLst>
              <a:ext uri="{FF2B5EF4-FFF2-40B4-BE49-F238E27FC236}">
                <a16:creationId xmlns:a16="http://schemas.microsoft.com/office/drawing/2014/main" id="{2882E0B1-EF5F-F1F2-36EB-BB112CF15EFA}"/>
              </a:ext>
            </a:extLst>
          </p:cNvPr>
          <p:cNvSpPr txBox="1"/>
          <p:nvPr/>
        </p:nvSpPr>
        <p:spPr>
          <a:xfrm>
            <a:off x="5188137" y="2542571"/>
            <a:ext cx="6304329" cy="800219"/>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th-TH" sz="1600" dirty="0">
                <a:solidFill>
                  <a:schemeClr val="tx1"/>
                </a:solidFill>
              </a:rPr>
              <a:t>วิทยากร </a:t>
            </a:r>
            <a:r>
              <a:rPr lang="en-US" sz="1600" dirty="0">
                <a:solidFill>
                  <a:schemeClr val="tx1"/>
                </a:solidFill>
              </a:rPr>
              <a:t>9Expert Training</a:t>
            </a:r>
            <a:r>
              <a:rPr lang="th-TH" sz="1600" dirty="0">
                <a:solidFill>
                  <a:schemeClr val="tx1"/>
                </a:solidFill>
              </a:rPr>
              <a:t> กลุ่มหลักสูตร </a:t>
            </a:r>
            <a:r>
              <a:rPr lang="en-US" sz="1600" dirty="0">
                <a:solidFill>
                  <a:schemeClr val="tx1"/>
                </a:solidFill>
              </a:rPr>
              <a:t>GitHub Copilot,</a:t>
            </a:r>
            <a:r>
              <a:rPr lang="th-TH" sz="1600" dirty="0">
                <a:solidFill>
                  <a:schemeClr val="tx1"/>
                </a:solidFill>
              </a:rPr>
              <a:t> </a:t>
            </a:r>
            <a:br>
              <a:rPr lang="en-US" sz="1600" dirty="0">
                <a:solidFill>
                  <a:schemeClr val="tx1"/>
                </a:solidFill>
              </a:rPr>
            </a:br>
            <a:r>
              <a:rPr lang="en-US" sz="1600" dirty="0">
                <a:solidFill>
                  <a:schemeClr val="tx1"/>
                </a:solidFill>
              </a:rPr>
              <a:t>Power BI, Power Automate, Power Apps </a:t>
            </a:r>
            <a:r>
              <a:rPr lang="th-TH" sz="1600" dirty="0">
                <a:solidFill>
                  <a:schemeClr val="tx1"/>
                </a:solidFill>
              </a:rPr>
              <a:t>และ </a:t>
            </a:r>
            <a:r>
              <a:rPr lang="en-US" sz="1600" dirty="0">
                <a:solidFill>
                  <a:schemeClr val="tx1"/>
                </a:solidFill>
              </a:rPr>
              <a:t>Web Development</a:t>
            </a:r>
            <a:endParaRPr lang="en-US" sz="1200" dirty="0">
              <a:solidFill>
                <a:schemeClr val="tx1"/>
              </a:solidFill>
            </a:endParaRPr>
          </a:p>
        </p:txBody>
      </p:sp>
      <p:pic>
        <p:nvPicPr>
          <p:cNvPr id="18" name="Picture 17">
            <a:extLst>
              <a:ext uri="{FF2B5EF4-FFF2-40B4-BE49-F238E27FC236}">
                <a16:creationId xmlns:a16="http://schemas.microsoft.com/office/drawing/2014/main" id="{6FFC38F2-5248-AFED-28B0-6633EB3791C2}"/>
              </a:ext>
            </a:extLst>
          </p:cNvPr>
          <p:cNvPicPr>
            <a:picLocks noChangeAspect="1"/>
          </p:cNvPicPr>
          <p:nvPr/>
        </p:nvPicPr>
        <p:blipFill>
          <a:blip r:embed="rId3">
            <a:extLst>
              <a:ext uri="{28A0092B-C50C-407E-A947-70E740481C1C}">
                <a14:useLocalDpi xmlns:a14="http://schemas.microsoft.com/office/drawing/2010/main" val="0"/>
              </a:ext>
            </a:extLst>
          </a:blip>
          <a:srcRect r="2861" b="5643"/>
          <a:stretch>
            <a:fillRect/>
          </a:stretch>
        </p:blipFill>
        <p:spPr>
          <a:xfrm>
            <a:off x="1066767" y="1030034"/>
            <a:ext cx="3851243" cy="4697454"/>
          </a:xfrm>
          <a:custGeom>
            <a:avLst/>
            <a:gdLst>
              <a:gd name="csX0" fmla="*/ 1546908 w 3851243"/>
              <a:gd name="csY0" fmla="*/ 0 h 4697454"/>
              <a:gd name="csX1" fmla="*/ 2193178 w 3851243"/>
              <a:gd name="csY1" fmla="*/ 0 h 4697454"/>
              <a:gd name="csX2" fmla="*/ 2216969 w 3851243"/>
              <a:gd name="csY2" fmla="*/ 7385 h 4697454"/>
              <a:gd name="csX3" fmla="*/ 2761323 w 3851243"/>
              <a:gd name="csY3" fmla="*/ 828624 h 4697454"/>
              <a:gd name="csX4" fmla="*/ 2756721 w 3851243"/>
              <a:gd name="csY4" fmla="*/ 919752 h 4697454"/>
              <a:gd name="csX5" fmla="*/ 2752935 w 3851243"/>
              <a:gd name="csY5" fmla="*/ 944564 h 4697454"/>
              <a:gd name="csX6" fmla="*/ 2814401 w 3851243"/>
              <a:gd name="csY6" fmla="*/ 974174 h 4697454"/>
              <a:gd name="csX7" fmla="*/ 3851243 w 3851243"/>
              <a:gd name="csY7" fmla="*/ 2716254 h 4697454"/>
              <a:gd name="csX8" fmla="*/ 1870043 w 3851243"/>
              <a:gd name="csY8" fmla="*/ 4697454 h 4697454"/>
              <a:gd name="csX9" fmla="*/ 44536 w 3851243"/>
              <a:gd name="csY9" fmla="*/ 3487427 h 4697454"/>
              <a:gd name="csX10" fmla="*/ 0 w 3851243"/>
              <a:gd name="csY10" fmla="*/ 3365747 h 4697454"/>
              <a:gd name="csX11" fmla="*/ 0 w 3851243"/>
              <a:gd name="csY11" fmla="*/ 2061793 h 4697454"/>
              <a:gd name="csX12" fmla="*/ 4929 w 3851243"/>
              <a:gd name="csY12" fmla="*/ 2046447 h 4697454"/>
              <a:gd name="csX13" fmla="*/ 925685 w 3851243"/>
              <a:gd name="csY13" fmla="*/ 974174 h 4697454"/>
              <a:gd name="csX14" fmla="*/ 987152 w 3851243"/>
              <a:gd name="csY14" fmla="*/ 944564 h 4697454"/>
              <a:gd name="csX15" fmla="*/ 983365 w 3851243"/>
              <a:gd name="csY15" fmla="*/ 919752 h 4697454"/>
              <a:gd name="csX16" fmla="*/ 978763 w 3851243"/>
              <a:gd name="csY16" fmla="*/ 828624 h 4697454"/>
              <a:gd name="csX17" fmla="*/ 1523117 w 3851243"/>
              <a:gd name="csY17" fmla="*/ 7385 h 4697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851243" h="4697454">
                <a:moveTo>
                  <a:pt x="1546908" y="0"/>
                </a:moveTo>
                <a:lnTo>
                  <a:pt x="2193178" y="0"/>
                </a:lnTo>
                <a:lnTo>
                  <a:pt x="2216969" y="7385"/>
                </a:lnTo>
                <a:cubicBezTo>
                  <a:pt x="2536863" y="142689"/>
                  <a:pt x="2761323" y="459444"/>
                  <a:pt x="2761323" y="828624"/>
                </a:cubicBezTo>
                <a:cubicBezTo>
                  <a:pt x="2761323" y="859389"/>
                  <a:pt x="2759764" y="889790"/>
                  <a:pt x="2756721" y="919752"/>
                </a:cubicBezTo>
                <a:lnTo>
                  <a:pt x="2752935" y="944564"/>
                </a:lnTo>
                <a:lnTo>
                  <a:pt x="2814401" y="974174"/>
                </a:lnTo>
                <a:cubicBezTo>
                  <a:pt x="3431991" y="1309669"/>
                  <a:pt x="3851243" y="1964001"/>
                  <a:pt x="3851243" y="2716254"/>
                </a:cubicBezTo>
                <a:cubicBezTo>
                  <a:pt x="3851243" y="3810441"/>
                  <a:pt x="2964230" y="4697454"/>
                  <a:pt x="1870043" y="4697454"/>
                </a:cubicBezTo>
                <a:cubicBezTo>
                  <a:pt x="1049403" y="4697454"/>
                  <a:pt x="345298" y="4198509"/>
                  <a:pt x="44536" y="3487427"/>
                </a:cubicBezTo>
                <a:lnTo>
                  <a:pt x="0" y="3365747"/>
                </a:lnTo>
                <a:lnTo>
                  <a:pt x="0" y="2061793"/>
                </a:lnTo>
                <a:lnTo>
                  <a:pt x="4929" y="2046447"/>
                </a:lnTo>
                <a:cubicBezTo>
                  <a:pt x="170245" y="1586180"/>
                  <a:pt x="501092" y="1204827"/>
                  <a:pt x="925685" y="974174"/>
                </a:cubicBezTo>
                <a:lnTo>
                  <a:pt x="987152" y="944564"/>
                </a:lnTo>
                <a:lnTo>
                  <a:pt x="983365" y="919752"/>
                </a:lnTo>
                <a:cubicBezTo>
                  <a:pt x="980322" y="889790"/>
                  <a:pt x="978763" y="859389"/>
                  <a:pt x="978763" y="828624"/>
                </a:cubicBezTo>
                <a:cubicBezTo>
                  <a:pt x="978763" y="459444"/>
                  <a:pt x="1203223" y="142689"/>
                  <a:pt x="1523117" y="7385"/>
                </a:cubicBezTo>
                <a:close/>
              </a:path>
            </a:pathLst>
          </a:custGeom>
        </p:spPr>
      </p:pic>
      <p:sp>
        <p:nvSpPr>
          <p:cNvPr id="31" name="TextBox 30">
            <a:extLst>
              <a:ext uri="{FF2B5EF4-FFF2-40B4-BE49-F238E27FC236}">
                <a16:creationId xmlns:a16="http://schemas.microsoft.com/office/drawing/2014/main" id="{E9C1795D-0623-226E-268F-FB2CEDEA3569}"/>
              </a:ext>
            </a:extLst>
          </p:cNvPr>
          <p:cNvSpPr txBox="1"/>
          <p:nvPr/>
        </p:nvSpPr>
        <p:spPr>
          <a:xfrm>
            <a:off x="5257802" y="3458552"/>
            <a:ext cx="6096000" cy="1908215"/>
          </a:xfrm>
          <a:prstGeom prst="rect">
            <a:avLst/>
          </a:prstGeom>
          <a:noFill/>
        </p:spPr>
        <p:txBody>
          <a:bodyPr wrap="square">
            <a:spAutoFit/>
          </a:bodyPr>
          <a:lstStyle/>
          <a:p>
            <a:pPr marL="457223" indent="-457223">
              <a:lnSpc>
                <a:spcPct val="150000"/>
              </a:lnSpc>
              <a:buFont typeface="Arial" panose="020B0604020202020204" pitchFamily="34" charset="0"/>
              <a:buChar char="•"/>
            </a:pPr>
            <a:r>
              <a:rPr lang="en-US" sz="1600" dirty="0"/>
              <a:t>Microsoft Certified Trainer</a:t>
            </a:r>
          </a:p>
          <a:p>
            <a:pPr marL="457223" indent="-457223">
              <a:lnSpc>
                <a:spcPct val="150000"/>
              </a:lnSpc>
              <a:buFont typeface="Arial" panose="020B0604020202020204" pitchFamily="34" charset="0"/>
              <a:buChar char="•"/>
            </a:pPr>
            <a:r>
              <a:rPr lang="en-US" sz="1600" dirty="0"/>
              <a:t>Microsoft Specialist</a:t>
            </a:r>
          </a:p>
          <a:p>
            <a:pPr marL="457223" indent="-457223">
              <a:lnSpc>
                <a:spcPct val="150000"/>
              </a:lnSpc>
              <a:buFont typeface="Arial" panose="020B0604020202020204" pitchFamily="34" charset="0"/>
              <a:buChar char="•"/>
            </a:pPr>
            <a:r>
              <a:rPr lang="en-US" sz="1600" dirty="0"/>
              <a:t>Microsoft Certified Professional</a:t>
            </a:r>
          </a:p>
          <a:p>
            <a:pPr marL="457223" indent="-457223">
              <a:lnSpc>
                <a:spcPct val="150000"/>
              </a:lnSpc>
              <a:buFont typeface="Arial" panose="020B0604020202020204" pitchFamily="34" charset="0"/>
              <a:buChar char="•"/>
            </a:pPr>
            <a:r>
              <a:rPr lang="en-US" sz="1600" dirty="0"/>
              <a:t>Microsoft Certified Solution Developer</a:t>
            </a:r>
          </a:p>
          <a:p>
            <a:pPr marL="457223" indent="-457223">
              <a:lnSpc>
                <a:spcPct val="150000"/>
              </a:lnSpc>
              <a:buFont typeface="Arial" panose="020B0604020202020204" pitchFamily="34" charset="0"/>
              <a:buChar char="•"/>
            </a:pPr>
            <a:r>
              <a:rPr lang="en-US" sz="1600" dirty="0"/>
              <a:t>Microsoft Certified Solution Associate</a:t>
            </a:r>
          </a:p>
        </p:txBody>
      </p:sp>
      <p:sp>
        <p:nvSpPr>
          <p:cNvPr id="32" name="Footer Placeholder 4">
            <a:extLst>
              <a:ext uri="{FF2B5EF4-FFF2-40B4-BE49-F238E27FC236}">
                <a16:creationId xmlns:a16="http://schemas.microsoft.com/office/drawing/2014/main" id="{6A306451-9011-351D-3DAC-511295FEA965}"/>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33" name="Slide Number Placeholder 5">
            <a:extLst>
              <a:ext uri="{FF2B5EF4-FFF2-40B4-BE49-F238E27FC236}">
                <a16:creationId xmlns:a16="http://schemas.microsoft.com/office/drawing/2014/main" id="{42490F20-710F-2EAE-5F88-176D21531977}"/>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6517764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Instructor Aj Ekpongtor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311C4B-6AFD-B623-61C2-4610E20AE6E0}"/>
              </a:ext>
            </a:extLst>
          </p:cNvPr>
          <p:cNvSpPr txBox="1"/>
          <p:nvPr/>
        </p:nvSpPr>
        <p:spPr>
          <a:xfrm>
            <a:off x="744210" y="1461155"/>
            <a:ext cx="6854455" cy="3935693"/>
          </a:xfrm>
          <a:prstGeom prst="rect">
            <a:avLst/>
          </a:prstGeom>
          <a:noFill/>
        </p:spPr>
        <p:txBody>
          <a:bodyPr wrap="square" rtlCol="0" anchor="ctr">
            <a:spAutoFit/>
          </a:bodyPr>
          <a:lstStyle/>
          <a:p>
            <a:pPr marL="0" indent="0">
              <a:lnSpc>
                <a:spcPct val="150000"/>
              </a:lnSpc>
              <a:spcBef>
                <a:spcPts val="0"/>
              </a:spcBef>
              <a:buFont typeface="Arial" panose="020B0604020202020204" pitchFamily="34" charset="0"/>
              <a:buNone/>
            </a:pPr>
            <a:r>
              <a:rPr lang="th-TH" sz="2400" b="1" dirty="0"/>
              <a:t>ประสบการณ์การทำงาน</a:t>
            </a:r>
            <a:r>
              <a:rPr lang="en-US" sz="2400" b="1" dirty="0"/>
              <a:t>:</a:t>
            </a:r>
            <a:endParaRPr lang="en-US" sz="2000" b="0" dirty="0"/>
          </a:p>
          <a:p>
            <a:pPr marL="457223" indent="-457223">
              <a:lnSpc>
                <a:spcPct val="150000"/>
              </a:lnSpc>
              <a:spcBef>
                <a:spcPts val="0"/>
              </a:spcBef>
              <a:buFont typeface="Arial" panose="020B0604020202020204" pitchFamily="34" charset="0"/>
              <a:buChar char="•"/>
            </a:pPr>
            <a:r>
              <a:rPr lang="th-TH" sz="1800" dirty="0"/>
              <a:t>วิทยากร 9</a:t>
            </a:r>
            <a:r>
              <a:rPr lang="en-US" sz="1800" dirty="0"/>
              <a:t>Expert </a:t>
            </a:r>
            <a:br>
              <a:rPr lang="en-US" sz="1800" dirty="0"/>
            </a:br>
            <a:r>
              <a:rPr lang="en-US" sz="1800" dirty="0"/>
              <a:t>( Power BI, Power Automate, Power Apps, </a:t>
            </a:r>
            <a:br>
              <a:rPr lang="en-US" sz="1800" dirty="0"/>
            </a:br>
            <a:r>
              <a:rPr lang="en-US" sz="1800" dirty="0"/>
              <a:t>Programming in C#, ASP.NET Web Development, Bootstrap, .NET MAUI)</a:t>
            </a:r>
          </a:p>
          <a:p>
            <a:pPr marL="457223" indent="-457223">
              <a:lnSpc>
                <a:spcPct val="150000"/>
              </a:lnSpc>
              <a:spcBef>
                <a:spcPts val="0"/>
              </a:spcBef>
              <a:buFont typeface="Arial" panose="020B0604020202020204" pitchFamily="34" charset="0"/>
              <a:buChar char="•"/>
            </a:pPr>
            <a:r>
              <a:rPr lang="th-TH" sz="1800" dirty="0"/>
              <a:t>อนุกรรมาธิการ เทคนิค การแข่งขันฝีมือแรงงาน อาเซียน </a:t>
            </a:r>
            <a:br>
              <a:rPr lang="en-US" sz="1800" dirty="0"/>
            </a:br>
            <a:r>
              <a:rPr lang="th-TH" sz="1800" dirty="0"/>
              <a:t>(</a:t>
            </a:r>
            <a:r>
              <a:rPr lang="en-US" sz="1800" dirty="0"/>
              <a:t>World Skill Thailand)</a:t>
            </a:r>
          </a:p>
          <a:p>
            <a:pPr marL="457223" indent="-457223">
              <a:lnSpc>
                <a:spcPct val="150000"/>
              </a:lnSpc>
              <a:spcBef>
                <a:spcPts val="0"/>
              </a:spcBef>
              <a:buFont typeface="Arial" panose="020B0604020202020204" pitchFamily="34" charset="0"/>
              <a:buChar char="•"/>
            </a:pPr>
            <a:r>
              <a:rPr lang="th-TH" sz="1800" dirty="0"/>
              <a:t>วิทยากร หน่วยงานภาครัฐ องค์กรชั้นนำมากมาย</a:t>
            </a:r>
          </a:p>
          <a:p>
            <a:pPr marL="457223" indent="-457223">
              <a:lnSpc>
                <a:spcPct val="150000"/>
              </a:lnSpc>
              <a:spcBef>
                <a:spcPts val="0"/>
              </a:spcBef>
              <a:buFont typeface="Arial" panose="020B0604020202020204" pitchFamily="34" charset="0"/>
              <a:buChar char="•"/>
            </a:pPr>
            <a:r>
              <a:rPr lang="th-TH" sz="1800" dirty="0"/>
              <a:t>ที่ปรึกษาด้าน </a:t>
            </a:r>
            <a:r>
              <a:rPr lang="en-US" sz="1800" dirty="0"/>
              <a:t>Business Analytics : </a:t>
            </a:r>
            <a:r>
              <a:rPr lang="en-US" sz="1800" dirty="0" err="1"/>
              <a:t>B.Grimm</a:t>
            </a:r>
            <a:r>
              <a:rPr lang="en-US" sz="1800" dirty="0"/>
              <a:t> Power</a:t>
            </a:r>
          </a:p>
        </p:txBody>
      </p:sp>
      <p:sp>
        <p:nvSpPr>
          <p:cNvPr id="2" name="Rectangle: Rounded Corners 1">
            <a:extLst>
              <a:ext uri="{FF2B5EF4-FFF2-40B4-BE49-F238E27FC236}">
                <a16:creationId xmlns:a16="http://schemas.microsoft.com/office/drawing/2014/main" id="{FFEE4CBA-2B37-796C-4736-3C3A70FFB784}"/>
              </a:ext>
            </a:extLst>
          </p:cNvPr>
          <p:cNvSpPr/>
          <p:nvPr/>
        </p:nvSpPr>
        <p:spPr bwMode="blackGray">
          <a:xfrm>
            <a:off x="7782660" y="1730660"/>
            <a:ext cx="1657350" cy="1175958"/>
          </a:xfrm>
          <a:prstGeom prst="roundRect">
            <a:avLst>
              <a:gd name="adj" fmla="val 8410"/>
            </a:avLst>
          </a:prstGeom>
          <a:blipFill>
            <a:blip r:embed="rId3" cstate="print">
              <a:extLst>
                <a:ext uri="{28A0092B-C50C-407E-A947-70E740481C1C}">
                  <a14:useLocalDpi xmlns:a14="http://schemas.microsoft.com/office/drawing/2010/main" val="0"/>
                </a:ext>
              </a:extLst>
            </a:blip>
            <a:stretch>
              <a:fillRect t="2"/>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v</a:t>
            </a:r>
          </a:p>
        </p:txBody>
      </p:sp>
      <p:sp>
        <p:nvSpPr>
          <p:cNvPr id="12" name="Rectangle: Rounded Corners 11">
            <a:extLst>
              <a:ext uri="{FF2B5EF4-FFF2-40B4-BE49-F238E27FC236}">
                <a16:creationId xmlns:a16="http://schemas.microsoft.com/office/drawing/2014/main" id="{EAEAB269-94DF-7511-DFFB-6D419E0ED6A4}"/>
              </a:ext>
            </a:extLst>
          </p:cNvPr>
          <p:cNvSpPr/>
          <p:nvPr/>
        </p:nvSpPr>
        <p:spPr bwMode="blackGray">
          <a:xfrm>
            <a:off x="9696452" y="1730660"/>
            <a:ext cx="1657350" cy="1175958"/>
          </a:xfrm>
          <a:prstGeom prst="roundRect">
            <a:avLst>
              <a:gd name="adj" fmla="val 8410"/>
            </a:avLst>
          </a:prstGeom>
          <a:blipFill>
            <a:blip r:embed="rId4">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a:p>
            <a:pPr algn="ctr"/>
            <a:endParaRPr lang="en-US" sz="1800" dirty="0"/>
          </a:p>
        </p:txBody>
      </p:sp>
      <p:sp>
        <p:nvSpPr>
          <p:cNvPr id="16" name="Rectangle: Rounded Corners 15">
            <a:extLst>
              <a:ext uri="{FF2B5EF4-FFF2-40B4-BE49-F238E27FC236}">
                <a16:creationId xmlns:a16="http://schemas.microsoft.com/office/drawing/2014/main" id="{6E4B7F33-17FF-EAD0-F039-73B4602C5CC9}"/>
              </a:ext>
            </a:extLst>
          </p:cNvPr>
          <p:cNvSpPr/>
          <p:nvPr/>
        </p:nvSpPr>
        <p:spPr bwMode="blackGray">
          <a:xfrm>
            <a:off x="7782660" y="4291347"/>
            <a:ext cx="1657350" cy="1175957"/>
          </a:xfrm>
          <a:prstGeom prst="roundRect">
            <a:avLst>
              <a:gd name="adj" fmla="val 8410"/>
            </a:avLst>
          </a:prstGeom>
          <a:blipFill>
            <a:blip r:embed="rId5">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7" name="Rectangle: Rounded Corners 16">
            <a:extLst>
              <a:ext uri="{FF2B5EF4-FFF2-40B4-BE49-F238E27FC236}">
                <a16:creationId xmlns:a16="http://schemas.microsoft.com/office/drawing/2014/main" id="{06DDC701-53DD-ADE9-B17A-544B4BD42D08}"/>
              </a:ext>
            </a:extLst>
          </p:cNvPr>
          <p:cNvSpPr/>
          <p:nvPr/>
        </p:nvSpPr>
        <p:spPr bwMode="blackGray">
          <a:xfrm>
            <a:off x="9696452" y="4291347"/>
            <a:ext cx="1657350" cy="1175957"/>
          </a:xfrm>
          <a:prstGeom prst="roundRect">
            <a:avLst>
              <a:gd name="adj" fmla="val 8410"/>
            </a:avLst>
          </a:prstGeom>
          <a:blipFill>
            <a:blip r:embed="rId6">
              <a:extLst>
                <a:ext uri="{28A0092B-C50C-407E-A947-70E740481C1C}">
                  <a14:useLocalDpi xmlns:a14="http://schemas.microsoft.com/office/drawing/2010/main" val="0"/>
                </a:ext>
              </a:extLst>
            </a:blip>
            <a:stretch>
              <a:fillRect t="2"/>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8" name="Rectangle: Rounded Corners 17">
            <a:extLst>
              <a:ext uri="{FF2B5EF4-FFF2-40B4-BE49-F238E27FC236}">
                <a16:creationId xmlns:a16="http://schemas.microsoft.com/office/drawing/2014/main" id="{B6DA83AA-1BC3-5D46-F4F8-B64830A361FE}"/>
              </a:ext>
            </a:extLst>
          </p:cNvPr>
          <p:cNvSpPr/>
          <p:nvPr/>
        </p:nvSpPr>
        <p:spPr bwMode="blackGray">
          <a:xfrm>
            <a:off x="7782660" y="3011004"/>
            <a:ext cx="1657350" cy="1175958"/>
          </a:xfrm>
          <a:prstGeom prst="roundRect">
            <a:avLst>
              <a:gd name="adj" fmla="val 8410"/>
            </a:avLst>
          </a:prstGeom>
          <a:blipFill>
            <a:blip r:embed="rId7">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9" name="Rectangle: Rounded Corners 18">
            <a:extLst>
              <a:ext uri="{FF2B5EF4-FFF2-40B4-BE49-F238E27FC236}">
                <a16:creationId xmlns:a16="http://schemas.microsoft.com/office/drawing/2014/main" id="{41555048-1325-4716-FFF5-A0DC55070A75}"/>
              </a:ext>
            </a:extLst>
          </p:cNvPr>
          <p:cNvSpPr/>
          <p:nvPr/>
        </p:nvSpPr>
        <p:spPr bwMode="blackGray">
          <a:xfrm>
            <a:off x="9696452" y="3009721"/>
            <a:ext cx="1657350" cy="1175957"/>
          </a:xfrm>
          <a:prstGeom prst="roundRect">
            <a:avLst>
              <a:gd name="adj" fmla="val 8410"/>
            </a:avLst>
          </a:prstGeom>
          <a:blipFill>
            <a:blip r:embed="rId8">
              <a:extLst>
                <a:ext uri="{28A0092B-C50C-407E-A947-70E740481C1C}">
                  <a14:useLocalDpi xmlns:a14="http://schemas.microsoft.com/office/drawing/2010/main" val="0"/>
                </a:ext>
              </a:extLst>
            </a:blip>
            <a:stretch>
              <a:fillRect l="-421" t="2" r="-189" b="-4626"/>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Footer Placeholder 4">
            <a:extLst>
              <a:ext uri="{FF2B5EF4-FFF2-40B4-BE49-F238E27FC236}">
                <a16:creationId xmlns:a16="http://schemas.microsoft.com/office/drawing/2014/main" id="{27D537B1-FD4F-C1F5-087F-9C1827DADD72}"/>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8" name="Slide Number Placeholder 5">
            <a:extLst>
              <a:ext uri="{FF2B5EF4-FFF2-40B4-BE49-F238E27FC236}">
                <a16:creationId xmlns:a16="http://schemas.microsoft.com/office/drawing/2014/main" id="{5D7B6EBE-34B7-3833-9D83-922C31ED5B85}"/>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8102762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nstructor_Phakkapo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DA887E-CEAC-36A3-00A7-35B31A76C812}"/>
              </a:ext>
            </a:extLst>
          </p:cNvPr>
          <p:cNvSpPr>
            <a:spLocks noGrp="1"/>
          </p:cNvSpPr>
          <p:nvPr>
            <p:ph type="ftr" sz="quarter" idx="10"/>
          </p:nvPr>
        </p:nvSpPr>
        <p:spPr/>
        <p:txBody>
          <a:bodyPr/>
          <a:lstStyle/>
          <a:p>
            <a:r>
              <a:rPr lang="en-US"/>
              <a:t>Copyright © 2026 9Expert Co., Ltd. All rights reserved.</a:t>
            </a:r>
            <a:endParaRPr lang="en-TH" dirty="0"/>
          </a:p>
        </p:txBody>
      </p:sp>
      <p:sp>
        <p:nvSpPr>
          <p:cNvPr id="4" name="Slide Number Placeholder 3">
            <a:extLst>
              <a:ext uri="{FF2B5EF4-FFF2-40B4-BE49-F238E27FC236}">
                <a16:creationId xmlns:a16="http://schemas.microsoft.com/office/drawing/2014/main" id="{313F0184-9F1C-3B14-C2FD-4E9B97692B2D}"/>
              </a:ext>
            </a:extLst>
          </p:cNvPr>
          <p:cNvSpPr>
            <a:spLocks noGrp="1"/>
          </p:cNvSpPr>
          <p:nvPr>
            <p:ph type="sldNum" sz="quarter" idx="11"/>
          </p:nvPr>
        </p:nvSpPr>
        <p:spPr/>
        <p:txBody>
          <a:bodyPr/>
          <a:lstStyle/>
          <a:p>
            <a:fld id="{7B973119-0BF9-7444-941C-BCE2AFE6BE2E}" type="slidenum">
              <a:rPr lang="en-TH" smtClean="0"/>
              <a:pPr/>
              <a:t>‹#›</a:t>
            </a:fld>
            <a:endParaRPr lang="en-TH"/>
          </a:p>
        </p:txBody>
      </p:sp>
      <p:sp>
        <p:nvSpPr>
          <p:cNvPr id="5" name="Oval 4">
            <a:extLst>
              <a:ext uri="{FF2B5EF4-FFF2-40B4-BE49-F238E27FC236}">
                <a16:creationId xmlns:a16="http://schemas.microsoft.com/office/drawing/2014/main" id="{68E491E7-6A98-4D25-5C05-075A2394C2CA}"/>
              </a:ext>
            </a:extLst>
          </p:cNvPr>
          <p:cNvSpPr/>
          <p:nvPr/>
        </p:nvSpPr>
        <p:spPr bwMode="ltGray">
          <a:xfrm>
            <a:off x="955609" y="1765088"/>
            <a:ext cx="3962400" cy="3962400"/>
          </a:xfrm>
          <a:prstGeom prst="ellipse">
            <a:avLst/>
          </a:prstGeom>
          <a:solidFill>
            <a:schemeClr val="tx1"/>
          </a:soli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6" name="TextBox 5">
            <a:extLst>
              <a:ext uri="{FF2B5EF4-FFF2-40B4-BE49-F238E27FC236}">
                <a16:creationId xmlns:a16="http://schemas.microsoft.com/office/drawing/2014/main" id="{4DE81D4C-CB3A-6D5D-9783-7991D5CCD9B6}"/>
              </a:ext>
            </a:extLst>
          </p:cNvPr>
          <p:cNvSpPr txBox="1"/>
          <p:nvPr/>
        </p:nvSpPr>
        <p:spPr bwMode="black">
          <a:xfrm>
            <a:off x="5188137" y="1759957"/>
            <a:ext cx="6304330" cy="718658"/>
          </a:xfrm>
          <a:prstGeom prst="rect">
            <a:avLst/>
          </a:prstGeom>
          <a:noFill/>
        </p:spPr>
        <p:txBody>
          <a:bodyPr wrap="square" rtlCol="0" anchor="ctr">
            <a:spAutoFit/>
          </a:bodyPr>
          <a:lstStyle/>
          <a:p>
            <a:pPr algn="ctr" defTabSz="914423" rtl="0" eaLnBrk="1" latinLnBrk="0" hangingPunct="1">
              <a:lnSpc>
                <a:spcPct val="90000"/>
              </a:lnSpc>
              <a:spcBef>
                <a:spcPct val="0"/>
              </a:spcBef>
              <a:buNone/>
            </a:pPr>
            <a:r>
              <a:rPr lang="th-TH" sz="4400" b="1" kern="1200" dirty="0">
                <a:solidFill>
                  <a:schemeClr val="accent2"/>
                </a:solidFill>
                <a:latin typeface="+mn-lt"/>
                <a:ea typeface="+mj-ea"/>
                <a:cs typeface="LINE Seed Sans TH" panose="020B0303020203020204" pitchFamily="34" charset="-34"/>
              </a:rPr>
              <a:t>ภัคพงศ์ กฤตวัฒน์</a:t>
            </a:r>
            <a:endParaRPr lang="en-US" sz="4400" b="1" kern="1200" dirty="0">
              <a:solidFill>
                <a:schemeClr val="accent2"/>
              </a:solidFill>
              <a:latin typeface="+mn-lt"/>
              <a:ea typeface="+mj-ea"/>
              <a:cs typeface="LINE Seed Sans TH" panose="020B0303020203020204" pitchFamily="34" charset="-34"/>
            </a:endParaRPr>
          </a:p>
        </p:txBody>
      </p:sp>
      <p:sp>
        <p:nvSpPr>
          <p:cNvPr id="9" name="TextBox 8">
            <a:extLst>
              <a:ext uri="{FF2B5EF4-FFF2-40B4-BE49-F238E27FC236}">
                <a16:creationId xmlns:a16="http://schemas.microsoft.com/office/drawing/2014/main" id="{AA70AC27-590E-41F6-E2E5-55C4E70C973A}"/>
              </a:ext>
            </a:extLst>
          </p:cNvPr>
          <p:cNvSpPr txBox="1"/>
          <p:nvPr/>
        </p:nvSpPr>
        <p:spPr>
          <a:xfrm>
            <a:off x="5188137" y="2542571"/>
            <a:ext cx="6304329" cy="800219"/>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th-TH" sz="1600" dirty="0">
                <a:solidFill>
                  <a:schemeClr val="tx1"/>
                </a:solidFill>
              </a:rPr>
              <a:t>วิทยากร </a:t>
            </a:r>
            <a:r>
              <a:rPr lang="en-US" sz="1600" dirty="0">
                <a:solidFill>
                  <a:schemeClr val="tx1"/>
                </a:solidFill>
              </a:rPr>
              <a:t>9Expert Training</a:t>
            </a:r>
            <a:r>
              <a:rPr lang="th-TH" sz="1600" dirty="0">
                <a:solidFill>
                  <a:schemeClr val="tx1"/>
                </a:solidFill>
              </a:rPr>
              <a:t> กลุ่มหลักสูตร</a:t>
            </a:r>
            <a:r>
              <a:rPr lang="en-US" sz="1600" dirty="0">
                <a:solidFill>
                  <a:schemeClr val="tx1"/>
                </a:solidFill>
              </a:rPr>
              <a:t> </a:t>
            </a:r>
            <a:br>
              <a:rPr lang="th-TH" sz="1600" dirty="0">
                <a:solidFill>
                  <a:schemeClr val="tx1"/>
                </a:solidFill>
              </a:rPr>
            </a:br>
            <a:r>
              <a:rPr lang="en-US" sz="1600" dirty="0">
                <a:solidFill>
                  <a:schemeClr val="tx1"/>
                </a:solidFill>
              </a:rPr>
              <a:t>SQL Server, Microsoft Fabric</a:t>
            </a:r>
            <a:r>
              <a:rPr lang="th-TH" sz="1600" dirty="0">
                <a:solidFill>
                  <a:schemeClr val="tx1"/>
                </a:solidFill>
              </a:rPr>
              <a:t> และ</a:t>
            </a:r>
            <a:r>
              <a:rPr lang="en-US" sz="1600" dirty="0">
                <a:solidFill>
                  <a:schemeClr val="tx1"/>
                </a:solidFill>
              </a:rPr>
              <a:t> n8n</a:t>
            </a:r>
            <a:endParaRPr lang="en-US" sz="1200" dirty="0">
              <a:solidFill>
                <a:schemeClr val="tx1"/>
              </a:solidFill>
            </a:endParaRPr>
          </a:p>
        </p:txBody>
      </p:sp>
      <p:sp>
        <p:nvSpPr>
          <p:cNvPr id="10" name="TextBox 9">
            <a:extLst>
              <a:ext uri="{FF2B5EF4-FFF2-40B4-BE49-F238E27FC236}">
                <a16:creationId xmlns:a16="http://schemas.microsoft.com/office/drawing/2014/main" id="{C752063A-5BEE-6997-3CFB-DBE8B4ADD1DE}"/>
              </a:ext>
            </a:extLst>
          </p:cNvPr>
          <p:cNvSpPr txBox="1"/>
          <p:nvPr/>
        </p:nvSpPr>
        <p:spPr>
          <a:xfrm>
            <a:off x="5396466" y="3414583"/>
            <a:ext cx="6096000" cy="1169551"/>
          </a:xfrm>
          <a:prstGeom prst="rect">
            <a:avLst/>
          </a:prstGeom>
          <a:noFill/>
        </p:spPr>
        <p:txBody>
          <a:bodyPr wrap="square">
            <a:spAutoFit/>
          </a:bodyPr>
          <a:lstStyle/>
          <a:p>
            <a:pPr marL="457223" indent="-457223">
              <a:lnSpc>
                <a:spcPct val="150000"/>
              </a:lnSpc>
              <a:spcBef>
                <a:spcPts val="0"/>
              </a:spcBef>
              <a:buFont typeface="Arial" panose="020B0604020202020204" pitchFamily="34" charset="0"/>
              <a:buChar char="•"/>
            </a:pPr>
            <a:r>
              <a:rPr lang="en-US" sz="1600" dirty="0"/>
              <a:t>Microsoft Certified Trainer (2002-Present)</a:t>
            </a:r>
          </a:p>
          <a:p>
            <a:pPr marL="457223" indent="-457223">
              <a:lnSpc>
                <a:spcPct val="150000"/>
              </a:lnSpc>
              <a:spcBef>
                <a:spcPts val="0"/>
              </a:spcBef>
              <a:buFont typeface="Arial" panose="020B0604020202020204" pitchFamily="34" charset="0"/>
              <a:buChar char="•"/>
            </a:pPr>
            <a:r>
              <a:rPr lang="en-US" sz="1600" dirty="0"/>
              <a:t>Microsoft Certified: Fabric Analytics Engineer Associate</a:t>
            </a:r>
          </a:p>
          <a:p>
            <a:pPr marL="457223" indent="-457223">
              <a:lnSpc>
                <a:spcPct val="150000"/>
              </a:lnSpc>
              <a:spcBef>
                <a:spcPts val="0"/>
              </a:spcBef>
              <a:buFont typeface="Arial" panose="020B0604020202020204" pitchFamily="34" charset="0"/>
              <a:buChar char="•"/>
            </a:pPr>
            <a:r>
              <a:rPr lang="en-US" sz="1600" dirty="0"/>
              <a:t>Co-founder at Data Meccanica Co., Ltd.</a:t>
            </a:r>
          </a:p>
        </p:txBody>
      </p:sp>
      <p:pic>
        <p:nvPicPr>
          <p:cNvPr id="16" name="Picture 15">
            <a:extLst>
              <a:ext uri="{FF2B5EF4-FFF2-40B4-BE49-F238E27FC236}">
                <a16:creationId xmlns:a16="http://schemas.microsoft.com/office/drawing/2014/main" id="{6CB8F87A-3FBA-CAD0-4D0D-9D660EAD3EA0}"/>
              </a:ext>
            </a:extLst>
          </p:cNvPr>
          <p:cNvPicPr>
            <a:picLocks noChangeAspect="1"/>
          </p:cNvPicPr>
          <p:nvPr/>
        </p:nvPicPr>
        <p:blipFill>
          <a:blip r:embed="rId3">
            <a:extLst>
              <a:ext uri="{28A0092B-C50C-407E-A947-70E740481C1C}">
                <a14:useLocalDpi xmlns:a14="http://schemas.microsoft.com/office/drawing/2010/main" val="0"/>
              </a:ext>
            </a:extLst>
          </a:blip>
          <a:srcRect l="-3447" t="-518" r="3447" b="17340"/>
          <a:stretch>
            <a:fillRect/>
          </a:stretch>
        </p:blipFill>
        <p:spPr>
          <a:xfrm>
            <a:off x="955609" y="1101678"/>
            <a:ext cx="3706823" cy="4625811"/>
          </a:xfrm>
          <a:custGeom>
            <a:avLst/>
            <a:gdLst>
              <a:gd name="csX0" fmla="*/ 1347381 w 3706823"/>
              <a:gd name="csY0" fmla="*/ 0 h 4625811"/>
              <a:gd name="csX1" fmla="*/ 2615019 w 3706823"/>
              <a:gd name="csY1" fmla="*/ 0 h 4625811"/>
              <a:gd name="csX2" fmla="*/ 2690422 w 3706823"/>
              <a:gd name="csY2" fmla="*/ 91389 h 4625811"/>
              <a:gd name="csX3" fmla="*/ 2836492 w 3706823"/>
              <a:gd name="csY3" fmla="*/ 569591 h 4625811"/>
              <a:gd name="csX4" fmla="*/ 2798040 w 3706823"/>
              <a:gd name="csY4" fmla="*/ 823929 h 4625811"/>
              <a:gd name="csX5" fmla="*/ 2792696 w 3706823"/>
              <a:gd name="csY5" fmla="*/ 838528 h 4625811"/>
              <a:gd name="csX6" fmla="*/ 2925558 w 3706823"/>
              <a:gd name="csY6" fmla="*/ 902531 h 4625811"/>
              <a:gd name="csX7" fmla="*/ 3675575 w 3706823"/>
              <a:gd name="csY7" fmla="*/ 1617287 h 4625811"/>
              <a:gd name="csX8" fmla="*/ 3706823 w 3706823"/>
              <a:gd name="csY8" fmla="*/ 1672794 h 4625811"/>
              <a:gd name="csX9" fmla="*/ 3706823 w 3706823"/>
              <a:gd name="csY9" fmla="*/ 3616058 h 4625811"/>
              <a:gd name="csX10" fmla="*/ 3624042 w 3706823"/>
              <a:gd name="csY10" fmla="*/ 3752319 h 4625811"/>
              <a:gd name="csX11" fmla="*/ 1981200 w 3706823"/>
              <a:gd name="csY11" fmla="*/ 4625811 h 4625811"/>
              <a:gd name="csX12" fmla="*/ 0 w 3706823"/>
              <a:gd name="csY12" fmla="*/ 2644611 h 4625811"/>
              <a:gd name="csX13" fmla="*/ 1036842 w 3706823"/>
              <a:gd name="csY13" fmla="*/ 902531 h 4625811"/>
              <a:gd name="csX14" fmla="*/ 1169704 w 3706823"/>
              <a:gd name="csY14" fmla="*/ 838528 h 4625811"/>
              <a:gd name="csX15" fmla="*/ 1164360 w 3706823"/>
              <a:gd name="csY15" fmla="*/ 823929 h 4625811"/>
              <a:gd name="csX16" fmla="*/ 1125908 w 3706823"/>
              <a:gd name="csY16" fmla="*/ 569591 h 4625811"/>
              <a:gd name="csX17" fmla="*/ 1271979 w 3706823"/>
              <a:gd name="csY17" fmla="*/ 91389 h 4625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706823" h="4625811">
                <a:moveTo>
                  <a:pt x="1347381" y="0"/>
                </a:moveTo>
                <a:lnTo>
                  <a:pt x="2615019" y="0"/>
                </a:lnTo>
                <a:lnTo>
                  <a:pt x="2690422" y="91389"/>
                </a:lnTo>
                <a:cubicBezTo>
                  <a:pt x="2782643" y="227895"/>
                  <a:pt x="2836492" y="392454"/>
                  <a:pt x="2836492" y="569591"/>
                </a:cubicBezTo>
                <a:cubicBezTo>
                  <a:pt x="2836492" y="658160"/>
                  <a:pt x="2823030" y="743584"/>
                  <a:pt x="2798040" y="823929"/>
                </a:cubicBezTo>
                <a:lnTo>
                  <a:pt x="2792696" y="838528"/>
                </a:lnTo>
                <a:lnTo>
                  <a:pt x="2925558" y="902531"/>
                </a:lnTo>
                <a:cubicBezTo>
                  <a:pt x="3234353" y="1070279"/>
                  <a:pt x="3493564" y="1317735"/>
                  <a:pt x="3675575" y="1617287"/>
                </a:cubicBezTo>
                <a:lnTo>
                  <a:pt x="3706823" y="1672794"/>
                </a:lnTo>
                <a:lnTo>
                  <a:pt x="3706823" y="3616058"/>
                </a:lnTo>
                <a:lnTo>
                  <a:pt x="3624042" y="3752319"/>
                </a:lnTo>
                <a:cubicBezTo>
                  <a:pt x="3268006" y="4279322"/>
                  <a:pt x="2665067" y="4625811"/>
                  <a:pt x="1981200" y="4625811"/>
                </a:cubicBezTo>
                <a:cubicBezTo>
                  <a:pt x="887013" y="4625811"/>
                  <a:pt x="0" y="3738798"/>
                  <a:pt x="0" y="2644611"/>
                </a:cubicBezTo>
                <a:cubicBezTo>
                  <a:pt x="0" y="1892358"/>
                  <a:pt x="419252" y="1238026"/>
                  <a:pt x="1036842" y="902531"/>
                </a:cubicBezTo>
                <a:lnTo>
                  <a:pt x="1169704" y="838528"/>
                </a:lnTo>
                <a:lnTo>
                  <a:pt x="1164360" y="823929"/>
                </a:lnTo>
                <a:cubicBezTo>
                  <a:pt x="1139370" y="743584"/>
                  <a:pt x="1125908" y="658160"/>
                  <a:pt x="1125908" y="569591"/>
                </a:cubicBezTo>
                <a:cubicBezTo>
                  <a:pt x="1125908" y="392454"/>
                  <a:pt x="1179757" y="227895"/>
                  <a:pt x="1271979" y="91389"/>
                </a:cubicBezTo>
                <a:close/>
              </a:path>
            </a:pathLst>
          </a:custGeom>
        </p:spPr>
      </p:pic>
    </p:spTree>
    <p:extLst>
      <p:ext uri="{BB962C8B-B14F-4D97-AF65-F5344CB8AC3E}">
        <p14:creationId xmlns:p14="http://schemas.microsoft.com/office/powerpoint/2010/main" val="6546814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Instructor Aj Phakkapong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9EBD49C-97A1-8288-7B6D-21536910897C}"/>
              </a:ext>
            </a:extLst>
          </p:cNvPr>
          <p:cNvSpPr>
            <a:spLocks noGrp="1"/>
          </p:cNvSpPr>
          <p:nvPr>
            <p:ph type="ftr" sz="quarter" idx="10"/>
          </p:nvPr>
        </p:nvSpPr>
        <p:spPr/>
        <p:txBody>
          <a:bodyPr/>
          <a:lstStyle/>
          <a:p>
            <a:r>
              <a:rPr lang="en-US"/>
              <a:t>Copyright © 2026 9Expert Co., Ltd. All rights reserved.</a:t>
            </a:r>
            <a:endParaRPr lang="en-TH"/>
          </a:p>
        </p:txBody>
      </p:sp>
      <p:sp>
        <p:nvSpPr>
          <p:cNvPr id="4" name="Slide Number Placeholder 3">
            <a:extLst>
              <a:ext uri="{FF2B5EF4-FFF2-40B4-BE49-F238E27FC236}">
                <a16:creationId xmlns:a16="http://schemas.microsoft.com/office/drawing/2014/main" id="{8BCE8CEE-1C12-0799-2BBF-2820387FD3F1}"/>
              </a:ext>
            </a:extLst>
          </p:cNvPr>
          <p:cNvSpPr>
            <a:spLocks noGrp="1"/>
          </p:cNvSpPr>
          <p:nvPr>
            <p:ph type="sldNum" sz="quarter" idx="11"/>
          </p:nvPr>
        </p:nvSpPr>
        <p:spPr/>
        <p:txBody>
          <a:bodyPr/>
          <a:lstStyle/>
          <a:p>
            <a:fld id="{7B973119-0BF9-7444-941C-BCE2AFE6BE2E}" type="slidenum">
              <a:rPr lang="en-TH" smtClean="0"/>
              <a:t>‹#›</a:t>
            </a:fld>
            <a:endParaRPr lang="en-TH"/>
          </a:p>
        </p:txBody>
      </p:sp>
      <p:sp>
        <p:nvSpPr>
          <p:cNvPr id="7" name="Rectangle: Rounded Corners 6">
            <a:extLst>
              <a:ext uri="{FF2B5EF4-FFF2-40B4-BE49-F238E27FC236}">
                <a16:creationId xmlns:a16="http://schemas.microsoft.com/office/drawing/2014/main" id="{CBB0D131-97BE-9761-B074-1805A0AC5915}"/>
              </a:ext>
            </a:extLst>
          </p:cNvPr>
          <p:cNvSpPr/>
          <p:nvPr/>
        </p:nvSpPr>
        <p:spPr bwMode="gray">
          <a:xfrm>
            <a:off x="8039220" y="965234"/>
            <a:ext cx="3328734" cy="2463767"/>
          </a:xfrm>
          <a:prstGeom prst="roundRect">
            <a:avLst>
              <a:gd name="adj" fmla="val 8410"/>
            </a:avLst>
          </a:prstGeom>
          <a:blipFill>
            <a:blip r:embed="rId3" cstate="print">
              <a:extLst>
                <a:ext uri="{28A0092B-C50C-407E-A947-70E740481C1C}">
                  <a14:useLocalDpi xmlns:a14="http://schemas.microsoft.com/office/drawing/2010/main" val="0"/>
                </a:ext>
              </a:extLst>
            </a:blip>
            <a:stretch>
              <a:fillRect t="2"/>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Rounded Corners 7">
            <a:extLst>
              <a:ext uri="{FF2B5EF4-FFF2-40B4-BE49-F238E27FC236}">
                <a16:creationId xmlns:a16="http://schemas.microsoft.com/office/drawing/2014/main" id="{A6F2E510-426E-268B-E6F5-B41055BCA198}"/>
              </a:ext>
            </a:extLst>
          </p:cNvPr>
          <p:cNvSpPr/>
          <p:nvPr/>
        </p:nvSpPr>
        <p:spPr bwMode="gray">
          <a:xfrm>
            <a:off x="8039220" y="3630114"/>
            <a:ext cx="3314583" cy="2053578"/>
          </a:xfrm>
          <a:prstGeom prst="roundRect">
            <a:avLst>
              <a:gd name="adj" fmla="val 8410"/>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rgbClr val="2486FF"/>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extBox 1">
            <a:extLst>
              <a:ext uri="{FF2B5EF4-FFF2-40B4-BE49-F238E27FC236}">
                <a16:creationId xmlns:a16="http://schemas.microsoft.com/office/drawing/2014/main" id="{54439750-C8B9-AD99-FBB3-3E956896B349}"/>
              </a:ext>
            </a:extLst>
          </p:cNvPr>
          <p:cNvSpPr txBox="1"/>
          <p:nvPr/>
        </p:nvSpPr>
        <p:spPr>
          <a:xfrm>
            <a:off x="744208" y="3630113"/>
            <a:ext cx="7178453" cy="2369880"/>
          </a:xfrm>
          <a:prstGeom prst="rect">
            <a:avLst/>
          </a:prstGeom>
          <a:noFill/>
        </p:spPr>
        <p:txBody>
          <a:bodyPr wrap="square" rtlCol="0" anchor="ctr">
            <a:spAutoFit/>
          </a:bodyPr>
          <a:lstStyle/>
          <a:p>
            <a:pPr marL="0" indent="0">
              <a:lnSpc>
                <a:spcPct val="150000"/>
              </a:lnSpc>
              <a:spcBef>
                <a:spcPts val="0"/>
              </a:spcBef>
              <a:buFont typeface="Arial" panose="020B0604020202020204" pitchFamily="34" charset="0"/>
              <a:buNone/>
            </a:pPr>
            <a:r>
              <a:rPr lang="th-TH" sz="2000" b="1" dirty="0"/>
              <a:t>ประสบการณ์การทำงาน</a:t>
            </a:r>
            <a:r>
              <a:rPr lang="en-US" sz="2000" b="1" dirty="0"/>
              <a:t>:</a:t>
            </a:r>
          </a:p>
          <a:p>
            <a:pPr marL="457223" indent="-457223">
              <a:lnSpc>
                <a:spcPct val="150000"/>
              </a:lnSpc>
              <a:spcBef>
                <a:spcPts val="0"/>
              </a:spcBef>
              <a:buFont typeface="Arial" panose="020B0604020202020204" pitchFamily="34" charset="0"/>
              <a:buChar char="•"/>
            </a:pPr>
            <a:r>
              <a:rPr lang="en-US" sz="1600" dirty="0"/>
              <a:t>Data Engineer (and Co-Founder) Data </a:t>
            </a:r>
            <a:r>
              <a:rPr lang="en-US" sz="1600" dirty="0" err="1"/>
              <a:t>Meccanica</a:t>
            </a:r>
            <a:r>
              <a:rPr lang="en-US" sz="1600" dirty="0"/>
              <a:t> Co., Ltd.</a:t>
            </a:r>
          </a:p>
          <a:p>
            <a:pPr marL="457223" indent="-457223">
              <a:lnSpc>
                <a:spcPct val="150000"/>
              </a:lnSpc>
              <a:spcBef>
                <a:spcPts val="0"/>
              </a:spcBef>
              <a:buFont typeface="Arial" panose="020B0604020202020204" pitchFamily="34" charset="0"/>
              <a:buChar char="•"/>
            </a:pPr>
            <a:r>
              <a:rPr lang="en-US" sz="1600" dirty="0"/>
              <a:t>Business Intelligence Solution Engineer </a:t>
            </a:r>
            <a:br>
              <a:rPr lang="th-TH" sz="1600" dirty="0"/>
            </a:br>
            <a:r>
              <a:rPr lang="en-US" sz="1600" dirty="0"/>
              <a:t>(Outsource On-Site Bank of Thailand)</a:t>
            </a:r>
          </a:p>
          <a:p>
            <a:pPr marL="457223" indent="-457223">
              <a:lnSpc>
                <a:spcPct val="150000"/>
              </a:lnSpc>
              <a:spcBef>
                <a:spcPts val="0"/>
              </a:spcBef>
              <a:buFont typeface="Arial" panose="020B0604020202020204" pitchFamily="34" charset="0"/>
              <a:buChar char="•"/>
            </a:pPr>
            <a:r>
              <a:rPr lang="en-US" sz="1600" dirty="0"/>
              <a:t>Business Intelligence Solution Engineer (Outsource Online PTTEP)</a:t>
            </a:r>
          </a:p>
          <a:p>
            <a:pPr marL="457223" indent="-457223">
              <a:lnSpc>
                <a:spcPct val="150000"/>
              </a:lnSpc>
              <a:spcBef>
                <a:spcPts val="0"/>
              </a:spcBef>
              <a:buFont typeface="Arial" panose="020B0604020202020204" pitchFamily="34" charset="0"/>
              <a:buChar char="•"/>
            </a:pPr>
            <a:r>
              <a:rPr lang="th-TH" sz="1600" dirty="0"/>
              <a:t>อื่น ๆ </a:t>
            </a:r>
            <a:endParaRPr lang="en-US" sz="1600" dirty="0"/>
          </a:p>
        </p:txBody>
      </p:sp>
      <p:sp>
        <p:nvSpPr>
          <p:cNvPr id="9" name="TextBox 8">
            <a:extLst>
              <a:ext uri="{FF2B5EF4-FFF2-40B4-BE49-F238E27FC236}">
                <a16:creationId xmlns:a16="http://schemas.microsoft.com/office/drawing/2014/main" id="{70F18E41-67A4-F126-4E0D-AF28B94929B9}"/>
              </a:ext>
            </a:extLst>
          </p:cNvPr>
          <p:cNvSpPr txBox="1"/>
          <p:nvPr/>
        </p:nvSpPr>
        <p:spPr>
          <a:xfrm>
            <a:off x="744208" y="747954"/>
            <a:ext cx="6847218" cy="2780056"/>
          </a:xfrm>
          <a:prstGeom prst="rect">
            <a:avLst/>
          </a:prstGeom>
          <a:noFill/>
        </p:spPr>
        <p:txBody>
          <a:bodyPr wrap="square" rtlCol="0" anchor="ctr">
            <a:spAutoFit/>
          </a:bodyPr>
          <a:lstStyle/>
          <a:p>
            <a:pPr marL="0" indent="0">
              <a:lnSpc>
                <a:spcPct val="150000"/>
              </a:lnSpc>
              <a:spcBef>
                <a:spcPts val="0"/>
              </a:spcBef>
              <a:buFont typeface="Arial" panose="020B0604020202020204" pitchFamily="34" charset="0"/>
              <a:buNone/>
            </a:pPr>
            <a:r>
              <a:rPr lang="th-TH" sz="2000" b="1" dirty="0"/>
              <a:t>ประสบการณ์เป็นวิทยากร</a:t>
            </a:r>
            <a:r>
              <a:rPr lang="en-US" sz="2000" b="1" dirty="0"/>
              <a:t>:</a:t>
            </a:r>
            <a:endParaRPr lang="th-TH" sz="2000" b="1" dirty="0"/>
          </a:p>
          <a:p>
            <a:pPr marL="0" indent="0">
              <a:lnSpc>
                <a:spcPct val="150000"/>
              </a:lnSpc>
              <a:spcBef>
                <a:spcPts val="0"/>
              </a:spcBef>
              <a:buFont typeface="Arial" panose="020B0604020202020204" pitchFamily="34" charset="0"/>
              <a:buNone/>
            </a:pPr>
            <a:r>
              <a:rPr lang="th-TH" sz="1800" b="0" dirty="0"/>
              <a:t>ประสบการณ์เป็นวิทยากร ตลอด </a:t>
            </a:r>
            <a:r>
              <a:rPr lang="en-US" sz="1800" b="0" dirty="0"/>
              <a:t>30 </a:t>
            </a:r>
            <a:r>
              <a:rPr lang="th-TH" sz="1800" b="0" dirty="0"/>
              <a:t>ปี อาทิ</a:t>
            </a:r>
            <a:endParaRPr lang="en-US" sz="1600" b="0" dirty="0"/>
          </a:p>
          <a:p>
            <a:pPr marL="457223" indent="-457223">
              <a:lnSpc>
                <a:spcPct val="150000"/>
              </a:lnSpc>
              <a:spcBef>
                <a:spcPts val="0"/>
              </a:spcBef>
              <a:buFont typeface="Arial" panose="020B0604020202020204" pitchFamily="34" charset="0"/>
              <a:buChar char="•"/>
            </a:pPr>
            <a:r>
              <a:rPr lang="th-TH" sz="1600" dirty="0"/>
              <a:t>วิทยากรด้าน </a:t>
            </a:r>
            <a:r>
              <a:rPr lang="en-US" sz="1600" dirty="0"/>
              <a:t>Data Platform 9Expert Training</a:t>
            </a:r>
          </a:p>
          <a:p>
            <a:pPr marL="457223" indent="-457223">
              <a:lnSpc>
                <a:spcPct val="150000"/>
              </a:lnSpc>
              <a:spcBef>
                <a:spcPts val="0"/>
              </a:spcBef>
              <a:buFont typeface="Arial" panose="020B0604020202020204" pitchFamily="34" charset="0"/>
              <a:buChar char="•"/>
            </a:pPr>
            <a:r>
              <a:rPr lang="th-TH" sz="1600" dirty="0"/>
              <a:t>วิทยากรด้าน </a:t>
            </a:r>
            <a:r>
              <a:rPr lang="en-US" sz="1600" dirty="0"/>
              <a:t>Information Security ACIS Professional</a:t>
            </a:r>
          </a:p>
          <a:p>
            <a:pPr marL="457223" indent="-457223">
              <a:lnSpc>
                <a:spcPct val="150000"/>
              </a:lnSpc>
              <a:spcBef>
                <a:spcPts val="0"/>
              </a:spcBef>
              <a:buFont typeface="Arial" panose="020B0604020202020204" pitchFamily="34" charset="0"/>
              <a:buChar char="•"/>
            </a:pPr>
            <a:r>
              <a:rPr lang="th-TH" sz="1600" dirty="0"/>
              <a:t>วิทยากรด้าน </a:t>
            </a:r>
            <a:r>
              <a:rPr lang="en-US" sz="1600" dirty="0"/>
              <a:t>Information Security </a:t>
            </a:r>
            <a:r>
              <a:rPr lang="th-TH" sz="1600" dirty="0"/>
              <a:t>และ </a:t>
            </a:r>
            <a:r>
              <a:rPr lang="en-US" sz="1600" dirty="0"/>
              <a:t>Data Platform NECTEC Training Center</a:t>
            </a:r>
          </a:p>
          <a:p>
            <a:pPr marL="457223" indent="-457223">
              <a:lnSpc>
                <a:spcPct val="150000"/>
              </a:lnSpc>
              <a:spcBef>
                <a:spcPts val="0"/>
              </a:spcBef>
              <a:buFont typeface="Arial" panose="020B0604020202020204" pitchFamily="34" charset="0"/>
              <a:buChar char="•"/>
            </a:pPr>
            <a:r>
              <a:rPr lang="th-TH" sz="1600" dirty="0"/>
              <a:t>วิทยากร หน่วยงานภาครัฐและเอกชนอื่น ๆ มากมาย</a:t>
            </a:r>
          </a:p>
        </p:txBody>
      </p:sp>
    </p:spTree>
    <p:extLst>
      <p:ext uri="{BB962C8B-B14F-4D97-AF65-F5344CB8AC3E}">
        <p14:creationId xmlns:p14="http://schemas.microsoft.com/office/powerpoint/2010/main" val="42364187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Instructor_Suradej">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4B5A6B5-ADC5-C77D-A9EE-30D23D001B74}"/>
              </a:ext>
            </a:extLst>
          </p:cNvPr>
          <p:cNvSpPr>
            <a:spLocks noGrp="1"/>
          </p:cNvSpPr>
          <p:nvPr>
            <p:ph type="ftr" sz="quarter" idx="10"/>
          </p:nvPr>
        </p:nvSpPr>
        <p:spPr/>
        <p:txBody>
          <a:bodyPr/>
          <a:lstStyle/>
          <a:p>
            <a:r>
              <a:rPr lang="en-US"/>
              <a:t>Copyright © 2026 9Expert Co., Ltd. All rights reserved.</a:t>
            </a:r>
            <a:endParaRPr lang="en-TH" dirty="0"/>
          </a:p>
        </p:txBody>
      </p:sp>
      <p:sp>
        <p:nvSpPr>
          <p:cNvPr id="4" name="Slide Number Placeholder 3">
            <a:extLst>
              <a:ext uri="{FF2B5EF4-FFF2-40B4-BE49-F238E27FC236}">
                <a16:creationId xmlns:a16="http://schemas.microsoft.com/office/drawing/2014/main" id="{44806E2E-F470-EDE1-97AC-3211E8992271}"/>
              </a:ext>
            </a:extLst>
          </p:cNvPr>
          <p:cNvSpPr>
            <a:spLocks noGrp="1"/>
          </p:cNvSpPr>
          <p:nvPr>
            <p:ph type="sldNum" sz="quarter" idx="11"/>
          </p:nvPr>
        </p:nvSpPr>
        <p:spPr/>
        <p:txBody>
          <a:bodyPr/>
          <a:lstStyle/>
          <a:p>
            <a:fld id="{7B973119-0BF9-7444-941C-BCE2AFE6BE2E}" type="slidenum">
              <a:rPr lang="en-TH" smtClean="0"/>
              <a:pPr/>
              <a:t>‹#›</a:t>
            </a:fld>
            <a:endParaRPr lang="en-TH"/>
          </a:p>
        </p:txBody>
      </p:sp>
      <p:sp>
        <p:nvSpPr>
          <p:cNvPr id="5" name="Oval 4">
            <a:extLst>
              <a:ext uri="{FF2B5EF4-FFF2-40B4-BE49-F238E27FC236}">
                <a16:creationId xmlns:a16="http://schemas.microsoft.com/office/drawing/2014/main" id="{AF42D5D7-9C05-CCE3-FE1D-BB7CAE8EFE9C}"/>
              </a:ext>
            </a:extLst>
          </p:cNvPr>
          <p:cNvSpPr/>
          <p:nvPr/>
        </p:nvSpPr>
        <p:spPr bwMode="ltGray">
          <a:xfrm>
            <a:off x="955609" y="1765088"/>
            <a:ext cx="3962400" cy="3962400"/>
          </a:xfrm>
          <a:prstGeom prst="ellipse">
            <a:avLst/>
          </a:prstGeom>
          <a:gradFill flip="none" rotWithShape="1">
            <a:gsLst>
              <a:gs pos="0">
                <a:schemeClr val="accent3"/>
              </a:gs>
              <a:gs pos="50000">
                <a:schemeClr val="accent2"/>
              </a:gs>
              <a:gs pos="97000">
                <a:schemeClr val="accent1"/>
              </a:gs>
            </a:gsLst>
            <a:lin ang="2700000" scaled="1"/>
            <a:tileRect/>
          </a:gra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6" name="TextBox 5">
            <a:extLst>
              <a:ext uri="{FF2B5EF4-FFF2-40B4-BE49-F238E27FC236}">
                <a16:creationId xmlns:a16="http://schemas.microsoft.com/office/drawing/2014/main" id="{7D1E17B8-C59C-B16D-548D-94F02F459D7B}"/>
              </a:ext>
            </a:extLst>
          </p:cNvPr>
          <p:cNvSpPr txBox="1"/>
          <p:nvPr/>
        </p:nvSpPr>
        <p:spPr bwMode="black">
          <a:xfrm>
            <a:off x="5188137" y="1720885"/>
            <a:ext cx="6304330" cy="718658"/>
          </a:xfrm>
          <a:prstGeom prst="rect">
            <a:avLst/>
          </a:prstGeom>
          <a:noFill/>
        </p:spPr>
        <p:txBody>
          <a:bodyPr wrap="square" rtlCol="0" anchor="ctr">
            <a:spAutoFit/>
          </a:bodyPr>
          <a:lstStyle/>
          <a:p>
            <a:pPr algn="ctr" defTabSz="914423" rtl="0" eaLnBrk="1" latinLnBrk="0" hangingPunct="1">
              <a:lnSpc>
                <a:spcPct val="90000"/>
              </a:lnSpc>
              <a:spcBef>
                <a:spcPct val="0"/>
              </a:spcBef>
              <a:buNone/>
            </a:pPr>
            <a:r>
              <a:rPr lang="th-TH" sz="4400" b="1" kern="1200" dirty="0" err="1">
                <a:solidFill>
                  <a:schemeClr val="accent2"/>
                </a:solidFill>
                <a:latin typeface="+mn-lt"/>
                <a:ea typeface="+mj-ea"/>
                <a:cs typeface="LINE Seed Sans TH" panose="020B0303020203020204" pitchFamily="34" charset="-34"/>
              </a:rPr>
              <a:t>สุร</a:t>
            </a:r>
            <a:r>
              <a:rPr lang="th-TH" sz="4400" b="1" kern="1200" dirty="0">
                <a:solidFill>
                  <a:schemeClr val="accent2"/>
                </a:solidFill>
                <a:latin typeface="+mn-lt"/>
                <a:ea typeface="+mj-ea"/>
                <a:cs typeface="LINE Seed Sans TH" panose="020B0303020203020204" pitchFamily="34" charset="-34"/>
              </a:rPr>
              <a:t>เดช </a:t>
            </a:r>
            <a:r>
              <a:rPr lang="th-TH" sz="4400" b="1" kern="1200" dirty="0" err="1">
                <a:solidFill>
                  <a:schemeClr val="accent2"/>
                </a:solidFill>
                <a:latin typeface="+mn-lt"/>
                <a:ea typeface="+mj-ea"/>
                <a:cs typeface="LINE Seed Sans TH" panose="020B0303020203020204" pitchFamily="34" charset="-34"/>
              </a:rPr>
              <a:t>ตัถ</a:t>
            </a:r>
            <a:r>
              <a:rPr lang="th-TH" sz="4400" b="1" kern="1200" dirty="0">
                <a:solidFill>
                  <a:schemeClr val="accent2"/>
                </a:solidFill>
                <a:latin typeface="+mn-lt"/>
                <a:ea typeface="+mj-ea"/>
                <a:cs typeface="LINE Seed Sans TH" panose="020B0303020203020204" pitchFamily="34" charset="-34"/>
              </a:rPr>
              <a:t>ยานุกูล</a:t>
            </a:r>
            <a:endParaRPr lang="en-US" sz="4400" b="1" kern="1200" dirty="0">
              <a:solidFill>
                <a:schemeClr val="accent2"/>
              </a:solidFill>
              <a:latin typeface="+mn-lt"/>
              <a:ea typeface="+mj-ea"/>
              <a:cs typeface="LINE Seed Sans TH" panose="020B0303020203020204" pitchFamily="34" charset="-34"/>
            </a:endParaRPr>
          </a:p>
        </p:txBody>
      </p:sp>
      <p:sp>
        <p:nvSpPr>
          <p:cNvPr id="7" name="TextBox 6">
            <a:extLst>
              <a:ext uri="{FF2B5EF4-FFF2-40B4-BE49-F238E27FC236}">
                <a16:creationId xmlns:a16="http://schemas.microsoft.com/office/drawing/2014/main" id="{C6610196-2B41-D3F3-1554-307DBEB72FD5}"/>
              </a:ext>
            </a:extLst>
          </p:cNvPr>
          <p:cNvSpPr txBox="1"/>
          <p:nvPr/>
        </p:nvSpPr>
        <p:spPr>
          <a:xfrm>
            <a:off x="5188137" y="2542571"/>
            <a:ext cx="6304329" cy="800219"/>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th-TH" sz="1600" dirty="0">
                <a:solidFill>
                  <a:schemeClr val="tx1"/>
                </a:solidFill>
              </a:rPr>
              <a:t>วิทยากร </a:t>
            </a:r>
            <a:r>
              <a:rPr lang="en-US" sz="1600" dirty="0">
                <a:solidFill>
                  <a:schemeClr val="tx1"/>
                </a:solidFill>
              </a:rPr>
              <a:t>9Expert Training</a:t>
            </a:r>
            <a:r>
              <a:rPr lang="th-TH" sz="1600" dirty="0">
                <a:solidFill>
                  <a:schemeClr val="tx1"/>
                </a:solidFill>
              </a:rPr>
              <a:t> กลุ่มหลักสูตร</a:t>
            </a:r>
            <a:r>
              <a:rPr lang="en-US" sz="1600" dirty="0">
                <a:solidFill>
                  <a:schemeClr val="tx1"/>
                </a:solidFill>
              </a:rPr>
              <a:t> </a:t>
            </a:r>
            <a:br>
              <a:rPr lang="th-TH" sz="1600" dirty="0">
                <a:solidFill>
                  <a:schemeClr val="tx1"/>
                </a:solidFill>
              </a:rPr>
            </a:br>
            <a:r>
              <a:rPr lang="en-US" sz="1600" dirty="0">
                <a:solidFill>
                  <a:schemeClr val="tx1"/>
                </a:solidFill>
              </a:rPr>
              <a:t>Microsoft Excel </a:t>
            </a:r>
            <a:r>
              <a:rPr lang="th-TH" sz="1600" dirty="0">
                <a:solidFill>
                  <a:schemeClr val="tx1"/>
                </a:solidFill>
              </a:rPr>
              <a:t>และ </a:t>
            </a:r>
            <a:r>
              <a:rPr lang="en-US" sz="1600" dirty="0">
                <a:solidFill>
                  <a:schemeClr val="tx1"/>
                </a:solidFill>
              </a:rPr>
              <a:t>Microsoft Project</a:t>
            </a:r>
            <a:endParaRPr lang="en-US" sz="1200" dirty="0">
              <a:solidFill>
                <a:schemeClr val="tx1"/>
              </a:solidFill>
            </a:endParaRPr>
          </a:p>
        </p:txBody>
      </p:sp>
      <p:sp>
        <p:nvSpPr>
          <p:cNvPr id="8" name="TextBox 7">
            <a:extLst>
              <a:ext uri="{FF2B5EF4-FFF2-40B4-BE49-F238E27FC236}">
                <a16:creationId xmlns:a16="http://schemas.microsoft.com/office/drawing/2014/main" id="{0FEE9B3E-ED97-DA4E-D62B-886873F6F001}"/>
              </a:ext>
            </a:extLst>
          </p:cNvPr>
          <p:cNvSpPr txBox="1"/>
          <p:nvPr/>
        </p:nvSpPr>
        <p:spPr>
          <a:xfrm>
            <a:off x="5227454" y="3378201"/>
            <a:ext cx="6617734" cy="2646878"/>
          </a:xfrm>
          <a:prstGeom prst="rect">
            <a:avLst/>
          </a:prstGeom>
          <a:noFill/>
        </p:spPr>
        <p:txBody>
          <a:bodyPr wrap="square">
            <a:spAutoFit/>
          </a:bodyPr>
          <a:lstStyle/>
          <a:p>
            <a:pPr marL="457223" indent="-457223">
              <a:lnSpc>
                <a:spcPct val="150000"/>
              </a:lnSpc>
              <a:spcBef>
                <a:spcPts val="0"/>
              </a:spcBef>
              <a:buFont typeface="Arial" panose="020B0604020202020204" pitchFamily="34" charset="0"/>
              <a:buChar char="•"/>
            </a:pPr>
            <a:r>
              <a:rPr lang="th-TH" sz="1600" dirty="0"/>
              <a:t>ระบบคอมพิวเตอร์เครือข่าย และอุปกรณ์ต่อพ่วง</a:t>
            </a:r>
          </a:p>
          <a:p>
            <a:pPr marL="457223" indent="-457223">
              <a:lnSpc>
                <a:spcPct val="150000"/>
              </a:lnSpc>
              <a:spcBef>
                <a:spcPts val="0"/>
              </a:spcBef>
              <a:buFont typeface="Arial" panose="020B0604020202020204" pitchFamily="34" charset="0"/>
              <a:buChar char="•"/>
            </a:pPr>
            <a:r>
              <a:rPr lang="th-TH" sz="1600" dirty="0"/>
              <a:t>ระบบโทรทัศน์วงจรปิด </a:t>
            </a:r>
            <a:r>
              <a:rPr lang="en-US" sz="1600" dirty="0"/>
              <a:t>Digital CCTV Online</a:t>
            </a:r>
          </a:p>
          <a:p>
            <a:pPr marL="457223" indent="-457223">
              <a:lnSpc>
                <a:spcPct val="150000"/>
              </a:lnSpc>
              <a:spcBef>
                <a:spcPts val="0"/>
              </a:spcBef>
              <a:buFont typeface="Arial" panose="020B0604020202020204" pitchFamily="34" charset="0"/>
              <a:buChar char="•"/>
            </a:pPr>
            <a:r>
              <a:rPr lang="en-US" sz="1600" dirty="0"/>
              <a:t>Microsoft Office, Word, Excel, PowerPoint, Access, OneNote, Project, Outlook, Visio</a:t>
            </a:r>
          </a:p>
          <a:p>
            <a:pPr marL="457223" indent="-457223">
              <a:lnSpc>
                <a:spcPct val="150000"/>
              </a:lnSpc>
              <a:spcBef>
                <a:spcPts val="0"/>
              </a:spcBef>
              <a:buFont typeface="Arial" panose="020B0604020202020204" pitchFamily="34" charset="0"/>
              <a:buChar char="•"/>
            </a:pPr>
            <a:r>
              <a:rPr lang="en-US" sz="1600" dirty="0"/>
              <a:t>Microsoft VBA, FoxPro, dBase, C++, Pascal, Assembly, Clipper</a:t>
            </a:r>
          </a:p>
          <a:p>
            <a:pPr marL="457223" indent="-457223">
              <a:lnSpc>
                <a:spcPct val="150000"/>
              </a:lnSpc>
              <a:spcBef>
                <a:spcPts val="0"/>
              </a:spcBef>
              <a:buFont typeface="Arial" panose="020B0604020202020204" pitchFamily="34" charset="0"/>
              <a:buChar char="•"/>
            </a:pPr>
            <a:r>
              <a:rPr lang="en-US" sz="1600" dirty="0"/>
              <a:t>Adobe, </a:t>
            </a:r>
            <a:r>
              <a:rPr lang="en-US" sz="1600" dirty="0" err="1"/>
              <a:t>AutoDesk</a:t>
            </a:r>
            <a:r>
              <a:rPr lang="en-US" sz="1600" dirty="0"/>
              <a:t>, </a:t>
            </a:r>
            <a:r>
              <a:rPr lang="en-US" sz="1600" dirty="0" err="1"/>
              <a:t>HackerSystem</a:t>
            </a:r>
            <a:r>
              <a:rPr lang="en-US" sz="1600" dirty="0"/>
              <a:t>, </a:t>
            </a:r>
            <a:r>
              <a:rPr lang="en-US" sz="1600" dirty="0" err="1"/>
              <a:t>AntiVirus</a:t>
            </a:r>
            <a:r>
              <a:rPr lang="en-US" sz="1600" dirty="0"/>
              <a:t>, Utilities, Wireless, OpenOffice</a:t>
            </a:r>
          </a:p>
        </p:txBody>
      </p:sp>
      <p:pic>
        <p:nvPicPr>
          <p:cNvPr id="14" name="Picture 13">
            <a:extLst>
              <a:ext uri="{FF2B5EF4-FFF2-40B4-BE49-F238E27FC236}">
                <a16:creationId xmlns:a16="http://schemas.microsoft.com/office/drawing/2014/main" id="{5E9216EC-C86C-FC87-7C05-F6CE19C1076B}"/>
              </a:ext>
            </a:extLst>
          </p:cNvPr>
          <p:cNvPicPr>
            <a:picLocks noChangeAspect="1"/>
          </p:cNvPicPr>
          <p:nvPr/>
        </p:nvPicPr>
        <p:blipFill>
          <a:blip r:embed="rId3">
            <a:extLst>
              <a:ext uri="{28A0092B-C50C-407E-A947-70E740481C1C}">
                <a14:useLocalDpi xmlns:a14="http://schemas.microsoft.com/office/drawing/2010/main" val="0"/>
              </a:ext>
            </a:extLst>
          </a:blip>
          <a:srcRect b="1574"/>
          <a:stretch>
            <a:fillRect/>
          </a:stretch>
        </p:blipFill>
        <p:spPr>
          <a:xfrm>
            <a:off x="1033835" y="926910"/>
            <a:ext cx="3884175" cy="4800578"/>
          </a:xfrm>
          <a:custGeom>
            <a:avLst/>
            <a:gdLst>
              <a:gd name="csX0" fmla="*/ 1076960 w 3884175"/>
              <a:gd name="csY0" fmla="*/ 0 h 4800578"/>
              <a:gd name="csX1" fmla="*/ 2728990 w 3884175"/>
              <a:gd name="csY1" fmla="*/ 0 h 4800578"/>
              <a:gd name="csX2" fmla="*/ 2788927 w 3884175"/>
              <a:gd name="csY2" fmla="*/ 80152 h 4800578"/>
              <a:gd name="csX3" fmla="*/ 2971396 w 3884175"/>
              <a:gd name="csY3" fmla="*/ 677516 h 4800578"/>
              <a:gd name="csX4" fmla="*/ 2887434 w 3884175"/>
              <a:gd name="csY4" fmla="*/ 1093394 h 4800578"/>
              <a:gd name="csX5" fmla="*/ 2884354 w 3884175"/>
              <a:gd name="csY5" fmla="*/ 1099789 h 4800578"/>
              <a:gd name="csX6" fmla="*/ 3010683 w 3884175"/>
              <a:gd name="csY6" fmla="*/ 1176536 h 4800578"/>
              <a:gd name="csX7" fmla="*/ 3884175 w 3884175"/>
              <a:gd name="csY7" fmla="*/ 2819378 h 4800578"/>
              <a:gd name="csX8" fmla="*/ 1902975 w 3884175"/>
              <a:gd name="csY8" fmla="*/ 4800578 h 4800578"/>
              <a:gd name="csX9" fmla="*/ 10846 w 3884175"/>
              <a:gd name="csY9" fmla="*/ 3408527 h 4800578"/>
              <a:gd name="csX10" fmla="*/ 0 w 3884175"/>
              <a:gd name="csY10" fmla="*/ 3366346 h 4800578"/>
              <a:gd name="csX11" fmla="*/ 0 w 3884175"/>
              <a:gd name="csY11" fmla="*/ 2275386 h 4800578"/>
              <a:gd name="csX12" fmla="*/ 59198 w 3884175"/>
              <a:gd name="csY12" fmla="*/ 2092922 h 4800578"/>
              <a:gd name="csX13" fmla="*/ 795267 w 3884175"/>
              <a:gd name="csY13" fmla="*/ 1176536 h 4800578"/>
              <a:gd name="csX14" fmla="*/ 921597 w 3884175"/>
              <a:gd name="csY14" fmla="*/ 1099789 h 4800578"/>
              <a:gd name="csX15" fmla="*/ 918516 w 3884175"/>
              <a:gd name="csY15" fmla="*/ 1093394 h 4800578"/>
              <a:gd name="csX16" fmla="*/ 834554 w 3884175"/>
              <a:gd name="csY16" fmla="*/ 677516 h 4800578"/>
              <a:gd name="csX17" fmla="*/ 1017024 w 3884175"/>
              <a:gd name="csY17" fmla="*/ 80152 h 48005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884175" h="4800578">
                <a:moveTo>
                  <a:pt x="1076960" y="0"/>
                </a:moveTo>
                <a:lnTo>
                  <a:pt x="2728990" y="0"/>
                </a:lnTo>
                <a:lnTo>
                  <a:pt x="2788927" y="80152"/>
                </a:lnTo>
                <a:cubicBezTo>
                  <a:pt x="2904128" y="250673"/>
                  <a:pt x="2971396" y="456239"/>
                  <a:pt x="2971396" y="677516"/>
                </a:cubicBezTo>
                <a:cubicBezTo>
                  <a:pt x="2971396" y="825034"/>
                  <a:pt x="2941499" y="965570"/>
                  <a:pt x="2887434" y="1093394"/>
                </a:cubicBezTo>
                <a:lnTo>
                  <a:pt x="2884354" y="1099789"/>
                </a:lnTo>
                <a:lnTo>
                  <a:pt x="3010683" y="1176536"/>
                </a:lnTo>
                <a:cubicBezTo>
                  <a:pt x="3537686" y="1532572"/>
                  <a:pt x="3884175" y="2135511"/>
                  <a:pt x="3884175" y="2819378"/>
                </a:cubicBezTo>
                <a:cubicBezTo>
                  <a:pt x="3884175" y="3913565"/>
                  <a:pt x="2997162" y="4800578"/>
                  <a:pt x="1902975" y="4800578"/>
                </a:cubicBezTo>
                <a:cubicBezTo>
                  <a:pt x="1013948" y="4800578"/>
                  <a:pt x="261689" y="4215011"/>
                  <a:pt x="10846" y="3408527"/>
                </a:cubicBezTo>
                <a:lnTo>
                  <a:pt x="0" y="3366346"/>
                </a:lnTo>
                <a:lnTo>
                  <a:pt x="0" y="2275386"/>
                </a:lnTo>
                <a:lnTo>
                  <a:pt x="59198" y="2092922"/>
                </a:lnTo>
                <a:cubicBezTo>
                  <a:pt x="207027" y="1718028"/>
                  <a:pt x="465890" y="1399059"/>
                  <a:pt x="795267" y="1176536"/>
                </a:cubicBezTo>
                <a:lnTo>
                  <a:pt x="921597" y="1099789"/>
                </a:lnTo>
                <a:lnTo>
                  <a:pt x="918516" y="1093394"/>
                </a:lnTo>
                <a:cubicBezTo>
                  <a:pt x="864451" y="965570"/>
                  <a:pt x="834554" y="825034"/>
                  <a:pt x="834554" y="677516"/>
                </a:cubicBezTo>
                <a:cubicBezTo>
                  <a:pt x="834554" y="456239"/>
                  <a:pt x="901822" y="250673"/>
                  <a:pt x="1017024" y="80152"/>
                </a:cubicBezTo>
                <a:close/>
              </a:path>
            </a:pathLst>
          </a:custGeom>
        </p:spPr>
      </p:pic>
    </p:spTree>
    <p:extLst>
      <p:ext uri="{BB962C8B-B14F-4D97-AF65-F5344CB8AC3E}">
        <p14:creationId xmlns:p14="http://schemas.microsoft.com/office/powerpoint/2010/main" val="4882065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Instructor Aj Suradej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9EBD49C-97A1-8288-7B6D-21536910897C}"/>
              </a:ext>
            </a:extLst>
          </p:cNvPr>
          <p:cNvSpPr>
            <a:spLocks noGrp="1"/>
          </p:cNvSpPr>
          <p:nvPr>
            <p:ph type="ftr" sz="quarter" idx="10"/>
          </p:nvPr>
        </p:nvSpPr>
        <p:spPr/>
        <p:txBody>
          <a:bodyPr/>
          <a:lstStyle/>
          <a:p>
            <a:r>
              <a:rPr lang="en-US"/>
              <a:t>Copyright © 2026 9Expert Co., Ltd. All rights reserved.</a:t>
            </a:r>
            <a:endParaRPr lang="en-TH"/>
          </a:p>
        </p:txBody>
      </p:sp>
      <p:sp>
        <p:nvSpPr>
          <p:cNvPr id="4" name="Slide Number Placeholder 3">
            <a:extLst>
              <a:ext uri="{FF2B5EF4-FFF2-40B4-BE49-F238E27FC236}">
                <a16:creationId xmlns:a16="http://schemas.microsoft.com/office/drawing/2014/main" id="{8BCE8CEE-1C12-0799-2BBF-2820387FD3F1}"/>
              </a:ext>
            </a:extLst>
          </p:cNvPr>
          <p:cNvSpPr>
            <a:spLocks noGrp="1"/>
          </p:cNvSpPr>
          <p:nvPr>
            <p:ph type="sldNum" sz="quarter" idx="11"/>
          </p:nvPr>
        </p:nvSpPr>
        <p:spPr/>
        <p:txBody>
          <a:bodyPr/>
          <a:lstStyle/>
          <a:p>
            <a:fld id="{7B973119-0BF9-7444-941C-BCE2AFE6BE2E}" type="slidenum">
              <a:rPr lang="en-TH" smtClean="0"/>
              <a:t>‹#›</a:t>
            </a:fld>
            <a:endParaRPr lang="en-TH"/>
          </a:p>
        </p:txBody>
      </p:sp>
      <p:sp>
        <p:nvSpPr>
          <p:cNvPr id="13" name="TextBox 12">
            <a:extLst>
              <a:ext uri="{FF2B5EF4-FFF2-40B4-BE49-F238E27FC236}">
                <a16:creationId xmlns:a16="http://schemas.microsoft.com/office/drawing/2014/main" id="{0E311C4B-6AFD-B623-61C2-4610E20AE6E0}"/>
              </a:ext>
            </a:extLst>
          </p:cNvPr>
          <p:cNvSpPr txBox="1"/>
          <p:nvPr/>
        </p:nvSpPr>
        <p:spPr>
          <a:xfrm>
            <a:off x="744210" y="1671885"/>
            <a:ext cx="6854455" cy="3514232"/>
          </a:xfrm>
          <a:prstGeom prst="rect">
            <a:avLst/>
          </a:prstGeom>
          <a:noFill/>
        </p:spPr>
        <p:txBody>
          <a:bodyPr wrap="square" rtlCol="0" anchor="ctr">
            <a:spAutoFit/>
          </a:bodyPr>
          <a:lstStyle/>
          <a:p>
            <a:pPr marL="0" indent="0">
              <a:lnSpc>
                <a:spcPct val="150000"/>
              </a:lnSpc>
              <a:spcBef>
                <a:spcPts val="0"/>
              </a:spcBef>
              <a:buFont typeface="Arial" panose="020B0604020202020204" pitchFamily="34" charset="0"/>
              <a:buNone/>
            </a:pPr>
            <a:r>
              <a:rPr lang="th-TH" sz="2400" b="1" dirty="0"/>
              <a:t>ประสบการณ์การทำงาน</a:t>
            </a:r>
            <a:r>
              <a:rPr lang="en-US" sz="2400" b="1" dirty="0"/>
              <a:t>:</a:t>
            </a:r>
            <a:endParaRPr lang="en-US" sz="2000" b="0" dirty="0"/>
          </a:p>
          <a:p>
            <a:pPr marL="457223" indent="-457223">
              <a:lnSpc>
                <a:spcPct val="150000"/>
              </a:lnSpc>
              <a:spcBef>
                <a:spcPts val="0"/>
              </a:spcBef>
              <a:buFont typeface="Arial" panose="020B0604020202020204" pitchFamily="34" charset="0"/>
              <a:buChar char="•"/>
            </a:pPr>
            <a:r>
              <a:rPr lang="th-TH" sz="1800" dirty="0"/>
              <a:t>ที่ปรึกษาด้านไอทีและโปรแกรมเมอร์ บริษัท ไอแพคคอมพิวเตอร์ จำกัด</a:t>
            </a:r>
          </a:p>
          <a:p>
            <a:pPr marL="457223" indent="-457223">
              <a:lnSpc>
                <a:spcPct val="150000"/>
              </a:lnSpc>
              <a:spcBef>
                <a:spcPts val="0"/>
              </a:spcBef>
              <a:buFont typeface="Arial" panose="020B0604020202020204" pitchFamily="34" charset="0"/>
              <a:buChar char="•"/>
            </a:pPr>
            <a:r>
              <a:rPr lang="en-US" sz="1800" dirty="0"/>
              <a:t>Web Master and CCTV Online Service</a:t>
            </a:r>
            <a:r>
              <a:rPr lang="th-TH" sz="1800" dirty="0"/>
              <a:t> </a:t>
            </a:r>
            <a:br>
              <a:rPr lang="th-TH" sz="1800" dirty="0"/>
            </a:br>
            <a:r>
              <a:rPr lang="th-TH" sz="1800" dirty="0"/>
              <a:t>โรงเรียนสุอารีวิทยา ชลบุรี</a:t>
            </a:r>
          </a:p>
          <a:p>
            <a:pPr marL="457223" indent="-457223">
              <a:lnSpc>
                <a:spcPct val="150000"/>
              </a:lnSpc>
              <a:spcBef>
                <a:spcPts val="0"/>
              </a:spcBef>
              <a:buFont typeface="Arial" panose="020B0604020202020204" pitchFamily="34" charset="0"/>
              <a:buChar char="•"/>
            </a:pPr>
            <a:r>
              <a:rPr lang="th-TH" sz="1800" dirty="0"/>
              <a:t>เข้าร่วมโครงการพัฒนาและติดตั้งระบบ </a:t>
            </a:r>
            <a:r>
              <a:rPr lang="en-US" sz="1800" dirty="0"/>
              <a:t>RFID  </a:t>
            </a:r>
            <a:br>
              <a:rPr lang="en-US" sz="1800" dirty="0"/>
            </a:br>
            <a:r>
              <a:rPr lang="th-TH" sz="1800" dirty="0"/>
              <a:t>ห้องสมุดเฉลิมพระเกียรติ ๘๐ พรรษาจังหวัดชลบุรี </a:t>
            </a:r>
          </a:p>
          <a:p>
            <a:pPr marL="457223" indent="-457223">
              <a:lnSpc>
                <a:spcPct val="150000"/>
              </a:lnSpc>
              <a:spcBef>
                <a:spcPts val="0"/>
              </a:spcBef>
              <a:buFont typeface="Arial" panose="020B0604020202020204" pitchFamily="34" charset="0"/>
              <a:buChar char="•"/>
            </a:pPr>
            <a:r>
              <a:rPr lang="th-TH" sz="1800" dirty="0"/>
              <a:t>โปรแกรมเมอร์ สำนักงานตรวจคนเข้าเมือง สำนักงานใหญ่ แผนกขออยู่ต่อ และ แผนกการเงิน </a:t>
            </a:r>
          </a:p>
        </p:txBody>
      </p:sp>
    </p:spTree>
    <p:extLst>
      <p:ext uri="{BB962C8B-B14F-4D97-AF65-F5344CB8AC3E}">
        <p14:creationId xmlns:p14="http://schemas.microsoft.com/office/powerpoint/2010/main" val="6250599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nstructor_Patwade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DC9A34-F3D4-8D21-A969-0E4536B4FC63}"/>
              </a:ext>
            </a:extLst>
          </p:cNvPr>
          <p:cNvSpPr>
            <a:spLocks noGrp="1"/>
          </p:cNvSpPr>
          <p:nvPr>
            <p:ph type="ftr" sz="quarter" idx="10"/>
          </p:nvPr>
        </p:nvSpPr>
        <p:spPr/>
        <p:txBody>
          <a:bodyPr/>
          <a:lstStyle/>
          <a:p>
            <a:r>
              <a:rPr lang="en-US"/>
              <a:t>Copyright © 2026 9Expert Co., Ltd. All rights reserved.</a:t>
            </a:r>
            <a:endParaRPr lang="en-TH" dirty="0"/>
          </a:p>
        </p:txBody>
      </p:sp>
      <p:sp>
        <p:nvSpPr>
          <p:cNvPr id="4" name="Slide Number Placeholder 3">
            <a:extLst>
              <a:ext uri="{FF2B5EF4-FFF2-40B4-BE49-F238E27FC236}">
                <a16:creationId xmlns:a16="http://schemas.microsoft.com/office/drawing/2014/main" id="{BAB9B1B5-64BA-3FCF-97EB-DBB02681AF69}"/>
              </a:ext>
            </a:extLst>
          </p:cNvPr>
          <p:cNvSpPr>
            <a:spLocks noGrp="1"/>
          </p:cNvSpPr>
          <p:nvPr>
            <p:ph type="sldNum" sz="quarter" idx="11"/>
          </p:nvPr>
        </p:nvSpPr>
        <p:spPr/>
        <p:txBody>
          <a:bodyPr/>
          <a:lstStyle/>
          <a:p>
            <a:fld id="{7B973119-0BF9-7444-941C-BCE2AFE6BE2E}" type="slidenum">
              <a:rPr lang="en-TH" smtClean="0"/>
              <a:pPr/>
              <a:t>‹#›</a:t>
            </a:fld>
            <a:endParaRPr lang="en-TH"/>
          </a:p>
        </p:txBody>
      </p:sp>
      <p:sp>
        <p:nvSpPr>
          <p:cNvPr id="5" name="TextBox 4">
            <a:extLst>
              <a:ext uri="{FF2B5EF4-FFF2-40B4-BE49-F238E27FC236}">
                <a16:creationId xmlns:a16="http://schemas.microsoft.com/office/drawing/2014/main" id="{15234200-FE0F-AE15-E604-C14FDE7B5372}"/>
              </a:ext>
            </a:extLst>
          </p:cNvPr>
          <p:cNvSpPr txBox="1"/>
          <p:nvPr/>
        </p:nvSpPr>
        <p:spPr bwMode="black">
          <a:xfrm>
            <a:off x="5188137" y="1759957"/>
            <a:ext cx="6304330" cy="718658"/>
          </a:xfrm>
          <a:prstGeom prst="rect">
            <a:avLst/>
          </a:prstGeom>
          <a:noFill/>
        </p:spPr>
        <p:txBody>
          <a:bodyPr wrap="square" rtlCol="0" anchor="ctr">
            <a:spAutoFit/>
          </a:bodyPr>
          <a:lstStyle/>
          <a:p>
            <a:pPr algn="ctr" defTabSz="914423" rtl="0" eaLnBrk="1" latinLnBrk="0" hangingPunct="1">
              <a:lnSpc>
                <a:spcPct val="90000"/>
              </a:lnSpc>
              <a:spcBef>
                <a:spcPct val="0"/>
              </a:spcBef>
              <a:buNone/>
            </a:pPr>
            <a:r>
              <a:rPr lang="th-TH" sz="4400" b="1" kern="1200" dirty="0">
                <a:solidFill>
                  <a:schemeClr val="accent2"/>
                </a:solidFill>
                <a:latin typeface="+mn-lt"/>
                <a:ea typeface="+mj-ea"/>
                <a:cs typeface="LINE Seed Sans TH" panose="020B0303020203020204" pitchFamily="34" charset="-34"/>
              </a:rPr>
              <a:t>ภัทร</a:t>
            </a:r>
            <a:r>
              <a:rPr lang="th-TH" sz="4400" b="1" kern="1200" dirty="0" err="1">
                <a:solidFill>
                  <a:schemeClr val="accent2"/>
                </a:solidFill>
                <a:latin typeface="+mn-lt"/>
                <a:ea typeface="+mj-ea"/>
                <a:cs typeface="LINE Seed Sans TH" panose="020B0303020203020204" pitchFamily="34" charset="-34"/>
              </a:rPr>
              <a:t>์ว</a:t>
            </a:r>
            <a:r>
              <a:rPr lang="th-TH" sz="4400" b="1" kern="1200" dirty="0">
                <a:solidFill>
                  <a:schemeClr val="accent2"/>
                </a:solidFill>
                <a:latin typeface="+mn-lt"/>
                <a:ea typeface="+mj-ea"/>
                <a:cs typeface="LINE Seed Sans TH" panose="020B0303020203020204" pitchFamily="34" charset="-34"/>
              </a:rPr>
              <a:t>ดี มาศภูมิ</a:t>
            </a:r>
            <a:endParaRPr lang="en-US" sz="4400" b="1" kern="1200" dirty="0">
              <a:solidFill>
                <a:schemeClr val="accent2"/>
              </a:solidFill>
              <a:latin typeface="+mn-lt"/>
              <a:ea typeface="+mj-ea"/>
              <a:cs typeface="LINE Seed Sans TH" panose="020B0303020203020204" pitchFamily="34" charset="-34"/>
            </a:endParaRPr>
          </a:p>
        </p:txBody>
      </p:sp>
      <p:sp>
        <p:nvSpPr>
          <p:cNvPr id="6" name="TextBox 5">
            <a:extLst>
              <a:ext uri="{FF2B5EF4-FFF2-40B4-BE49-F238E27FC236}">
                <a16:creationId xmlns:a16="http://schemas.microsoft.com/office/drawing/2014/main" id="{4994BEFF-B705-F1B1-6C22-96BCCCA5469C}"/>
              </a:ext>
            </a:extLst>
          </p:cNvPr>
          <p:cNvSpPr txBox="1"/>
          <p:nvPr/>
        </p:nvSpPr>
        <p:spPr>
          <a:xfrm>
            <a:off x="5188137" y="2542570"/>
            <a:ext cx="6304329" cy="430887"/>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th-TH" sz="1600" dirty="0">
                <a:solidFill>
                  <a:schemeClr val="tx1"/>
                </a:solidFill>
              </a:rPr>
              <a:t>วิทยากร </a:t>
            </a:r>
            <a:r>
              <a:rPr lang="en-US" sz="1600" dirty="0">
                <a:solidFill>
                  <a:schemeClr val="tx1"/>
                </a:solidFill>
              </a:rPr>
              <a:t>9Expert Training</a:t>
            </a:r>
            <a:r>
              <a:rPr lang="th-TH" sz="1600" dirty="0">
                <a:solidFill>
                  <a:schemeClr val="tx1"/>
                </a:solidFill>
              </a:rPr>
              <a:t> กลุ่มหลักสูตร </a:t>
            </a:r>
            <a:r>
              <a:rPr lang="en-US" sz="1600" dirty="0">
                <a:solidFill>
                  <a:schemeClr val="tx1"/>
                </a:solidFill>
              </a:rPr>
              <a:t>Microsoft Excel</a:t>
            </a:r>
            <a:endParaRPr lang="en-US" sz="1200" dirty="0">
              <a:solidFill>
                <a:schemeClr val="tx1"/>
              </a:solidFill>
            </a:endParaRPr>
          </a:p>
        </p:txBody>
      </p:sp>
      <p:sp>
        <p:nvSpPr>
          <p:cNvPr id="7" name="TextBox 6">
            <a:extLst>
              <a:ext uri="{FF2B5EF4-FFF2-40B4-BE49-F238E27FC236}">
                <a16:creationId xmlns:a16="http://schemas.microsoft.com/office/drawing/2014/main" id="{EC93EB7A-A74B-00F5-C9E2-480A89B3F660}"/>
              </a:ext>
            </a:extLst>
          </p:cNvPr>
          <p:cNvSpPr txBox="1"/>
          <p:nvPr/>
        </p:nvSpPr>
        <p:spPr>
          <a:xfrm>
            <a:off x="5396466" y="3101907"/>
            <a:ext cx="6096000" cy="2646878"/>
          </a:xfrm>
          <a:prstGeom prst="rect">
            <a:avLst/>
          </a:prstGeom>
          <a:noFill/>
        </p:spPr>
        <p:txBody>
          <a:bodyPr wrap="square">
            <a:spAutoFit/>
          </a:bodyPr>
          <a:lstStyle/>
          <a:p>
            <a:pPr marL="457223" indent="-457223">
              <a:lnSpc>
                <a:spcPct val="150000"/>
              </a:lnSpc>
              <a:spcBef>
                <a:spcPts val="0"/>
              </a:spcBef>
              <a:buFont typeface="Arial" panose="020B0604020202020204" pitchFamily="34" charset="0"/>
              <a:buChar char="•"/>
            </a:pPr>
            <a:r>
              <a:rPr lang="en-US" sz="1600" dirty="0"/>
              <a:t>Microsoft Certified Trainer</a:t>
            </a:r>
          </a:p>
          <a:p>
            <a:pPr marL="457223" indent="-457223">
              <a:lnSpc>
                <a:spcPct val="150000"/>
              </a:lnSpc>
              <a:spcBef>
                <a:spcPts val="0"/>
              </a:spcBef>
              <a:buFont typeface="Arial" panose="020B0604020202020204" pitchFamily="34" charset="0"/>
              <a:buChar char="•"/>
            </a:pPr>
            <a:r>
              <a:rPr lang="en-US" sz="1600" dirty="0"/>
              <a:t>Adobe Photoshop Certified Expert (ACE)</a:t>
            </a:r>
          </a:p>
          <a:p>
            <a:pPr marL="457223" indent="-457223">
              <a:lnSpc>
                <a:spcPct val="150000"/>
              </a:lnSpc>
              <a:spcBef>
                <a:spcPts val="0"/>
              </a:spcBef>
              <a:buFont typeface="Arial" panose="020B0604020202020204" pitchFamily="34" charset="0"/>
              <a:buChar char="•"/>
            </a:pPr>
            <a:r>
              <a:rPr lang="en-US" sz="1600" dirty="0"/>
              <a:t>Adobe Certified </a:t>
            </a:r>
            <a:br>
              <a:rPr lang="en-US" sz="1600" dirty="0"/>
            </a:br>
            <a:r>
              <a:rPr lang="en-US" sz="1600" dirty="0"/>
              <a:t>Associate Web Design Specialist CS6</a:t>
            </a:r>
          </a:p>
          <a:p>
            <a:pPr marL="457223" indent="-457223">
              <a:lnSpc>
                <a:spcPct val="150000"/>
              </a:lnSpc>
              <a:spcBef>
                <a:spcPts val="0"/>
              </a:spcBef>
              <a:buFont typeface="Arial" panose="020B0604020202020204" pitchFamily="34" charset="0"/>
              <a:buChar char="•"/>
            </a:pPr>
            <a:r>
              <a:rPr lang="en-US" sz="1600" dirty="0"/>
              <a:t>Internet and Computing Core Certification </a:t>
            </a:r>
            <a:br>
              <a:rPr lang="en-US" sz="1600" dirty="0"/>
            </a:br>
            <a:r>
              <a:rPr lang="en-US" sz="1600" dirty="0"/>
              <a:t>333/334/335</a:t>
            </a:r>
          </a:p>
          <a:p>
            <a:pPr marL="457223" indent="-457223">
              <a:lnSpc>
                <a:spcPct val="150000"/>
              </a:lnSpc>
              <a:spcBef>
                <a:spcPts val="0"/>
              </a:spcBef>
              <a:buFont typeface="Arial" panose="020B0604020202020204" pitchFamily="34" charset="0"/>
              <a:buChar char="•"/>
            </a:pPr>
            <a:r>
              <a:rPr lang="en-US" sz="1600" dirty="0"/>
              <a:t>Microsoft Office Specialist Certified</a:t>
            </a:r>
          </a:p>
        </p:txBody>
      </p:sp>
      <p:sp>
        <p:nvSpPr>
          <p:cNvPr id="8" name="Oval 7">
            <a:extLst>
              <a:ext uri="{FF2B5EF4-FFF2-40B4-BE49-F238E27FC236}">
                <a16:creationId xmlns:a16="http://schemas.microsoft.com/office/drawing/2014/main" id="{62E467E8-F712-AE7A-6969-713D2136B671}"/>
              </a:ext>
            </a:extLst>
          </p:cNvPr>
          <p:cNvSpPr/>
          <p:nvPr/>
        </p:nvSpPr>
        <p:spPr bwMode="ltGray">
          <a:xfrm>
            <a:off x="955609" y="1765088"/>
            <a:ext cx="3962400" cy="3962400"/>
          </a:xfrm>
          <a:prstGeom prst="ellipse">
            <a:avLst/>
          </a:prstGeom>
          <a:gradFill flip="none" rotWithShape="1">
            <a:gsLst>
              <a:gs pos="0">
                <a:schemeClr val="accent3"/>
              </a:gs>
              <a:gs pos="50000">
                <a:schemeClr val="accent2"/>
              </a:gs>
              <a:gs pos="97000">
                <a:schemeClr val="accent1"/>
              </a:gs>
            </a:gsLst>
            <a:lin ang="2700000" scaled="1"/>
            <a:tileRect/>
          </a:gra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14" name="Picture 13">
            <a:extLst>
              <a:ext uri="{FF2B5EF4-FFF2-40B4-BE49-F238E27FC236}">
                <a16:creationId xmlns:a16="http://schemas.microsoft.com/office/drawing/2014/main" id="{EA095466-1324-AABF-95AF-10EBEFF46EFE}"/>
              </a:ext>
            </a:extLst>
          </p:cNvPr>
          <p:cNvPicPr>
            <a:picLocks noChangeAspect="1"/>
          </p:cNvPicPr>
          <p:nvPr/>
        </p:nvPicPr>
        <p:blipFill>
          <a:blip r:embed="rId3">
            <a:extLst>
              <a:ext uri="{28A0092B-C50C-407E-A947-70E740481C1C}">
                <a14:useLocalDpi xmlns:a14="http://schemas.microsoft.com/office/drawing/2010/main" val="0"/>
              </a:ext>
            </a:extLst>
          </a:blip>
          <a:srcRect b="795"/>
          <a:stretch>
            <a:fillRect/>
          </a:stretch>
        </p:blipFill>
        <p:spPr>
          <a:xfrm>
            <a:off x="1414108" y="1046482"/>
            <a:ext cx="3503902" cy="4702303"/>
          </a:xfrm>
          <a:custGeom>
            <a:avLst/>
            <a:gdLst>
              <a:gd name="csX0" fmla="*/ 1295006 w 3503902"/>
              <a:gd name="csY0" fmla="*/ 0 h 4702303"/>
              <a:gd name="csX1" fmla="*/ 1803886 w 3503902"/>
              <a:gd name="csY1" fmla="*/ 0 h 4702303"/>
              <a:gd name="csX2" fmla="*/ 1875556 w 3503902"/>
              <a:gd name="csY2" fmla="*/ 22248 h 4702303"/>
              <a:gd name="csX3" fmla="*/ 2387246 w 3503902"/>
              <a:gd name="csY3" fmla="*/ 794209 h 4702303"/>
              <a:gd name="csX4" fmla="*/ 2382921 w 3503902"/>
              <a:gd name="csY4" fmla="*/ 879869 h 4702303"/>
              <a:gd name="csX5" fmla="*/ 2376418 w 3503902"/>
              <a:gd name="csY5" fmla="*/ 922476 h 4702303"/>
              <a:gd name="csX6" fmla="*/ 2493804 w 3503902"/>
              <a:gd name="csY6" fmla="*/ 979023 h 4702303"/>
              <a:gd name="csX7" fmla="*/ 3487884 w 3503902"/>
              <a:gd name="csY7" fmla="*/ 2309745 h 4702303"/>
              <a:gd name="csX8" fmla="*/ 3503902 w 3503902"/>
              <a:gd name="csY8" fmla="*/ 2401115 h 4702303"/>
              <a:gd name="csX9" fmla="*/ 3503902 w 3503902"/>
              <a:gd name="csY9" fmla="*/ 3031883 h 4702303"/>
              <a:gd name="csX10" fmla="*/ 3490395 w 3503902"/>
              <a:gd name="csY10" fmla="*/ 3120384 h 4702303"/>
              <a:gd name="csX11" fmla="*/ 1549446 w 3503902"/>
              <a:gd name="csY11" fmla="*/ 4702303 h 4702303"/>
              <a:gd name="csX12" fmla="*/ 20656 w 3503902"/>
              <a:gd name="csY12" fmla="*/ 3981331 h 4702303"/>
              <a:gd name="csX13" fmla="*/ 0 w 3503902"/>
              <a:gd name="csY13" fmla="*/ 3953708 h 4702303"/>
              <a:gd name="csX14" fmla="*/ 0 w 3503902"/>
              <a:gd name="csY14" fmla="*/ 1487324 h 4702303"/>
              <a:gd name="csX15" fmla="*/ 5623 w 3503902"/>
              <a:gd name="csY15" fmla="*/ 1479315 h 4702303"/>
              <a:gd name="csX16" fmla="*/ 605088 w 3503902"/>
              <a:gd name="csY16" fmla="*/ 979023 h 4702303"/>
              <a:gd name="csX17" fmla="*/ 722474 w 3503902"/>
              <a:gd name="csY17" fmla="*/ 922476 h 4702303"/>
              <a:gd name="csX18" fmla="*/ 715972 w 3503902"/>
              <a:gd name="csY18" fmla="*/ 879869 h 4702303"/>
              <a:gd name="csX19" fmla="*/ 711646 w 3503902"/>
              <a:gd name="csY19" fmla="*/ 794209 h 4702303"/>
              <a:gd name="csX20" fmla="*/ 1223337 w 3503902"/>
              <a:gd name="csY20" fmla="*/ 22248 h 4702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503902" h="4702303">
                <a:moveTo>
                  <a:pt x="1295006" y="0"/>
                </a:moveTo>
                <a:lnTo>
                  <a:pt x="1803886" y="0"/>
                </a:lnTo>
                <a:lnTo>
                  <a:pt x="1875556" y="22248"/>
                </a:lnTo>
                <a:cubicBezTo>
                  <a:pt x="2176255" y="149433"/>
                  <a:pt x="2387246" y="447181"/>
                  <a:pt x="2387246" y="794209"/>
                </a:cubicBezTo>
                <a:cubicBezTo>
                  <a:pt x="2387246" y="823128"/>
                  <a:pt x="2385781" y="851705"/>
                  <a:pt x="2382921" y="879869"/>
                </a:cubicBezTo>
                <a:lnTo>
                  <a:pt x="2376418" y="922476"/>
                </a:lnTo>
                <a:lnTo>
                  <a:pt x="2493804" y="979023"/>
                </a:lnTo>
                <a:cubicBezTo>
                  <a:pt x="2995596" y="1251613"/>
                  <a:pt x="3366454" y="1734685"/>
                  <a:pt x="3487884" y="2309745"/>
                </a:cubicBezTo>
                <a:lnTo>
                  <a:pt x="3503902" y="2401115"/>
                </a:lnTo>
                <a:lnTo>
                  <a:pt x="3503902" y="3031883"/>
                </a:lnTo>
                <a:lnTo>
                  <a:pt x="3490395" y="3120384"/>
                </a:lnTo>
                <a:cubicBezTo>
                  <a:pt x="3305656" y="4023184"/>
                  <a:pt x="2506860" y="4702303"/>
                  <a:pt x="1549446" y="4702303"/>
                </a:cubicBezTo>
                <a:cubicBezTo>
                  <a:pt x="933966" y="4702303"/>
                  <a:pt x="384037" y="4421647"/>
                  <a:pt x="20656" y="3981331"/>
                </a:cubicBezTo>
                <a:lnTo>
                  <a:pt x="0" y="3953708"/>
                </a:lnTo>
                <a:lnTo>
                  <a:pt x="0" y="1487324"/>
                </a:lnTo>
                <a:lnTo>
                  <a:pt x="5623" y="1479315"/>
                </a:lnTo>
                <a:cubicBezTo>
                  <a:pt x="169787" y="1275481"/>
                  <a:pt x="373492" y="1104834"/>
                  <a:pt x="605088" y="979023"/>
                </a:cubicBezTo>
                <a:lnTo>
                  <a:pt x="722474" y="922476"/>
                </a:lnTo>
                <a:lnTo>
                  <a:pt x="715972" y="879869"/>
                </a:lnTo>
                <a:cubicBezTo>
                  <a:pt x="713111" y="851705"/>
                  <a:pt x="711646" y="823128"/>
                  <a:pt x="711646" y="794209"/>
                </a:cubicBezTo>
                <a:cubicBezTo>
                  <a:pt x="711646" y="447181"/>
                  <a:pt x="922638" y="149433"/>
                  <a:pt x="1223337" y="22248"/>
                </a:cubicBezTo>
                <a:close/>
              </a:path>
            </a:pathLst>
          </a:custGeom>
        </p:spPr>
      </p:pic>
    </p:spTree>
    <p:extLst>
      <p:ext uri="{BB962C8B-B14F-4D97-AF65-F5344CB8AC3E}">
        <p14:creationId xmlns:p14="http://schemas.microsoft.com/office/powerpoint/2010/main" val="22788602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Instructor Aj Patwade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9EBD49C-97A1-8288-7B6D-21536910897C}"/>
              </a:ext>
            </a:extLst>
          </p:cNvPr>
          <p:cNvSpPr>
            <a:spLocks noGrp="1"/>
          </p:cNvSpPr>
          <p:nvPr>
            <p:ph type="ftr" sz="quarter" idx="10"/>
          </p:nvPr>
        </p:nvSpPr>
        <p:spPr/>
        <p:txBody>
          <a:bodyPr/>
          <a:lstStyle/>
          <a:p>
            <a:r>
              <a:rPr lang="en-US"/>
              <a:t>Copyright © 2026 9Expert Co., Ltd. All rights reserved.</a:t>
            </a:r>
            <a:endParaRPr lang="en-TH"/>
          </a:p>
        </p:txBody>
      </p:sp>
      <p:sp>
        <p:nvSpPr>
          <p:cNvPr id="4" name="Slide Number Placeholder 3">
            <a:extLst>
              <a:ext uri="{FF2B5EF4-FFF2-40B4-BE49-F238E27FC236}">
                <a16:creationId xmlns:a16="http://schemas.microsoft.com/office/drawing/2014/main" id="{8BCE8CEE-1C12-0799-2BBF-2820387FD3F1}"/>
              </a:ext>
            </a:extLst>
          </p:cNvPr>
          <p:cNvSpPr>
            <a:spLocks noGrp="1"/>
          </p:cNvSpPr>
          <p:nvPr>
            <p:ph type="sldNum" sz="quarter" idx="11"/>
          </p:nvPr>
        </p:nvSpPr>
        <p:spPr/>
        <p:txBody>
          <a:bodyPr/>
          <a:lstStyle/>
          <a:p>
            <a:fld id="{7B973119-0BF9-7444-941C-BCE2AFE6BE2E}" type="slidenum">
              <a:rPr lang="en-TH" smtClean="0"/>
              <a:t>‹#›</a:t>
            </a:fld>
            <a:endParaRPr lang="en-TH"/>
          </a:p>
        </p:txBody>
      </p:sp>
      <p:sp>
        <p:nvSpPr>
          <p:cNvPr id="13" name="TextBox 12">
            <a:extLst>
              <a:ext uri="{FF2B5EF4-FFF2-40B4-BE49-F238E27FC236}">
                <a16:creationId xmlns:a16="http://schemas.microsoft.com/office/drawing/2014/main" id="{0E311C4B-6AFD-B623-61C2-4610E20AE6E0}"/>
              </a:ext>
            </a:extLst>
          </p:cNvPr>
          <p:cNvSpPr txBox="1"/>
          <p:nvPr/>
        </p:nvSpPr>
        <p:spPr>
          <a:xfrm>
            <a:off x="838202" y="837905"/>
            <a:ext cx="6854455" cy="5182188"/>
          </a:xfrm>
          <a:prstGeom prst="rect">
            <a:avLst/>
          </a:prstGeom>
          <a:noFill/>
        </p:spPr>
        <p:txBody>
          <a:bodyPr wrap="square" rtlCol="0" anchor="ctr">
            <a:spAutoFit/>
          </a:bodyPr>
          <a:lstStyle/>
          <a:p>
            <a:pPr marL="0" indent="0">
              <a:lnSpc>
                <a:spcPct val="150000"/>
              </a:lnSpc>
              <a:spcBef>
                <a:spcPts val="0"/>
              </a:spcBef>
              <a:buFont typeface="Arial" panose="020B0604020202020204" pitchFamily="34" charset="0"/>
              <a:buNone/>
            </a:pPr>
            <a:r>
              <a:rPr lang="th-TH" sz="2400" b="1" dirty="0"/>
              <a:t>ประสบการณ์การทำงาน</a:t>
            </a:r>
            <a:r>
              <a:rPr lang="en-US" sz="2400" b="1" dirty="0"/>
              <a:t>:</a:t>
            </a:r>
            <a:endParaRPr lang="en-US" sz="2000" b="0" dirty="0"/>
          </a:p>
          <a:p>
            <a:pPr marL="457223" indent="-457223">
              <a:lnSpc>
                <a:spcPct val="150000"/>
              </a:lnSpc>
              <a:spcBef>
                <a:spcPts val="0"/>
              </a:spcBef>
              <a:buFont typeface="Arial" panose="020B0604020202020204" pitchFamily="34" charset="0"/>
              <a:buChar char="•"/>
            </a:pPr>
            <a:r>
              <a:rPr lang="th-TH" sz="1800" dirty="0"/>
              <a:t>บริษัท จีพีวีเอเซีย (ประเทศไทย) จำกัด</a:t>
            </a:r>
          </a:p>
          <a:p>
            <a:pPr marL="457223" indent="-457223">
              <a:lnSpc>
                <a:spcPct val="150000"/>
              </a:lnSpc>
              <a:spcBef>
                <a:spcPts val="0"/>
              </a:spcBef>
              <a:buFont typeface="Arial" panose="020B0604020202020204" pitchFamily="34" charset="0"/>
              <a:buChar char="•"/>
            </a:pPr>
            <a:r>
              <a:rPr lang="th-TH" sz="1800" dirty="0"/>
              <a:t>หลักสูตร </a:t>
            </a:r>
            <a:r>
              <a:rPr lang="en-US" sz="1800" dirty="0"/>
              <a:t>Microsoft Excel Advance</a:t>
            </a:r>
          </a:p>
          <a:p>
            <a:pPr marL="457223" indent="-457223">
              <a:lnSpc>
                <a:spcPct val="150000"/>
              </a:lnSpc>
              <a:spcBef>
                <a:spcPts val="0"/>
              </a:spcBef>
              <a:buFont typeface="Arial" panose="020B0604020202020204" pitchFamily="34" charset="0"/>
              <a:buChar char="•"/>
            </a:pPr>
            <a:r>
              <a:rPr lang="en-US" sz="1800" dirty="0"/>
              <a:t>ITC Training Center</a:t>
            </a:r>
          </a:p>
          <a:p>
            <a:pPr marL="457223" indent="-457223">
              <a:lnSpc>
                <a:spcPct val="150000"/>
              </a:lnSpc>
              <a:spcBef>
                <a:spcPts val="0"/>
              </a:spcBef>
              <a:buFont typeface="Arial" panose="020B0604020202020204" pitchFamily="34" charset="0"/>
              <a:buChar char="•"/>
            </a:pPr>
            <a:r>
              <a:rPr lang="th-TH" sz="1800" dirty="0"/>
              <a:t>หลักสูตร </a:t>
            </a:r>
            <a:r>
              <a:rPr lang="en-US" sz="1800" dirty="0"/>
              <a:t>Microsoft Office</a:t>
            </a:r>
          </a:p>
          <a:p>
            <a:pPr marL="457223" indent="-457223">
              <a:lnSpc>
                <a:spcPct val="150000"/>
              </a:lnSpc>
              <a:spcBef>
                <a:spcPts val="0"/>
              </a:spcBef>
              <a:buFont typeface="Arial" panose="020B0604020202020204" pitchFamily="34" charset="0"/>
              <a:buChar char="•"/>
            </a:pPr>
            <a:r>
              <a:rPr lang="th-TH" sz="1800" dirty="0"/>
              <a:t>บริษัท แสนสิริ จำกัด (มหาชน)</a:t>
            </a:r>
          </a:p>
          <a:p>
            <a:pPr marL="457223" indent="-457223">
              <a:lnSpc>
                <a:spcPct val="150000"/>
              </a:lnSpc>
              <a:spcBef>
                <a:spcPts val="0"/>
              </a:spcBef>
              <a:buFont typeface="Arial" panose="020B0604020202020204" pitchFamily="34" charset="0"/>
              <a:buChar char="•"/>
            </a:pPr>
            <a:r>
              <a:rPr lang="th-TH" sz="1800" dirty="0"/>
              <a:t>หลักสูตรการพัฒนาพนักงานด้วยโปรแกรม </a:t>
            </a:r>
            <a:r>
              <a:rPr lang="en-US" sz="1800" dirty="0"/>
              <a:t>Microsoft Excel</a:t>
            </a:r>
          </a:p>
          <a:p>
            <a:pPr marL="457223" indent="-457223">
              <a:lnSpc>
                <a:spcPct val="150000"/>
              </a:lnSpc>
              <a:spcBef>
                <a:spcPts val="0"/>
              </a:spcBef>
              <a:buFont typeface="Arial" panose="020B0604020202020204" pitchFamily="34" charset="0"/>
              <a:buChar char="•"/>
            </a:pPr>
            <a:r>
              <a:rPr lang="th-TH" sz="1800" dirty="0"/>
              <a:t>หลักสูตรการพัฒนาพนักงานด้วยโปรแกรม </a:t>
            </a:r>
            <a:r>
              <a:rPr lang="en-US" sz="1800" dirty="0"/>
              <a:t>Microsoft PowerPoint</a:t>
            </a:r>
          </a:p>
          <a:p>
            <a:pPr marL="457223" indent="-457223">
              <a:lnSpc>
                <a:spcPct val="150000"/>
              </a:lnSpc>
              <a:spcBef>
                <a:spcPts val="0"/>
              </a:spcBef>
              <a:buFont typeface="Arial" panose="020B0604020202020204" pitchFamily="34" charset="0"/>
              <a:buChar char="•"/>
            </a:pPr>
            <a:r>
              <a:rPr lang="th-TH" sz="1800" dirty="0"/>
              <a:t>หลักสูตรการพัฒนาพนักงานด้วยโปรแกรม </a:t>
            </a:r>
            <a:r>
              <a:rPr lang="en-US" sz="1800" dirty="0"/>
              <a:t>Microsoft Word</a:t>
            </a:r>
          </a:p>
          <a:p>
            <a:pPr marL="457223" indent="-457223">
              <a:lnSpc>
                <a:spcPct val="150000"/>
              </a:lnSpc>
              <a:spcBef>
                <a:spcPts val="0"/>
              </a:spcBef>
              <a:buFont typeface="Arial" panose="020B0604020202020204" pitchFamily="34" charset="0"/>
              <a:buChar char="•"/>
            </a:pPr>
            <a:r>
              <a:rPr lang="th-TH" sz="1800" dirty="0"/>
              <a:t>บริษัท </a:t>
            </a:r>
            <a:r>
              <a:rPr lang="en-US" sz="1800" dirty="0"/>
              <a:t>F&amp;N United Limited</a:t>
            </a:r>
          </a:p>
          <a:p>
            <a:pPr marL="457223" indent="-457223">
              <a:lnSpc>
                <a:spcPct val="150000"/>
              </a:lnSpc>
              <a:spcBef>
                <a:spcPts val="0"/>
              </a:spcBef>
              <a:buFont typeface="Arial" panose="020B0604020202020204" pitchFamily="34" charset="0"/>
              <a:buChar char="•"/>
            </a:pPr>
            <a:r>
              <a:rPr lang="th-TH" sz="1800" dirty="0"/>
              <a:t>หลักสูตรการใช้ </a:t>
            </a:r>
            <a:r>
              <a:rPr lang="en-US" sz="1800" dirty="0"/>
              <a:t>Microsoft Project</a:t>
            </a:r>
          </a:p>
          <a:p>
            <a:pPr marL="457223" indent="-457223">
              <a:lnSpc>
                <a:spcPct val="150000"/>
              </a:lnSpc>
              <a:spcBef>
                <a:spcPts val="0"/>
              </a:spcBef>
              <a:buFont typeface="Arial" panose="020B0604020202020204" pitchFamily="34" charset="0"/>
              <a:buChar char="•"/>
            </a:pPr>
            <a:r>
              <a:rPr lang="th-TH" sz="1800" dirty="0"/>
              <a:t>หลักสูตรการใช้ </a:t>
            </a:r>
            <a:r>
              <a:rPr lang="en-US" sz="1800" dirty="0"/>
              <a:t>Microsoft Project Online</a:t>
            </a:r>
            <a:endParaRPr lang="th-TH" sz="1800" dirty="0"/>
          </a:p>
        </p:txBody>
      </p:sp>
    </p:spTree>
    <p:extLst>
      <p:ext uri="{BB962C8B-B14F-4D97-AF65-F5344CB8AC3E}">
        <p14:creationId xmlns:p14="http://schemas.microsoft.com/office/powerpoint/2010/main" val="995158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Instructor_Thowithu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94BFA45-760C-1A59-7C4F-EEA2A21B4AD9}"/>
              </a:ext>
            </a:extLst>
          </p:cNvPr>
          <p:cNvSpPr>
            <a:spLocks noGrp="1"/>
          </p:cNvSpPr>
          <p:nvPr>
            <p:ph type="ftr" sz="quarter" idx="10"/>
          </p:nvPr>
        </p:nvSpPr>
        <p:spPr/>
        <p:txBody>
          <a:bodyPr/>
          <a:lstStyle/>
          <a:p>
            <a:r>
              <a:rPr lang="en-US"/>
              <a:t>Copyright © 2026 9Expert Co., Ltd. All rights reserved.</a:t>
            </a:r>
            <a:endParaRPr lang="en-TH" dirty="0"/>
          </a:p>
        </p:txBody>
      </p:sp>
      <p:sp>
        <p:nvSpPr>
          <p:cNvPr id="4" name="Slide Number Placeholder 3">
            <a:extLst>
              <a:ext uri="{FF2B5EF4-FFF2-40B4-BE49-F238E27FC236}">
                <a16:creationId xmlns:a16="http://schemas.microsoft.com/office/drawing/2014/main" id="{B682BE27-10D6-5B17-909F-540BA2361886}"/>
              </a:ext>
            </a:extLst>
          </p:cNvPr>
          <p:cNvSpPr>
            <a:spLocks noGrp="1"/>
          </p:cNvSpPr>
          <p:nvPr>
            <p:ph type="sldNum" sz="quarter" idx="11"/>
          </p:nvPr>
        </p:nvSpPr>
        <p:spPr/>
        <p:txBody>
          <a:bodyPr/>
          <a:lstStyle/>
          <a:p>
            <a:fld id="{7B973119-0BF9-7444-941C-BCE2AFE6BE2E}" type="slidenum">
              <a:rPr lang="en-TH" smtClean="0"/>
              <a:pPr/>
              <a:t>‹#›</a:t>
            </a:fld>
            <a:endParaRPr lang="en-TH"/>
          </a:p>
        </p:txBody>
      </p:sp>
      <p:sp>
        <p:nvSpPr>
          <p:cNvPr id="5" name="TextBox 4">
            <a:extLst>
              <a:ext uri="{FF2B5EF4-FFF2-40B4-BE49-F238E27FC236}">
                <a16:creationId xmlns:a16="http://schemas.microsoft.com/office/drawing/2014/main" id="{825367D3-666D-0CC7-F0CD-283F252B3EBE}"/>
              </a:ext>
            </a:extLst>
          </p:cNvPr>
          <p:cNvSpPr txBox="1"/>
          <p:nvPr/>
        </p:nvSpPr>
        <p:spPr bwMode="black">
          <a:xfrm>
            <a:off x="5188137" y="1759957"/>
            <a:ext cx="6304330" cy="718658"/>
          </a:xfrm>
          <a:prstGeom prst="rect">
            <a:avLst/>
          </a:prstGeom>
          <a:noFill/>
        </p:spPr>
        <p:txBody>
          <a:bodyPr wrap="square" rtlCol="0" anchor="ctr">
            <a:spAutoFit/>
          </a:bodyPr>
          <a:lstStyle/>
          <a:p>
            <a:pPr algn="ctr" defTabSz="914423" rtl="0" eaLnBrk="1" latinLnBrk="0" hangingPunct="1">
              <a:lnSpc>
                <a:spcPct val="90000"/>
              </a:lnSpc>
              <a:spcBef>
                <a:spcPct val="0"/>
              </a:spcBef>
              <a:buNone/>
            </a:pPr>
            <a:r>
              <a:rPr lang="th-TH" sz="4400" b="1" kern="1200" dirty="0">
                <a:solidFill>
                  <a:schemeClr val="accent2"/>
                </a:solidFill>
                <a:latin typeface="+mn-lt"/>
                <a:ea typeface="+mj-ea"/>
                <a:cs typeface="LINE Seed Sans TH" panose="020B0303020203020204" pitchFamily="34" charset="-34"/>
              </a:rPr>
              <a:t>โทวิทูร เอื้อประเสริฐวณิช</a:t>
            </a:r>
            <a:endParaRPr lang="en-US" sz="4400" b="1" kern="1200" dirty="0">
              <a:solidFill>
                <a:schemeClr val="accent2"/>
              </a:solidFill>
              <a:latin typeface="+mn-lt"/>
              <a:ea typeface="+mj-ea"/>
              <a:cs typeface="LINE Seed Sans TH" panose="020B0303020203020204" pitchFamily="34" charset="-34"/>
            </a:endParaRPr>
          </a:p>
        </p:txBody>
      </p:sp>
      <p:sp>
        <p:nvSpPr>
          <p:cNvPr id="6" name="TextBox 5">
            <a:extLst>
              <a:ext uri="{FF2B5EF4-FFF2-40B4-BE49-F238E27FC236}">
                <a16:creationId xmlns:a16="http://schemas.microsoft.com/office/drawing/2014/main" id="{34334F0B-DD1F-72AB-1E06-42244D6FD344}"/>
              </a:ext>
            </a:extLst>
          </p:cNvPr>
          <p:cNvSpPr txBox="1"/>
          <p:nvPr/>
        </p:nvSpPr>
        <p:spPr>
          <a:xfrm>
            <a:off x="5188137" y="2542571"/>
            <a:ext cx="6304329" cy="800219"/>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th-TH" sz="1600" dirty="0">
                <a:solidFill>
                  <a:schemeClr val="tx1"/>
                </a:solidFill>
              </a:rPr>
              <a:t>วิทยากร </a:t>
            </a:r>
            <a:r>
              <a:rPr lang="en-US" sz="1600" dirty="0">
                <a:solidFill>
                  <a:schemeClr val="tx1"/>
                </a:solidFill>
              </a:rPr>
              <a:t>9Expert Training</a:t>
            </a:r>
            <a:r>
              <a:rPr lang="th-TH" sz="1600" dirty="0">
                <a:solidFill>
                  <a:schemeClr val="tx1"/>
                </a:solidFill>
              </a:rPr>
              <a:t> กลุ่มหลักสูตร </a:t>
            </a:r>
            <a:br>
              <a:rPr lang="th-TH" sz="1600" dirty="0">
                <a:solidFill>
                  <a:schemeClr val="tx1"/>
                </a:solidFill>
              </a:rPr>
            </a:br>
            <a:r>
              <a:rPr lang="en-US" sz="1600" dirty="0">
                <a:solidFill>
                  <a:schemeClr val="tx1"/>
                </a:solidFill>
              </a:rPr>
              <a:t>Microsoft</a:t>
            </a:r>
            <a:r>
              <a:rPr lang="th-TH" sz="1600" dirty="0">
                <a:solidFill>
                  <a:schemeClr val="tx1"/>
                </a:solidFill>
              </a:rPr>
              <a:t> </a:t>
            </a:r>
            <a:r>
              <a:rPr lang="en-US" sz="1600" dirty="0">
                <a:solidFill>
                  <a:schemeClr val="tx1"/>
                </a:solidFill>
              </a:rPr>
              <a:t>PowerPoint, Microsoft Copilot, Canva, AI</a:t>
            </a:r>
            <a:endParaRPr lang="en-US" sz="1200" dirty="0">
              <a:solidFill>
                <a:schemeClr val="tx1"/>
              </a:solidFill>
            </a:endParaRPr>
          </a:p>
        </p:txBody>
      </p:sp>
      <p:sp>
        <p:nvSpPr>
          <p:cNvPr id="7" name="TextBox 6">
            <a:extLst>
              <a:ext uri="{FF2B5EF4-FFF2-40B4-BE49-F238E27FC236}">
                <a16:creationId xmlns:a16="http://schemas.microsoft.com/office/drawing/2014/main" id="{A0545DD5-834B-9B9D-305D-03EDC8CADD9D}"/>
              </a:ext>
            </a:extLst>
          </p:cNvPr>
          <p:cNvSpPr txBox="1"/>
          <p:nvPr/>
        </p:nvSpPr>
        <p:spPr>
          <a:xfrm>
            <a:off x="5396466" y="3342790"/>
            <a:ext cx="6096000" cy="2646878"/>
          </a:xfrm>
          <a:prstGeom prst="rect">
            <a:avLst/>
          </a:prstGeom>
          <a:noFill/>
        </p:spPr>
        <p:txBody>
          <a:bodyPr wrap="square">
            <a:spAutoFit/>
          </a:bodyPr>
          <a:lstStyle/>
          <a:p>
            <a:pPr marL="457223" indent="-457223">
              <a:lnSpc>
                <a:spcPct val="150000"/>
              </a:lnSpc>
              <a:spcBef>
                <a:spcPts val="0"/>
              </a:spcBef>
              <a:buFont typeface="Arial" panose="020B0604020202020204" pitchFamily="34" charset="0"/>
              <a:buChar char="•"/>
            </a:pPr>
            <a:r>
              <a:rPr lang="en-US" sz="1600" dirty="0"/>
              <a:t>Microsoft Certified Trainer</a:t>
            </a:r>
          </a:p>
          <a:p>
            <a:pPr marL="457223" indent="-457223">
              <a:lnSpc>
                <a:spcPct val="150000"/>
              </a:lnSpc>
              <a:spcBef>
                <a:spcPts val="0"/>
              </a:spcBef>
              <a:buFont typeface="Arial" panose="020B0604020202020204" pitchFamily="34" charset="0"/>
              <a:buChar char="•"/>
            </a:pPr>
            <a:r>
              <a:rPr lang="en-US" sz="1600" dirty="0"/>
              <a:t>Adobe Photoshop Certified Expert (ACE)</a:t>
            </a:r>
          </a:p>
          <a:p>
            <a:pPr marL="457223" indent="-457223">
              <a:lnSpc>
                <a:spcPct val="150000"/>
              </a:lnSpc>
              <a:spcBef>
                <a:spcPts val="0"/>
              </a:spcBef>
              <a:buFont typeface="Arial" panose="020B0604020202020204" pitchFamily="34" charset="0"/>
              <a:buChar char="•"/>
            </a:pPr>
            <a:r>
              <a:rPr lang="en-US" sz="1600" dirty="0"/>
              <a:t>Adobe Certified </a:t>
            </a:r>
            <a:br>
              <a:rPr lang="en-US" sz="1600" dirty="0"/>
            </a:br>
            <a:r>
              <a:rPr lang="en-US" sz="1600" dirty="0"/>
              <a:t>Associate Web Design Specialist CS6</a:t>
            </a:r>
          </a:p>
          <a:p>
            <a:pPr marL="457223" indent="-457223">
              <a:lnSpc>
                <a:spcPct val="150000"/>
              </a:lnSpc>
              <a:spcBef>
                <a:spcPts val="0"/>
              </a:spcBef>
              <a:buFont typeface="Arial" panose="020B0604020202020204" pitchFamily="34" charset="0"/>
              <a:buChar char="•"/>
            </a:pPr>
            <a:r>
              <a:rPr lang="en-US" sz="1600" dirty="0"/>
              <a:t>Internet and Computing Core Certification </a:t>
            </a:r>
            <a:br>
              <a:rPr lang="en-US" sz="1600" dirty="0"/>
            </a:br>
            <a:r>
              <a:rPr lang="en-US" sz="1600" dirty="0"/>
              <a:t>333/334/335</a:t>
            </a:r>
          </a:p>
          <a:p>
            <a:pPr marL="457223" indent="-457223">
              <a:lnSpc>
                <a:spcPct val="150000"/>
              </a:lnSpc>
              <a:spcBef>
                <a:spcPts val="0"/>
              </a:spcBef>
              <a:buFont typeface="Arial" panose="020B0604020202020204" pitchFamily="34" charset="0"/>
              <a:buChar char="•"/>
            </a:pPr>
            <a:r>
              <a:rPr lang="en-US" sz="1600" dirty="0"/>
              <a:t>Microsoft Office Specialist Certified</a:t>
            </a:r>
          </a:p>
        </p:txBody>
      </p:sp>
      <p:sp>
        <p:nvSpPr>
          <p:cNvPr id="8" name="Oval 7">
            <a:extLst>
              <a:ext uri="{FF2B5EF4-FFF2-40B4-BE49-F238E27FC236}">
                <a16:creationId xmlns:a16="http://schemas.microsoft.com/office/drawing/2014/main" id="{F33000B6-8C2C-3493-1A0C-9FBE4B98DA57}"/>
              </a:ext>
            </a:extLst>
          </p:cNvPr>
          <p:cNvSpPr/>
          <p:nvPr/>
        </p:nvSpPr>
        <p:spPr bwMode="ltGray">
          <a:xfrm>
            <a:off x="955609" y="1765088"/>
            <a:ext cx="3962400" cy="3962400"/>
          </a:xfrm>
          <a:prstGeom prst="ellipse">
            <a:avLst/>
          </a:prstGeom>
          <a:gradFill flip="none" rotWithShape="1">
            <a:gsLst>
              <a:gs pos="0">
                <a:schemeClr val="accent3"/>
              </a:gs>
              <a:gs pos="50000">
                <a:schemeClr val="accent2"/>
              </a:gs>
              <a:gs pos="97000">
                <a:schemeClr val="accent1"/>
              </a:gs>
            </a:gsLst>
            <a:lin ang="2700000" scaled="1"/>
            <a:tileRect/>
          </a:gra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14" name="Picture 13">
            <a:extLst>
              <a:ext uri="{FF2B5EF4-FFF2-40B4-BE49-F238E27FC236}">
                <a16:creationId xmlns:a16="http://schemas.microsoft.com/office/drawing/2014/main" id="{0725CF19-67CB-BC7A-DB5E-8EE380D555F9}"/>
              </a:ext>
            </a:extLst>
          </p:cNvPr>
          <p:cNvPicPr>
            <a:picLocks noChangeAspect="1"/>
          </p:cNvPicPr>
          <p:nvPr/>
        </p:nvPicPr>
        <p:blipFill>
          <a:blip r:embed="rId3">
            <a:extLst>
              <a:ext uri="{28A0092B-C50C-407E-A947-70E740481C1C}">
                <a14:useLocalDpi xmlns:a14="http://schemas.microsoft.com/office/drawing/2010/main" val="0"/>
              </a:ext>
            </a:extLst>
          </a:blip>
          <a:srcRect b="473"/>
          <a:stretch>
            <a:fillRect/>
          </a:stretch>
        </p:blipFill>
        <p:spPr>
          <a:xfrm>
            <a:off x="1140707" y="1270754"/>
            <a:ext cx="3592205" cy="4478031"/>
          </a:xfrm>
          <a:custGeom>
            <a:avLst/>
            <a:gdLst>
              <a:gd name="csX0" fmla="*/ 1146522 w 3592205"/>
              <a:gd name="csY0" fmla="*/ 0 h 4478031"/>
              <a:gd name="csX1" fmla="*/ 2457585 w 3592205"/>
              <a:gd name="csY1" fmla="*/ 0 h 4478031"/>
              <a:gd name="csX2" fmla="*/ 2560288 w 3592205"/>
              <a:gd name="csY2" fmla="*/ 124477 h 4478031"/>
              <a:gd name="csX3" fmla="*/ 2716453 w 3592205"/>
              <a:gd name="csY3" fmla="*/ 635727 h 4478031"/>
              <a:gd name="csX4" fmla="*/ 2711732 w 3592205"/>
              <a:gd name="csY4" fmla="*/ 729219 h 4478031"/>
              <a:gd name="csX5" fmla="*/ 2710070 w 3592205"/>
              <a:gd name="csY5" fmla="*/ 740112 h 4478031"/>
              <a:gd name="csX6" fmla="*/ 2740460 w 3592205"/>
              <a:gd name="csY6" fmla="*/ 754751 h 4478031"/>
              <a:gd name="csX7" fmla="*/ 3555059 w 3592205"/>
              <a:gd name="csY7" fmla="*/ 1584227 h 4478031"/>
              <a:gd name="csX8" fmla="*/ 3592205 w 3592205"/>
              <a:gd name="csY8" fmla="*/ 1661931 h 4478031"/>
              <a:gd name="csX9" fmla="*/ 3592205 w 3592205"/>
              <a:gd name="csY9" fmla="*/ 3329044 h 4478031"/>
              <a:gd name="csX10" fmla="*/ 3538182 w 3592205"/>
              <a:gd name="csY10" fmla="*/ 3441189 h 4478031"/>
              <a:gd name="csX11" fmla="*/ 1796102 w 3592205"/>
              <a:gd name="csY11" fmla="*/ 4478031 h 4478031"/>
              <a:gd name="csX12" fmla="*/ 54022 w 3592205"/>
              <a:gd name="csY12" fmla="*/ 3441189 h 4478031"/>
              <a:gd name="csX13" fmla="*/ 0 w 3592205"/>
              <a:gd name="csY13" fmla="*/ 3329046 h 4478031"/>
              <a:gd name="csX14" fmla="*/ 0 w 3592205"/>
              <a:gd name="csY14" fmla="*/ 1661929 h 4478031"/>
              <a:gd name="csX15" fmla="*/ 37145 w 3592205"/>
              <a:gd name="csY15" fmla="*/ 1584227 h 4478031"/>
              <a:gd name="csX16" fmla="*/ 851744 w 3592205"/>
              <a:gd name="csY16" fmla="*/ 754751 h 4478031"/>
              <a:gd name="csX17" fmla="*/ 893221 w 3592205"/>
              <a:gd name="csY17" fmla="*/ 734771 h 4478031"/>
              <a:gd name="csX18" fmla="*/ 892374 w 3592205"/>
              <a:gd name="csY18" fmla="*/ 729219 h 4478031"/>
              <a:gd name="csX19" fmla="*/ 887653 w 3592205"/>
              <a:gd name="csY19" fmla="*/ 635727 h 4478031"/>
              <a:gd name="csX20" fmla="*/ 1043818 w 3592205"/>
              <a:gd name="csY20" fmla="*/ 124477 h 44780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592205" h="4478031">
                <a:moveTo>
                  <a:pt x="1146522" y="0"/>
                </a:moveTo>
                <a:lnTo>
                  <a:pt x="2457585" y="0"/>
                </a:lnTo>
                <a:lnTo>
                  <a:pt x="2560288" y="124477"/>
                </a:lnTo>
                <a:cubicBezTo>
                  <a:pt x="2658882" y="270417"/>
                  <a:pt x="2716453" y="446349"/>
                  <a:pt x="2716453" y="635727"/>
                </a:cubicBezTo>
                <a:cubicBezTo>
                  <a:pt x="2716453" y="667290"/>
                  <a:pt x="2714854" y="698480"/>
                  <a:pt x="2711732" y="729219"/>
                </a:cubicBezTo>
                <a:lnTo>
                  <a:pt x="2710070" y="740112"/>
                </a:lnTo>
                <a:lnTo>
                  <a:pt x="2740460" y="754751"/>
                </a:lnTo>
                <a:cubicBezTo>
                  <a:pt x="3087854" y="943467"/>
                  <a:pt x="3372493" y="1233065"/>
                  <a:pt x="3555059" y="1584227"/>
                </a:cubicBezTo>
                <a:lnTo>
                  <a:pt x="3592205" y="1661931"/>
                </a:lnTo>
                <a:lnTo>
                  <a:pt x="3592205" y="3329044"/>
                </a:lnTo>
                <a:lnTo>
                  <a:pt x="3538182" y="3441189"/>
                </a:lnTo>
                <a:cubicBezTo>
                  <a:pt x="3202687" y="4058779"/>
                  <a:pt x="2548356" y="4478031"/>
                  <a:pt x="1796102" y="4478031"/>
                </a:cubicBezTo>
                <a:cubicBezTo>
                  <a:pt x="1043849" y="4478031"/>
                  <a:pt x="389517" y="4058779"/>
                  <a:pt x="54022" y="3441189"/>
                </a:cubicBezTo>
                <a:lnTo>
                  <a:pt x="0" y="3329046"/>
                </a:lnTo>
                <a:lnTo>
                  <a:pt x="0" y="1661929"/>
                </a:lnTo>
                <a:lnTo>
                  <a:pt x="37145" y="1584227"/>
                </a:lnTo>
                <a:cubicBezTo>
                  <a:pt x="219711" y="1233065"/>
                  <a:pt x="504350" y="943467"/>
                  <a:pt x="851744" y="754751"/>
                </a:cubicBezTo>
                <a:lnTo>
                  <a:pt x="893221" y="734771"/>
                </a:lnTo>
                <a:lnTo>
                  <a:pt x="892374" y="729219"/>
                </a:lnTo>
                <a:cubicBezTo>
                  <a:pt x="889252" y="698480"/>
                  <a:pt x="887653" y="667290"/>
                  <a:pt x="887653" y="635727"/>
                </a:cubicBezTo>
                <a:cubicBezTo>
                  <a:pt x="887653" y="446349"/>
                  <a:pt x="945224" y="270417"/>
                  <a:pt x="1043818" y="124477"/>
                </a:cubicBezTo>
                <a:close/>
              </a:path>
            </a:pathLst>
          </a:custGeom>
        </p:spPr>
      </p:pic>
    </p:spTree>
    <p:extLst>
      <p:ext uri="{BB962C8B-B14F-4D97-AF65-F5344CB8AC3E}">
        <p14:creationId xmlns:p14="http://schemas.microsoft.com/office/powerpoint/2010/main" val="20092734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nstructor Aj Thowithu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92433F9-BF92-8EC8-19E3-6EC6074C66E4}"/>
              </a:ext>
            </a:extLst>
          </p:cNvPr>
          <p:cNvSpPr>
            <a:spLocks noGrp="1"/>
          </p:cNvSpPr>
          <p:nvPr>
            <p:ph type="ftr" sz="quarter" idx="10"/>
          </p:nvPr>
        </p:nvSpPr>
        <p:spPr/>
        <p:txBody>
          <a:bodyPr/>
          <a:lstStyle/>
          <a:p>
            <a:r>
              <a:rPr lang="en-US"/>
              <a:t>Copyright © 2026 9Expert Co., Ltd. All rights reserved.</a:t>
            </a:r>
            <a:endParaRPr lang="en-TH" dirty="0"/>
          </a:p>
        </p:txBody>
      </p:sp>
      <p:sp>
        <p:nvSpPr>
          <p:cNvPr id="4" name="Slide Number Placeholder 3">
            <a:extLst>
              <a:ext uri="{FF2B5EF4-FFF2-40B4-BE49-F238E27FC236}">
                <a16:creationId xmlns:a16="http://schemas.microsoft.com/office/drawing/2014/main" id="{758A8628-59FA-E43E-B5BD-6822458FFD37}"/>
              </a:ext>
            </a:extLst>
          </p:cNvPr>
          <p:cNvSpPr>
            <a:spLocks noGrp="1"/>
          </p:cNvSpPr>
          <p:nvPr>
            <p:ph type="sldNum" sz="quarter" idx="11"/>
          </p:nvPr>
        </p:nvSpPr>
        <p:spPr/>
        <p:txBody>
          <a:bodyPr/>
          <a:lstStyle/>
          <a:p>
            <a:fld id="{7B973119-0BF9-7444-941C-BCE2AFE6BE2E}" type="slidenum">
              <a:rPr lang="en-TH" smtClean="0"/>
              <a:t>‹#›</a:t>
            </a:fld>
            <a:endParaRPr lang="en-TH"/>
          </a:p>
        </p:txBody>
      </p:sp>
      <p:sp>
        <p:nvSpPr>
          <p:cNvPr id="7" name="TextBox 6">
            <a:extLst>
              <a:ext uri="{FF2B5EF4-FFF2-40B4-BE49-F238E27FC236}">
                <a16:creationId xmlns:a16="http://schemas.microsoft.com/office/drawing/2014/main" id="{C721691E-BB50-53CE-9263-647DBB6CDA9A}"/>
              </a:ext>
            </a:extLst>
          </p:cNvPr>
          <p:cNvSpPr txBox="1"/>
          <p:nvPr/>
        </p:nvSpPr>
        <p:spPr>
          <a:xfrm>
            <a:off x="803910" y="1879635"/>
            <a:ext cx="5730611" cy="3098733"/>
          </a:xfrm>
          <a:prstGeom prst="rect">
            <a:avLst/>
          </a:prstGeom>
          <a:noFill/>
        </p:spPr>
        <p:txBody>
          <a:bodyPr wrap="square" rtlCol="0" anchor="ctr">
            <a:spAutoFit/>
          </a:bodyPr>
          <a:lstStyle/>
          <a:p>
            <a:pPr marL="0" indent="0">
              <a:lnSpc>
                <a:spcPct val="150000"/>
              </a:lnSpc>
              <a:spcBef>
                <a:spcPts val="0"/>
              </a:spcBef>
              <a:buFont typeface="Arial" panose="020B0604020202020204" pitchFamily="34" charset="0"/>
              <a:buNone/>
            </a:pPr>
            <a:r>
              <a:rPr lang="th-TH" sz="2400" b="1" dirty="0"/>
              <a:t>ประสบการณ์การทำงาน</a:t>
            </a:r>
            <a:r>
              <a:rPr lang="en-US" sz="2400" b="1" dirty="0"/>
              <a:t>:</a:t>
            </a:r>
            <a:endParaRPr lang="en-US" sz="2000" b="0" dirty="0"/>
          </a:p>
          <a:p>
            <a:pPr marL="457223" indent="-457223">
              <a:lnSpc>
                <a:spcPct val="150000"/>
              </a:lnSpc>
              <a:spcBef>
                <a:spcPts val="0"/>
              </a:spcBef>
              <a:buFont typeface="Arial" panose="020B0604020202020204" pitchFamily="34" charset="0"/>
              <a:buChar char="•"/>
            </a:pPr>
            <a:r>
              <a:rPr lang="th-TH" sz="1800" dirty="0"/>
              <a:t>วิทยากร บริษัทเอกชนชั้นนำ เช่น  โลตัส, เอสซี แอส</a:t>
            </a:r>
            <a:r>
              <a:rPr lang="th-TH" sz="1800" dirty="0" err="1"/>
              <a:t>เสท</a:t>
            </a:r>
            <a:r>
              <a:rPr lang="th-TH" sz="1800" dirty="0"/>
              <a:t>, ธนาคารธนชาติ, ช่อง 5, </a:t>
            </a:r>
            <a:r>
              <a:rPr lang="en-US" sz="1800" dirty="0"/>
              <a:t>MCOT, TOT </a:t>
            </a:r>
          </a:p>
          <a:p>
            <a:pPr marL="457223" indent="-457223">
              <a:lnSpc>
                <a:spcPct val="150000"/>
              </a:lnSpc>
              <a:spcBef>
                <a:spcPts val="0"/>
              </a:spcBef>
              <a:buFont typeface="Arial" panose="020B0604020202020204" pitchFamily="34" charset="0"/>
              <a:buChar char="•"/>
            </a:pPr>
            <a:r>
              <a:rPr lang="en-US" sz="1800" dirty="0"/>
              <a:t>Creative Groups Head, Graphic Design, Creative  </a:t>
            </a:r>
            <a:r>
              <a:rPr lang="th-TH" sz="1800" dirty="0"/>
              <a:t>บ.</a:t>
            </a:r>
            <a:r>
              <a:rPr lang="th-TH" sz="1800" dirty="0" err="1"/>
              <a:t>วั</a:t>
            </a:r>
            <a:r>
              <a:rPr lang="th-TH" sz="1800" dirty="0"/>
              <a:t>ตนกูล กรุ๊ป, </a:t>
            </a:r>
            <a:br>
              <a:rPr lang="th-TH" sz="1800" dirty="0"/>
            </a:br>
            <a:r>
              <a:rPr lang="th-TH" sz="1800" dirty="0"/>
              <a:t>เอทีม สปอร์ต แอนด์ คอมมูนิเค</a:t>
            </a:r>
            <a:r>
              <a:rPr lang="th-TH" sz="1800" dirty="0" err="1"/>
              <a:t>ชั่น</a:t>
            </a:r>
            <a:endParaRPr lang="th-TH" sz="1800" dirty="0"/>
          </a:p>
          <a:p>
            <a:pPr marL="457223" indent="-457223">
              <a:lnSpc>
                <a:spcPct val="150000"/>
              </a:lnSpc>
              <a:spcBef>
                <a:spcPts val="0"/>
              </a:spcBef>
              <a:buFont typeface="Arial" panose="020B0604020202020204" pitchFamily="34" charset="0"/>
              <a:buChar char="•"/>
            </a:pPr>
            <a:r>
              <a:rPr lang="th-TH" sz="1800" dirty="0"/>
              <a:t>นักเขียน , กองบรรณาธิการ นิตยสารกราฟิก</a:t>
            </a:r>
          </a:p>
        </p:txBody>
      </p:sp>
      <p:pic>
        <p:nvPicPr>
          <p:cNvPr id="8" name="Picture 2">
            <a:extLst>
              <a:ext uri="{FF2B5EF4-FFF2-40B4-BE49-F238E27FC236}">
                <a16:creationId xmlns:a16="http://schemas.microsoft.com/office/drawing/2014/main" id="{9925F543-2A9F-5ED1-0739-51DEBF7C05C9}"/>
              </a:ext>
            </a:extLst>
          </p:cNvPr>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9321718" y="824258"/>
            <a:ext cx="1977218" cy="137489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a:extLst>
              <a:ext uri="{FF2B5EF4-FFF2-40B4-BE49-F238E27FC236}">
                <a16:creationId xmlns:a16="http://schemas.microsoft.com/office/drawing/2014/main" id="{127C8C63-8261-E484-EBD4-93748D3D9FB8}"/>
              </a:ext>
            </a:extLst>
          </p:cNvPr>
          <p:cNvPicPr>
            <a:picLocks noChangeAspect="1" noChangeArrowheads="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7239357" y="847794"/>
            <a:ext cx="1943371" cy="1351363"/>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6239A12F-E9C5-C7ED-928D-34B40AFF8695}"/>
              </a:ext>
            </a:extLst>
          </p:cNvPr>
          <p:cNvGrpSpPr/>
          <p:nvPr/>
        </p:nvGrpSpPr>
        <p:grpSpPr>
          <a:xfrm>
            <a:off x="6862508" y="5054451"/>
            <a:ext cx="4491294" cy="895776"/>
            <a:chOff x="252484" y="3296725"/>
            <a:chExt cx="4349804" cy="955475"/>
          </a:xfrm>
        </p:grpSpPr>
        <p:pic>
          <p:nvPicPr>
            <p:cNvPr id="11" name="Picture 4">
              <a:extLst>
                <a:ext uri="{FF2B5EF4-FFF2-40B4-BE49-F238E27FC236}">
                  <a16:creationId xmlns:a16="http://schemas.microsoft.com/office/drawing/2014/main" id="{B1F17182-B8D3-5D3D-53E6-F91EA00E275B}"/>
                </a:ext>
              </a:extLst>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252484" y="3296725"/>
              <a:ext cx="955475" cy="9554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5">
              <a:extLst>
                <a:ext uri="{FF2B5EF4-FFF2-40B4-BE49-F238E27FC236}">
                  <a16:creationId xmlns:a16="http://schemas.microsoft.com/office/drawing/2014/main" id="{93CCBD1A-2023-1FDD-0DA6-A1B497460791}"/>
                </a:ext>
              </a:extLst>
            </p:cNvPr>
            <p:cNvPicPr>
              <a:picLocks noChangeAspect="1" noChangeArrowheads="1"/>
            </p:cNvPicPr>
            <p:nvPr/>
          </p:nvPicPr>
          <p:blipFill>
            <a:blip r:embed="rId6" cstate="screen">
              <a:extLst>
                <a:ext uri="{28A0092B-C50C-407E-A947-70E740481C1C}">
                  <a14:useLocalDpi xmlns:a14="http://schemas.microsoft.com/office/drawing/2010/main" val="0"/>
                </a:ext>
              </a:extLst>
            </a:blip>
            <a:srcRect/>
            <a:stretch>
              <a:fillRect/>
            </a:stretch>
          </p:blipFill>
          <p:spPr bwMode="auto">
            <a:xfrm>
              <a:off x="1103894" y="3296725"/>
              <a:ext cx="955475" cy="955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a:extLst>
                <a:ext uri="{FF2B5EF4-FFF2-40B4-BE49-F238E27FC236}">
                  <a16:creationId xmlns:a16="http://schemas.microsoft.com/office/drawing/2014/main" id="{6FE1911C-057E-A6FF-E8F5-E5B0C2F8828E}"/>
                </a:ext>
              </a:extLst>
            </p:cNvPr>
            <p:cNvPicPr>
              <a:picLocks noChangeAspect="1" noChangeArrowheads="1"/>
            </p:cNvPicPr>
            <p:nvPr/>
          </p:nvPicPr>
          <p:blipFill>
            <a:blip r:embed="rId7" cstate="screen">
              <a:extLst>
                <a:ext uri="{28A0092B-C50C-407E-A947-70E740481C1C}">
                  <a14:useLocalDpi xmlns:a14="http://schemas.microsoft.com/office/drawing/2010/main" val="0"/>
                </a:ext>
              </a:extLst>
            </a:blip>
            <a:srcRect/>
            <a:stretch>
              <a:fillRect/>
            </a:stretch>
          </p:blipFill>
          <p:spPr bwMode="auto">
            <a:xfrm>
              <a:off x="1955304" y="3296725"/>
              <a:ext cx="955475" cy="95547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7">
              <a:extLst>
                <a:ext uri="{FF2B5EF4-FFF2-40B4-BE49-F238E27FC236}">
                  <a16:creationId xmlns:a16="http://schemas.microsoft.com/office/drawing/2014/main" id="{A12B1CD9-8367-0FF6-7DA6-CEBBBBBEA4A2}"/>
                </a:ext>
              </a:extLst>
            </p:cNvPr>
            <p:cNvPicPr>
              <a:picLocks noChangeAspect="1" noChangeArrowheads="1"/>
            </p:cNvPicPr>
            <p:nvPr/>
          </p:nvPicPr>
          <p:blipFill>
            <a:blip r:embed="rId8" cstate="screen">
              <a:extLst>
                <a:ext uri="{28A0092B-C50C-407E-A947-70E740481C1C}">
                  <a14:useLocalDpi xmlns:a14="http://schemas.microsoft.com/office/drawing/2010/main" val="0"/>
                </a:ext>
              </a:extLst>
            </a:blip>
            <a:srcRect/>
            <a:stretch>
              <a:fillRect/>
            </a:stretch>
          </p:blipFill>
          <p:spPr bwMode="auto">
            <a:xfrm>
              <a:off x="2807294" y="3296725"/>
              <a:ext cx="955475" cy="95547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a:extLst>
                <a:ext uri="{FF2B5EF4-FFF2-40B4-BE49-F238E27FC236}">
                  <a16:creationId xmlns:a16="http://schemas.microsoft.com/office/drawing/2014/main" id="{0F0E293B-4776-B6BA-9360-8AE6E1C95071}"/>
                </a:ext>
              </a:extLst>
            </p:cNvPr>
            <p:cNvPicPr>
              <a:picLocks noChangeAspect="1" noChangeArrowheads="1"/>
            </p:cNvPicPr>
            <p:nvPr/>
          </p:nvPicPr>
          <p:blipFill>
            <a:blip r:embed="rId9" cstate="screen">
              <a:extLst>
                <a:ext uri="{28A0092B-C50C-407E-A947-70E740481C1C}">
                  <a14:useLocalDpi xmlns:a14="http://schemas.microsoft.com/office/drawing/2010/main" val="0"/>
                </a:ext>
              </a:extLst>
            </a:blip>
            <a:srcRect/>
            <a:stretch>
              <a:fillRect/>
            </a:stretch>
          </p:blipFill>
          <p:spPr bwMode="auto">
            <a:xfrm>
              <a:off x="3646813" y="3296725"/>
              <a:ext cx="955475" cy="955475"/>
            </a:xfrm>
            <a:prstGeom prst="rect">
              <a:avLst/>
            </a:prstGeom>
            <a:noFill/>
            <a:extLst>
              <a:ext uri="{909E8E84-426E-40DD-AFC4-6F175D3DCCD1}">
                <a14:hiddenFill xmlns:a14="http://schemas.microsoft.com/office/drawing/2010/main">
                  <a:solidFill>
                    <a:srgbClr val="FFFFFF"/>
                  </a:solidFill>
                </a14:hiddenFill>
              </a:ext>
            </a:extLst>
          </p:spPr>
        </p:pic>
      </p:grpSp>
      <p:pic>
        <p:nvPicPr>
          <p:cNvPr id="16" name="Picture 9">
            <a:extLst>
              <a:ext uri="{FF2B5EF4-FFF2-40B4-BE49-F238E27FC236}">
                <a16:creationId xmlns:a16="http://schemas.microsoft.com/office/drawing/2014/main" id="{90B3BE4A-D296-D203-112A-E1F3FB42268B}"/>
              </a:ext>
            </a:extLst>
          </p:cNvPr>
          <p:cNvPicPr>
            <a:picLocks noChangeAspect="1" noChangeArrowheads="1"/>
          </p:cNvPicPr>
          <p:nvPr/>
        </p:nvPicPr>
        <p:blipFill rotWithShape="1">
          <a:blip r:embed="rId10" cstate="screen">
            <a:extLst>
              <a:ext uri="{28A0092B-C50C-407E-A947-70E740481C1C}">
                <a14:useLocalDpi xmlns:a14="http://schemas.microsoft.com/office/drawing/2010/main" val="0"/>
              </a:ext>
            </a:extLst>
          </a:blip>
          <a:srcRect l="-1"/>
          <a:stretch/>
        </p:blipFill>
        <p:spPr bwMode="auto">
          <a:xfrm>
            <a:off x="8104531" y="4082322"/>
            <a:ext cx="2262716" cy="77262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close up of text on a white background&#10;&#10;Description automatically generated">
            <a:extLst>
              <a:ext uri="{FF2B5EF4-FFF2-40B4-BE49-F238E27FC236}">
                <a16:creationId xmlns:a16="http://schemas.microsoft.com/office/drawing/2014/main" id="{157E1C4F-01A5-5DA9-1CD2-F41F9BA8145E}"/>
              </a:ext>
            </a:extLst>
          </p:cNvPr>
          <p:cNvPicPr>
            <a:picLocks noChangeAspect="1"/>
          </p:cNvPicPr>
          <p:nvPr/>
        </p:nvPicPr>
        <p:blipFill>
          <a:blip r:embed="rId11" cstate="screen">
            <a:extLst>
              <a:ext uri="{28A0092B-C50C-407E-A947-70E740481C1C}">
                <a14:useLocalDpi xmlns:a14="http://schemas.microsoft.com/office/drawing/2010/main" val="0"/>
              </a:ext>
            </a:extLst>
          </a:blip>
          <a:stretch>
            <a:fillRect/>
          </a:stretch>
        </p:blipFill>
        <p:spPr>
          <a:xfrm rot="5400000">
            <a:off x="7431811" y="2173278"/>
            <a:ext cx="1558461" cy="1943371"/>
          </a:xfrm>
          <a:prstGeom prst="rect">
            <a:avLst/>
          </a:prstGeom>
        </p:spPr>
      </p:pic>
      <p:pic>
        <p:nvPicPr>
          <p:cNvPr id="18" name="Picture 17">
            <a:extLst>
              <a:ext uri="{FF2B5EF4-FFF2-40B4-BE49-F238E27FC236}">
                <a16:creationId xmlns:a16="http://schemas.microsoft.com/office/drawing/2014/main" id="{EC5D03D7-1B83-3D51-7A97-DC866F248B26}"/>
              </a:ext>
            </a:extLst>
          </p:cNvPr>
          <p:cNvPicPr>
            <a:picLocks noChangeAspect="1"/>
          </p:cNvPicPr>
          <p:nvPr/>
        </p:nvPicPr>
        <p:blipFill>
          <a:blip r:embed="rId12" cstate="screen">
            <a:extLst>
              <a:ext uri="{28A0092B-C50C-407E-A947-70E740481C1C}">
                <a14:useLocalDpi xmlns:a14="http://schemas.microsoft.com/office/drawing/2010/main" val="0"/>
              </a:ext>
            </a:extLst>
          </a:blip>
          <a:stretch>
            <a:fillRect/>
          </a:stretch>
        </p:blipFill>
        <p:spPr>
          <a:xfrm rot="5400000">
            <a:off x="9579857" y="2098630"/>
            <a:ext cx="1423427" cy="1957632"/>
          </a:xfrm>
          <a:prstGeom prst="rect">
            <a:avLst/>
          </a:prstGeom>
        </p:spPr>
      </p:pic>
    </p:spTree>
    <p:extLst>
      <p:ext uri="{BB962C8B-B14F-4D97-AF65-F5344CB8AC3E}">
        <p14:creationId xmlns:p14="http://schemas.microsoft.com/office/powerpoint/2010/main" val="29306596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nstructor_Dr_Saray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93A1DE6-5454-A498-D328-0CF77F3B3BCE}"/>
              </a:ext>
            </a:extLst>
          </p:cNvPr>
          <p:cNvSpPr>
            <a:spLocks noGrp="1"/>
          </p:cNvSpPr>
          <p:nvPr>
            <p:ph type="ftr" sz="quarter" idx="10"/>
          </p:nvPr>
        </p:nvSpPr>
        <p:spPr/>
        <p:txBody>
          <a:bodyPr/>
          <a:lstStyle/>
          <a:p>
            <a:r>
              <a:rPr lang="en-US"/>
              <a:t>Copyright © 2026 9Expert Co., Ltd. All rights reserved.</a:t>
            </a:r>
            <a:endParaRPr lang="en-TH" dirty="0"/>
          </a:p>
        </p:txBody>
      </p:sp>
      <p:sp>
        <p:nvSpPr>
          <p:cNvPr id="4" name="Slide Number Placeholder 3">
            <a:extLst>
              <a:ext uri="{FF2B5EF4-FFF2-40B4-BE49-F238E27FC236}">
                <a16:creationId xmlns:a16="http://schemas.microsoft.com/office/drawing/2014/main" id="{D15AF66D-A27E-C028-6570-7E87F2B2E4EC}"/>
              </a:ext>
            </a:extLst>
          </p:cNvPr>
          <p:cNvSpPr>
            <a:spLocks noGrp="1"/>
          </p:cNvSpPr>
          <p:nvPr>
            <p:ph type="sldNum" sz="quarter" idx="11"/>
          </p:nvPr>
        </p:nvSpPr>
        <p:spPr/>
        <p:txBody>
          <a:bodyPr/>
          <a:lstStyle/>
          <a:p>
            <a:fld id="{7B973119-0BF9-7444-941C-BCE2AFE6BE2E}" type="slidenum">
              <a:rPr lang="en-TH" smtClean="0"/>
              <a:pPr/>
              <a:t>‹#›</a:t>
            </a:fld>
            <a:endParaRPr lang="en-TH"/>
          </a:p>
        </p:txBody>
      </p:sp>
      <p:sp>
        <p:nvSpPr>
          <p:cNvPr id="5" name="TextBox 4">
            <a:extLst>
              <a:ext uri="{FF2B5EF4-FFF2-40B4-BE49-F238E27FC236}">
                <a16:creationId xmlns:a16="http://schemas.microsoft.com/office/drawing/2014/main" id="{72DF8513-2E6F-4FA8-655E-9EFBA7C542F2}"/>
              </a:ext>
            </a:extLst>
          </p:cNvPr>
          <p:cNvSpPr txBox="1"/>
          <p:nvPr/>
        </p:nvSpPr>
        <p:spPr bwMode="black">
          <a:xfrm>
            <a:off x="5188137" y="1250641"/>
            <a:ext cx="6304330" cy="718658"/>
          </a:xfrm>
          <a:prstGeom prst="rect">
            <a:avLst/>
          </a:prstGeom>
          <a:noFill/>
        </p:spPr>
        <p:txBody>
          <a:bodyPr wrap="square" rtlCol="0" anchor="ctr">
            <a:spAutoFit/>
          </a:bodyPr>
          <a:lstStyle/>
          <a:p>
            <a:pPr algn="ctr" defTabSz="914423" rtl="0" eaLnBrk="1" latinLnBrk="0" hangingPunct="1">
              <a:lnSpc>
                <a:spcPct val="90000"/>
              </a:lnSpc>
              <a:spcBef>
                <a:spcPct val="0"/>
              </a:spcBef>
              <a:buNone/>
            </a:pPr>
            <a:r>
              <a:rPr lang="th-TH" sz="4400" b="1" kern="1200" dirty="0">
                <a:solidFill>
                  <a:schemeClr val="accent2"/>
                </a:solidFill>
                <a:latin typeface="+mn-lt"/>
                <a:ea typeface="+mj-ea"/>
                <a:cs typeface="LINE Seed Sans TH" panose="020B0303020203020204" pitchFamily="34" charset="-34"/>
              </a:rPr>
              <a:t>ดร.ศรายุทธ นนท์ศิริ</a:t>
            </a:r>
            <a:endParaRPr lang="en-US" sz="4400" b="1" kern="1200" dirty="0">
              <a:solidFill>
                <a:schemeClr val="accent2"/>
              </a:solidFill>
              <a:latin typeface="+mn-lt"/>
              <a:ea typeface="+mj-ea"/>
              <a:cs typeface="LINE Seed Sans TH" panose="020B0303020203020204" pitchFamily="34" charset="-34"/>
            </a:endParaRPr>
          </a:p>
        </p:txBody>
      </p:sp>
      <p:sp>
        <p:nvSpPr>
          <p:cNvPr id="6" name="TextBox 5">
            <a:extLst>
              <a:ext uri="{FF2B5EF4-FFF2-40B4-BE49-F238E27FC236}">
                <a16:creationId xmlns:a16="http://schemas.microsoft.com/office/drawing/2014/main" id="{C786661B-135D-100F-03FE-2E7FED752937}"/>
              </a:ext>
            </a:extLst>
          </p:cNvPr>
          <p:cNvSpPr txBox="1"/>
          <p:nvPr/>
        </p:nvSpPr>
        <p:spPr>
          <a:xfrm>
            <a:off x="5188137" y="1969298"/>
            <a:ext cx="6304329" cy="800219"/>
          </a:xfrm>
          <a:prstGeom prst="rect">
            <a:avLst/>
          </a:prstGeom>
          <a:noFill/>
        </p:spPr>
        <p:txBody>
          <a:bodyPr wrap="square">
            <a:spAutoFit/>
          </a:bodyPr>
          <a:lstStyle/>
          <a:p>
            <a:pPr marL="0" indent="0" algn="ctr">
              <a:lnSpc>
                <a:spcPct val="150000"/>
              </a:lnSpc>
              <a:spcBef>
                <a:spcPts val="0"/>
              </a:spcBef>
              <a:buFont typeface="Arial" panose="020B0604020202020204" pitchFamily="34" charset="0"/>
              <a:buNone/>
            </a:pPr>
            <a:r>
              <a:rPr lang="en-US" sz="1600" dirty="0">
                <a:solidFill>
                  <a:schemeClr val="tx1"/>
                </a:solidFill>
              </a:rPr>
              <a:t>D.Sc. in Engineering Design and Production, School of Engineering, Aalto University, Finland </a:t>
            </a:r>
          </a:p>
        </p:txBody>
      </p:sp>
      <p:sp>
        <p:nvSpPr>
          <p:cNvPr id="7" name="TextBox 6">
            <a:extLst>
              <a:ext uri="{FF2B5EF4-FFF2-40B4-BE49-F238E27FC236}">
                <a16:creationId xmlns:a16="http://schemas.microsoft.com/office/drawing/2014/main" id="{1DB4CE69-C395-E82E-ECBB-D80DB5055C13}"/>
              </a:ext>
            </a:extLst>
          </p:cNvPr>
          <p:cNvSpPr txBox="1"/>
          <p:nvPr/>
        </p:nvSpPr>
        <p:spPr>
          <a:xfrm>
            <a:off x="5396466" y="2769518"/>
            <a:ext cx="6096000" cy="3385542"/>
          </a:xfrm>
          <a:prstGeom prst="rect">
            <a:avLst/>
          </a:prstGeom>
          <a:noFill/>
        </p:spPr>
        <p:txBody>
          <a:bodyPr wrap="square">
            <a:spAutoFit/>
          </a:bodyPr>
          <a:lstStyle/>
          <a:p>
            <a:pPr marL="457223" indent="-457223">
              <a:lnSpc>
                <a:spcPct val="150000"/>
              </a:lnSpc>
              <a:spcBef>
                <a:spcPts val="0"/>
              </a:spcBef>
              <a:buFont typeface="Arial" panose="020B0604020202020204" pitchFamily="34" charset="0"/>
              <a:buChar char="•"/>
            </a:pPr>
            <a:r>
              <a:rPr lang="th-TH" sz="1600" dirty="0"/>
              <a:t>วิทยากร 9</a:t>
            </a:r>
            <a:r>
              <a:rPr lang="en-US" sz="1600" dirty="0"/>
              <a:t>Expert Training: </a:t>
            </a:r>
          </a:p>
          <a:p>
            <a:pPr marL="914446" lvl="1" indent="-457223">
              <a:lnSpc>
                <a:spcPct val="150000"/>
              </a:lnSpc>
              <a:spcBef>
                <a:spcPts val="0"/>
              </a:spcBef>
              <a:buFont typeface="Arial" panose="020B0604020202020204" pitchFamily="34" charset="0"/>
              <a:buChar char="•"/>
            </a:pPr>
            <a:r>
              <a:rPr lang="en-US" sz="1600" dirty="0"/>
              <a:t>Python Programming</a:t>
            </a:r>
          </a:p>
          <a:p>
            <a:pPr marL="914446" lvl="1" indent="-457223">
              <a:lnSpc>
                <a:spcPct val="150000"/>
              </a:lnSpc>
              <a:spcBef>
                <a:spcPts val="0"/>
              </a:spcBef>
              <a:buFont typeface="Arial" panose="020B0604020202020204" pitchFamily="34" charset="0"/>
              <a:buChar char="•"/>
            </a:pPr>
            <a:r>
              <a:rPr lang="en-US" sz="1600" dirty="0"/>
              <a:t>Machine Learning using Python</a:t>
            </a:r>
          </a:p>
          <a:p>
            <a:pPr marL="914446" lvl="1" indent="-457223">
              <a:lnSpc>
                <a:spcPct val="150000"/>
              </a:lnSpc>
              <a:spcBef>
                <a:spcPts val="0"/>
              </a:spcBef>
              <a:buFont typeface="Arial" panose="020B0604020202020204" pitchFamily="34" charset="0"/>
              <a:buChar char="•"/>
            </a:pPr>
            <a:r>
              <a:rPr lang="en-US" sz="1600" dirty="0"/>
              <a:t>UiPath for Business Automation</a:t>
            </a:r>
          </a:p>
          <a:p>
            <a:pPr marL="457223" indent="-457223">
              <a:lnSpc>
                <a:spcPct val="150000"/>
              </a:lnSpc>
              <a:spcBef>
                <a:spcPts val="0"/>
              </a:spcBef>
              <a:buFont typeface="Arial" panose="020B0604020202020204" pitchFamily="34" charset="0"/>
              <a:buChar char="•"/>
            </a:pPr>
            <a:r>
              <a:rPr lang="en-US" sz="1600" dirty="0"/>
              <a:t>Lecturer, Master of Science Program in Information Technology, </a:t>
            </a:r>
          </a:p>
          <a:p>
            <a:pPr marL="914446" lvl="1" indent="-457223">
              <a:lnSpc>
                <a:spcPct val="150000"/>
              </a:lnSpc>
              <a:spcBef>
                <a:spcPts val="0"/>
              </a:spcBef>
              <a:buFont typeface="Arial" panose="020B0604020202020204" pitchFamily="34" charset="0"/>
              <a:buChar char="•"/>
            </a:pPr>
            <a:r>
              <a:rPr lang="en-US" sz="1600" dirty="0"/>
              <a:t>Thai-Nichi Institute of Technology</a:t>
            </a:r>
          </a:p>
          <a:p>
            <a:pPr marL="457223" indent="-457223">
              <a:lnSpc>
                <a:spcPct val="150000"/>
              </a:lnSpc>
              <a:spcBef>
                <a:spcPts val="0"/>
              </a:spcBef>
              <a:buFont typeface="Arial" panose="020B0604020202020204" pitchFamily="34" charset="0"/>
              <a:buChar char="•"/>
            </a:pPr>
            <a:r>
              <a:rPr lang="en-US" sz="1600" dirty="0"/>
              <a:t>Executive Committee, IEEE Computational Intelligence Society Thailand Chapter</a:t>
            </a:r>
          </a:p>
        </p:txBody>
      </p:sp>
      <p:sp>
        <p:nvSpPr>
          <p:cNvPr id="8" name="Oval 7">
            <a:extLst>
              <a:ext uri="{FF2B5EF4-FFF2-40B4-BE49-F238E27FC236}">
                <a16:creationId xmlns:a16="http://schemas.microsoft.com/office/drawing/2014/main" id="{C50C1DC7-C802-7A26-4028-F7B108F5ECCF}"/>
              </a:ext>
            </a:extLst>
          </p:cNvPr>
          <p:cNvSpPr/>
          <p:nvPr/>
        </p:nvSpPr>
        <p:spPr bwMode="ltGray">
          <a:xfrm>
            <a:off x="955609" y="1765088"/>
            <a:ext cx="3962400" cy="3962400"/>
          </a:xfrm>
          <a:prstGeom prst="ellipse">
            <a:avLst/>
          </a:prstGeom>
          <a:gradFill flip="none" rotWithShape="1">
            <a:gsLst>
              <a:gs pos="0">
                <a:schemeClr val="accent3"/>
              </a:gs>
              <a:gs pos="50000">
                <a:schemeClr val="accent2"/>
              </a:gs>
              <a:gs pos="97000">
                <a:schemeClr val="accent1"/>
              </a:gs>
            </a:gsLst>
            <a:lin ang="2700000" scaled="1"/>
            <a:tileRect/>
          </a:gra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17" name="Picture 16">
            <a:extLst>
              <a:ext uri="{FF2B5EF4-FFF2-40B4-BE49-F238E27FC236}">
                <a16:creationId xmlns:a16="http://schemas.microsoft.com/office/drawing/2014/main" id="{1DC5597B-91E5-4488-3797-6123B5D97598}"/>
              </a:ext>
            </a:extLst>
          </p:cNvPr>
          <p:cNvPicPr>
            <a:picLocks noChangeAspect="1"/>
          </p:cNvPicPr>
          <p:nvPr/>
        </p:nvPicPr>
        <p:blipFill>
          <a:blip r:embed="rId3">
            <a:extLst>
              <a:ext uri="{28A0092B-C50C-407E-A947-70E740481C1C}">
                <a14:useLocalDpi xmlns:a14="http://schemas.microsoft.com/office/drawing/2010/main" val="0"/>
              </a:ext>
            </a:extLst>
          </a:blip>
          <a:srcRect b="700"/>
          <a:stretch>
            <a:fillRect/>
          </a:stretch>
        </p:blipFill>
        <p:spPr>
          <a:xfrm>
            <a:off x="1022283" y="1097880"/>
            <a:ext cx="3714784" cy="4629609"/>
          </a:xfrm>
          <a:custGeom>
            <a:avLst/>
            <a:gdLst>
              <a:gd name="csX0" fmla="*/ 1324510 w 3714784"/>
              <a:gd name="csY0" fmla="*/ 0 h 4629609"/>
              <a:gd name="csX1" fmla="*/ 2497306 w 3714784"/>
              <a:gd name="csY1" fmla="*/ 0 h 4629609"/>
              <a:gd name="csX2" fmla="*/ 2576320 w 3714784"/>
              <a:gd name="csY2" fmla="*/ 65193 h 4629609"/>
              <a:gd name="csX3" fmla="*/ 2851942 w 3714784"/>
              <a:gd name="csY3" fmla="*/ 730604 h 4629609"/>
              <a:gd name="csX4" fmla="*/ 2847084 w 3714784"/>
              <a:gd name="csY4" fmla="*/ 826819 h 4629609"/>
              <a:gd name="csX5" fmla="*/ 2836340 w 3714784"/>
              <a:gd name="csY5" fmla="*/ 897212 h 4629609"/>
              <a:gd name="csX6" fmla="*/ 2855266 w 3714784"/>
              <a:gd name="csY6" fmla="*/ 906329 h 4629609"/>
              <a:gd name="csX7" fmla="*/ 3669865 w 3714784"/>
              <a:gd name="csY7" fmla="*/ 1735805 h 4629609"/>
              <a:gd name="csX8" fmla="*/ 3714784 w 3714784"/>
              <a:gd name="csY8" fmla="*/ 1829769 h 4629609"/>
              <a:gd name="csX9" fmla="*/ 3714784 w 3714784"/>
              <a:gd name="csY9" fmla="*/ 3464486 h 4629609"/>
              <a:gd name="csX10" fmla="*/ 3652988 w 3714784"/>
              <a:gd name="csY10" fmla="*/ 3592767 h 4629609"/>
              <a:gd name="csX11" fmla="*/ 1910908 w 3714784"/>
              <a:gd name="csY11" fmla="*/ 4629609 h 4629609"/>
              <a:gd name="csX12" fmla="*/ 18779 w 3714784"/>
              <a:gd name="csY12" fmla="*/ 3237558 h 4629609"/>
              <a:gd name="csX13" fmla="*/ 0 w 3714784"/>
              <a:gd name="csY13" fmla="*/ 3164524 h 4629609"/>
              <a:gd name="csX14" fmla="*/ 0 w 3714784"/>
              <a:gd name="csY14" fmla="*/ 2125711 h 4629609"/>
              <a:gd name="csX15" fmla="*/ 4866 w 3714784"/>
              <a:gd name="csY15" fmla="*/ 2106031 h 4629609"/>
              <a:gd name="csX16" fmla="*/ 966550 w 3714784"/>
              <a:gd name="csY16" fmla="*/ 906329 h 4629609"/>
              <a:gd name="csX17" fmla="*/ 985476 w 3714784"/>
              <a:gd name="csY17" fmla="*/ 897212 h 4629609"/>
              <a:gd name="csX18" fmla="*/ 974733 w 3714784"/>
              <a:gd name="csY18" fmla="*/ 826819 h 4629609"/>
              <a:gd name="csX19" fmla="*/ 969874 w 3714784"/>
              <a:gd name="csY19" fmla="*/ 730604 h 4629609"/>
              <a:gd name="csX20" fmla="*/ 1245497 w 3714784"/>
              <a:gd name="csY20" fmla="*/ 65193 h 46296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714784" h="4629609">
                <a:moveTo>
                  <a:pt x="1324510" y="0"/>
                </a:moveTo>
                <a:lnTo>
                  <a:pt x="2497306" y="0"/>
                </a:lnTo>
                <a:lnTo>
                  <a:pt x="2576320" y="65193"/>
                </a:lnTo>
                <a:cubicBezTo>
                  <a:pt x="2746613" y="235486"/>
                  <a:pt x="2851942" y="470745"/>
                  <a:pt x="2851942" y="730604"/>
                </a:cubicBezTo>
                <a:cubicBezTo>
                  <a:pt x="2851942" y="763087"/>
                  <a:pt x="2850296" y="795185"/>
                  <a:pt x="2847084" y="826819"/>
                </a:cubicBezTo>
                <a:lnTo>
                  <a:pt x="2836340" y="897212"/>
                </a:lnTo>
                <a:lnTo>
                  <a:pt x="2855266" y="906329"/>
                </a:lnTo>
                <a:cubicBezTo>
                  <a:pt x="3202660" y="1095045"/>
                  <a:pt x="3487299" y="1384643"/>
                  <a:pt x="3669865" y="1735805"/>
                </a:cubicBezTo>
                <a:lnTo>
                  <a:pt x="3714784" y="1829769"/>
                </a:lnTo>
                <a:lnTo>
                  <a:pt x="3714784" y="3464486"/>
                </a:lnTo>
                <a:lnTo>
                  <a:pt x="3652988" y="3592767"/>
                </a:lnTo>
                <a:cubicBezTo>
                  <a:pt x="3317493" y="4210357"/>
                  <a:pt x="2663162" y="4629609"/>
                  <a:pt x="1910908" y="4629609"/>
                </a:cubicBezTo>
                <a:cubicBezTo>
                  <a:pt x="1021881" y="4629609"/>
                  <a:pt x="269622" y="4044042"/>
                  <a:pt x="18779" y="3237558"/>
                </a:cubicBezTo>
                <a:lnTo>
                  <a:pt x="0" y="3164524"/>
                </a:lnTo>
                <a:lnTo>
                  <a:pt x="0" y="2125711"/>
                </a:lnTo>
                <a:lnTo>
                  <a:pt x="4866" y="2106031"/>
                </a:lnTo>
                <a:cubicBezTo>
                  <a:pt x="151730" y="1588917"/>
                  <a:pt x="503358" y="1157950"/>
                  <a:pt x="966550" y="906329"/>
                </a:cubicBezTo>
                <a:lnTo>
                  <a:pt x="985476" y="897212"/>
                </a:lnTo>
                <a:lnTo>
                  <a:pt x="974733" y="826819"/>
                </a:lnTo>
                <a:cubicBezTo>
                  <a:pt x="971520" y="795185"/>
                  <a:pt x="969874" y="763087"/>
                  <a:pt x="969874" y="730604"/>
                </a:cubicBezTo>
                <a:cubicBezTo>
                  <a:pt x="969874" y="470745"/>
                  <a:pt x="1075203" y="235486"/>
                  <a:pt x="1245497" y="65193"/>
                </a:cubicBezTo>
                <a:close/>
              </a:path>
            </a:pathLst>
          </a:custGeom>
        </p:spPr>
      </p:pic>
    </p:spTree>
    <p:extLst>
      <p:ext uri="{BB962C8B-B14F-4D97-AF65-F5344CB8AC3E}">
        <p14:creationId xmlns:p14="http://schemas.microsoft.com/office/powerpoint/2010/main" val="24009764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nstructor_Dr_Sarayut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7126927-F690-0BBF-DAE1-8A063FDC4C8F}"/>
              </a:ext>
            </a:extLst>
          </p:cNvPr>
          <p:cNvSpPr>
            <a:spLocks noGrp="1"/>
          </p:cNvSpPr>
          <p:nvPr>
            <p:ph type="ftr" sz="quarter" idx="10"/>
          </p:nvPr>
        </p:nvSpPr>
        <p:spPr/>
        <p:txBody>
          <a:bodyPr/>
          <a:lstStyle/>
          <a:p>
            <a:r>
              <a:rPr lang="en-US"/>
              <a:t>Copyright © 2026 9Expert Co., Ltd. All rights reserved.</a:t>
            </a:r>
            <a:endParaRPr lang="en-TH" dirty="0"/>
          </a:p>
        </p:txBody>
      </p:sp>
      <p:sp>
        <p:nvSpPr>
          <p:cNvPr id="4" name="Slide Number Placeholder 3">
            <a:extLst>
              <a:ext uri="{FF2B5EF4-FFF2-40B4-BE49-F238E27FC236}">
                <a16:creationId xmlns:a16="http://schemas.microsoft.com/office/drawing/2014/main" id="{9F7B4DE4-4730-D0D3-D3DC-E6382CCAEB63}"/>
              </a:ext>
            </a:extLst>
          </p:cNvPr>
          <p:cNvSpPr>
            <a:spLocks noGrp="1"/>
          </p:cNvSpPr>
          <p:nvPr>
            <p:ph type="sldNum" sz="quarter" idx="11"/>
          </p:nvPr>
        </p:nvSpPr>
        <p:spPr/>
        <p:txBody>
          <a:bodyPr/>
          <a:lstStyle/>
          <a:p>
            <a:fld id="{7B973119-0BF9-7444-941C-BCE2AFE6BE2E}" type="slidenum">
              <a:rPr lang="en-TH" smtClean="0"/>
              <a:pPr/>
              <a:t>‹#›</a:t>
            </a:fld>
            <a:endParaRPr lang="en-TH"/>
          </a:p>
        </p:txBody>
      </p:sp>
      <p:sp>
        <p:nvSpPr>
          <p:cNvPr id="5" name="TextBox 4">
            <a:extLst>
              <a:ext uri="{FF2B5EF4-FFF2-40B4-BE49-F238E27FC236}">
                <a16:creationId xmlns:a16="http://schemas.microsoft.com/office/drawing/2014/main" id="{DE9C0874-92EF-EB16-AF1F-CAF9C928B5E6}"/>
              </a:ext>
            </a:extLst>
          </p:cNvPr>
          <p:cNvSpPr txBox="1"/>
          <p:nvPr/>
        </p:nvSpPr>
        <p:spPr>
          <a:xfrm>
            <a:off x="838199" y="1148127"/>
            <a:ext cx="6854455" cy="5501506"/>
          </a:xfrm>
          <a:prstGeom prst="rect">
            <a:avLst/>
          </a:prstGeom>
          <a:noFill/>
        </p:spPr>
        <p:txBody>
          <a:bodyPr wrap="square" rtlCol="0" anchor="ctr">
            <a:spAutoFit/>
          </a:bodyPr>
          <a:lstStyle/>
          <a:p>
            <a:pPr marL="0" indent="0">
              <a:lnSpc>
                <a:spcPct val="150000"/>
              </a:lnSpc>
              <a:spcBef>
                <a:spcPts val="0"/>
              </a:spcBef>
              <a:buFont typeface="Arial" panose="020B0604020202020204" pitchFamily="34" charset="0"/>
              <a:buNone/>
            </a:pPr>
            <a:r>
              <a:rPr lang="en-US" sz="2000" b="1" dirty="0"/>
              <a:t>Certificates:</a:t>
            </a:r>
          </a:p>
          <a:p>
            <a:pPr marL="342917" indent="-342917">
              <a:lnSpc>
                <a:spcPct val="150000"/>
              </a:lnSpc>
              <a:spcBef>
                <a:spcPts val="0"/>
              </a:spcBef>
              <a:buFont typeface="Arial" panose="020B0604020202020204" pitchFamily="34" charset="0"/>
              <a:buChar char="•"/>
            </a:pPr>
            <a:r>
              <a:rPr lang="en-US" sz="1600" b="0" dirty="0"/>
              <a:t>Python 3 Programming Specialization, University of Michigan</a:t>
            </a:r>
          </a:p>
          <a:p>
            <a:pPr marL="342917" indent="-342917">
              <a:lnSpc>
                <a:spcPct val="150000"/>
              </a:lnSpc>
              <a:spcBef>
                <a:spcPts val="0"/>
              </a:spcBef>
              <a:buFont typeface="Arial" panose="020B0604020202020204" pitchFamily="34" charset="0"/>
              <a:buChar char="•"/>
            </a:pPr>
            <a:r>
              <a:rPr lang="en-US" sz="1600" b="0" dirty="0"/>
              <a:t>Python for Everybody Specialization, University of Michigan</a:t>
            </a:r>
          </a:p>
          <a:p>
            <a:pPr marL="342917" indent="-342917">
              <a:lnSpc>
                <a:spcPct val="150000"/>
              </a:lnSpc>
              <a:spcBef>
                <a:spcPts val="0"/>
              </a:spcBef>
              <a:buFont typeface="Arial" panose="020B0604020202020204" pitchFamily="34" charset="0"/>
              <a:buChar char="•"/>
            </a:pPr>
            <a:r>
              <a:rPr lang="en-US" sz="1600" b="0" dirty="0"/>
              <a:t>A Crash Course in Data Science, Johns Hopkins University</a:t>
            </a:r>
          </a:p>
          <a:p>
            <a:pPr marL="342917" indent="-342917">
              <a:lnSpc>
                <a:spcPct val="150000"/>
              </a:lnSpc>
              <a:spcBef>
                <a:spcPts val="0"/>
              </a:spcBef>
              <a:buFont typeface="Arial" panose="020B0604020202020204" pitchFamily="34" charset="0"/>
              <a:buChar char="•"/>
            </a:pPr>
            <a:r>
              <a:rPr lang="en-US" sz="1600" b="0" dirty="0"/>
              <a:t>AI For Everyone, Deeplearning.ai</a:t>
            </a:r>
          </a:p>
          <a:p>
            <a:pPr marL="342917" indent="-342917">
              <a:lnSpc>
                <a:spcPct val="150000"/>
              </a:lnSpc>
              <a:spcBef>
                <a:spcPts val="0"/>
              </a:spcBef>
              <a:buFont typeface="Arial" panose="020B0604020202020204" pitchFamily="34" charset="0"/>
              <a:buChar char="•"/>
            </a:pPr>
            <a:r>
              <a:rPr lang="en-US" sz="1600" b="0" dirty="0"/>
              <a:t>Introduction to Artificial Intelligence, IBM</a:t>
            </a:r>
          </a:p>
          <a:p>
            <a:pPr marL="342917" indent="-342917">
              <a:lnSpc>
                <a:spcPct val="150000"/>
              </a:lnSpc>
              <a:spcBef>
                <a:spcPts val="0"/>
              </a:spcBef>
              <a:buFont typeface="Arial" panose="020B0604020202020204" pitchFamily="34" charset="0"/>
              <a:buChar char="•"/>
            </a:pPr>
            <a:r>
              <a:rPr lang="en-US" sz="1600" b="0" dirty="0"/>
              <a:t>Machine Learning with Python, IBM</a:t>
            </a:r>
          </a:p>
          <a:p>
            <a:pPr marL="342917" indent="-342917">
              <a:lnSpc>
                <a:spcPct val="150000"/>
              </a:lnSpc>
              <a:spcBef>
                <a:spcPts val="0"/>
              </a:spcBef>
              <a:buFont typeface="Arial" panose="020B0604020202020204" pitchFamily="34" charset="0"/>
              <a:buChar char="•"/>
            </a:pPr>
            <a:r>
              <a:rPr lang="en-US" sz="1600" b="0" dirty="0"/>
              <a:t>Machine Learning for All, University of London </a:t>
            </a:r>
          </a:p>
          <a:p>
            <a:pPr marL="342917" indent="-342917">
              <a:lnSpc>
                <a:spcPct val="150000"/>
              </a:lnSpc>
              <a:spcBef>
                <a:spcPts val="0"/>
              </a:spcBef>
              <a:buFont typeface="Arial" panose="020B0604020202020204" pitchFamily="34" charset="0"/>
              <a:buChar char="•"/>
            </a:pPr>
            <a:r>
              <a:rPr lang="en-US" sz="1600" b="0" dirty="0"/>
              <a:t>Deep Learning Fundamentals with Keras, IBM</a:t>
            </a:r>
          </a:p>
          <a:p>
            <a:pPr marL="342917" indent="-342917">
              <a:lnSpc>
                <a:spcPct val="150000"/>
              </a:lnSpc>
              <a:spcBef>
                <a:spcPts val="0"/>
              </a:spcBef>
              <a:buFont typeface="Arial" panose="020B0604020202020204" pitchFamily="34" charset="0"/>
              <a:buChar char="•"/>
            </a:pPr>
            <a:r>
              <a:rPr lang="en-US" sz="1600" b="0" dirty="0"/>
              <a:t>Etc.,</a:t>
            </a:r>
          </a:p>
          <a:p>
            <a:pPr marL="0" marR="0" lvl="0" indent="0" algn="l" defTabSz="914446" rtl="0" eaLnBrk="1" fontAlgn="auto" latinLnBrk="0" hangingPunct="1">
              <a:lnSpc>
                <a:spcPct val="150000"/>
              </a:lnSpc>
              <a:spcBef>
                <a:spcPts val="0"/>
              </a:spcBef>
              <a:spcAft>
                <a:spcPts val="0"/>
              </a:spcAft>
              <a:buClrTx/>
              <a:buSzTx/>
              <a:buFont typeface="Arial" panose="020B0604020202020204" pitchFamily="34" charset="0"/>
              <a:buNone/>
              <a:tabLst/>
              <a:defRPr/>
            </a:pPr>
            <a:r>
              <a:rPr lang="en-US" sz="2000" b="1" dirty="0"/>
              <a:t>Researcher:</a:t>
            </a:r>
          </a:p>
          <a:p>
            <a:pPr marL="285764" marR="0" lvl="0" indent="-285764" algn="l" defTabSz="914446"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600" b="0" dirty="0"/>
              <a:t>Artificial Intelligence and Machine Learning</a:t>
            </a:r>
          </a:p>
          <a:p>
            <a:pPr marL="0" indent="0">
              <a:lnSpc>
                <a:spcPct val="150000"/>
              </a:lnSpc>
              <a:spcBef>
                <a:spcPts val="0"/>
              </a:spcBef>
              <a:buFont typeface="Arial" panose="020B0604020202020204" pitchFamily="34" charset="0"/>
              <a:buNone/>
            </a:pPr>
            <a:endParaRPr lang="en-US" sz="1600" b="0" dirty="0"/>
          </a:p>
          <a:p>
            <a:pPr marL="342917" indent="-342917">
              <a:lnSpc>
                <a:spcPct val="150000"/>
              </a:lnSpc>
              <a:spcBef>
                <a:spcPts val="0"/>
              </a:spcBef>
              <a:buFont typeface="Arial" panose="020B0604020202020204" pitchFamily="34" charset="0"/>
              <a:buChar char="•"/>
            </a:pPr>
            <a:endParaRPr lang="en-US" sz="2000" b="0" dirty="0"/>
          </a:p>
        </p:txBody>
      </p:sp>
      <p:grpSp>
        <p:nvGrpSpPr>
          <p:cNvPr id="6" name="Group 5">
            <a:extLst>
              <a:ext uri="{FF2B5EF4-FFF2-40B4-BE49-F238E27FC236}">
                <a16:creationId xmlns:a16="http://schemas.microsoft.com/office/drawing/2014/main" id="{97641FC9-FD93-9BBC-D2BB-91613A748438}"/>
              </a:ext>
            </a:extLst>
          </p:cNvPr>
          <p:cNvGrpSpPr/>
          <p:nvPr/>
        </p:nvGrpSpPr>
        <p:grpSpPr>
          <a:xfrm>
            <a:off x="7894411" y="1513577"/>
            <a:ext cx="3198197" cy="3204361"/>
            <a:chOff x="5759119" y="922915"/>
            <a:chExt cx="4061433" cy="4327884"/>
          </a:xfrm>
        </p:grpSpPr>
        <p:pic>
          <p:nvPicPr>
            <p:cNvPr id="7" name="Picture 6">
              <a:extLst>
                <a:ext uri="{FF2B5EF4-FFF2-40B4-BE49-F238E27FC236}">
                  <a16:creationId xmlns:a16="http://schemas.microsoft.com/office/drawing/2014/main" id="{324D69CF-5C43-3512-66C9-F570647988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76266" y="922915"/>
              <a:ext cx="2644286" cy="20471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a:extLst>
                <a:ext uri="{FF2B5EF4-FFF2-40B4-BE49-F238E27FC236}">
                  <a16:creationId xmlns:a16="http://schemas.microsoft.com/office/drawing/2014/main" id="{76DD04F5-6CC6-227B-A083-90E6937B38E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88672" y="1456889"/>
              <a:ext cx="2678371" cy="206595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57C9823C-3D04-FBE2-529C-B16BCACF24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35162" y="1969981"/>
              <a:ext cx="2644286" cy="20471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a:extLst>
                <a:ext uri="{FF2B5EF4-FFF2-40B4-BE49-F238E27FC236}">
                  <a16:creationId xmlns:a16="http://schemas.microsoft.com/office/drawing/2014/main" id="{392B17E5-ABEB-77F3-E7BF-2FE2D0F77C3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17211" y="2586795"/>
              <a:ext cx="2650784" cy="20471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a:extLst>
                <a:ext uri="{FF2B5EF4-FFF2-40B4-BE49-F238E27FC236}">
                  <a16:creationId xmlns:a16="http://schemas.microsoft.com/office/drawing/2014/main" id="{1F0EF851-65D5-E2BF-EDA6-C494152735A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59119" y="3193056"/>
              <a:ext cx="2678372" cy="20577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pic>
        <p:nvPicPr>
          <p:cNvPr id="12" name="Picture 11">
            <a:extLst>
              <a:ext uri="{FF2B5EF4-FFF2-40B4-BE49-F238E27FC236}">
                <a16:creationId xmlns:a16="http://schemas.microsoft.com/office/drawing/2014/main" id="{7CF237D3-AE45-C1AC-9563-A503E860E8C1}"/>
              </a:ext>
            </a:extLst>
          </p:cNvPr>
          <p:cNvPicPr>
            <a:picLocks noChangeAspect="1"/>
          </p:cNvPicPr>
          <p:nvPr/>
        </p:nvPicPr>
        <p:blipFill>
          <a:blip r:embed="rId8"/>
          <a:stretch>
            <a:fillRect/>
          </a:stretch>
        </p:blipFill>
        <p:spPr>
          <a:xfrm>
            <a:off x="7509575" y="3503380"/>
            <a:ext cx="2083384" cy="1614098"/>
          </a:xfrm>
          <a:prstGeom prst="rect">
            <a:avLst/>
          </a:prstGeom>
        </p:spPr>
      </p:pic>
      <p:pic>
        <p:nvPicPr>
          <p:cNvPr id="13" name="Picture 12">
            <a:extLst>
              <a:ext uri="{FF2B5EF4-FFF2-40B4-BE49-F238E27FC236}">
                <a16:creationId xmlns:a16="http://schemas.microsoft.com/office/drawing/2014/main" id="{310E528C-8CB4-0EFE-0E37-0E71876D6EF8}"/>
              </a:ext>
            </a:extLst>
          </p:cNvPr>
          <p:cNvPicPr>
            <a:picLocks noChangeAspect="1"/>
          </p:cNvPicPr>
          <p:nvPr/>
        </p:nvPicPr>
        <p:blipFill>
          <a:blip r:embed="rId9"/>
          <a:stretch>
            <a:fillRect/>
          </a:stretch>
        </p:blipFill>
        <p:spPr>
          <a:xfrm>
            <a:off x="7155356" y="3761220"/>
            <a:ext cx="2197520" cy="1686762"/>
          </a:xfrm>
          <a:prstGeom prst="rect">
            <a:avLst/>
          </a:prstGeom>
        </p:spPr>
      </p:pic>
      <p:pic>
        <p:nvPicPr>
          <p:cNvPr id="14" name="Picture 2">
            <a:extLst>
              <a:ext uri="{FF2B5EF4-FFF2-40B4-BE49-F238E27FC236}">
                <a16:creationId xmlns:a16="http://schemas.microsoft.com/office/drawing/2014/main" id="{61499969-8A2E-AB2B-8518-6BA1233CDB2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782274" y="4110816"/>
            <a:ext cx="2372536" cy="1831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49491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ocial Medi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descr="A blue circle with a white letter f in it&#10;&#10;Description automatically generated">
            <a:extLst>
              <a:ext uri="{FF2B5EF4-FFF2-40B4-BE49-F238E27FC236}">
                <a16:creationId xmlns:a16="http://schemas.microsoft.com/office/drawing/2014/main" id="{15548DAC-B48F-E6C5-77FB-6E133D10E3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84316" y="2492346"/>
            <a:ext cx="731520" cy="741570"/>
          </a:xfrm>
          <a:prstGeom prst="rect">
            <a:avLst/>
          </a:prstGeom>
        </p:spPr>
      </p:pic>
      <p:pic>
        <p:nvPicPr>
          <p:cNvPr id="1026" name="Picture 2">
            <a:extLst>
              <a:ext uri="{FF2B5EF4-FFF2-40B4-BE49-F238E27FC236}">
                <a16:creationId xmlns:a16="http://schemas.microsoft.com/office/drawing/2014/main" id="{AF83CF77-06D8-4F96-A8D5-6A261D624F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6084" y="3423524"/>
            <a:ext cx="1616483" cy="1616483"/>
          </a:xfrm>
          <a:prstGeom prst="roundRect">
            <a:avLst>
              <a:gd name="adj" fmla="val 0"/>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1D447071-37C1-2023-0983-8FF016946E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5287758" y="3423524"/>
            <a:ext cx="1616483" cy="1616483"/>
          </a:xfrm>
          <a:prstGeom prst="roundRect">
            <a:avLst>
              <a:gd name="adj" fmla="val 0"/>
            </a:avLst>
          </a:prstGeom>
          <a:noFill/>
          <a:extLst>
            <a:ext uri="{909E8E84-426E-40DD-AFC4-6F175D3DCCD1}">
              <a14:hiddenFill xmlns:a14="http://schemas.microsoft.com/office/drawing/2010/main">
                <a:solidFill>
                  <a:srgbClr val="FFFFFF"/>
                </a:solidFill>
              </a14:hiddenFill>
            </a:ext>
          </a:extLst>
        </p:spPr>
      </p:pic>
      <p:pic>
        <p:nvPicPr>
          <p:cNvPr id="19" name="Picture 18" descr="A red and white logo&#10;&#10;Description automatically generated">
            <a:extLst>
              <a:ext uri="{FF2B5EF4-FFF2-40B4-BE49-F238E27FC236}">
                <a16:creationId xmlns:a16="http://schemas.microsoft.com/office/drawing/2014/main" id="{0E4AE009-05D4-BDD9-D37C-FD277973332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47438" y="2492798"/>
            <a:ext cx="740664" cy="740664"/>
          </a:xfrm>
          <a:prstGeom prst="rect">
            <a:avLst/>
          </a:prstGeom>
        </p:spPr>
      </p:pic>
      <p:pic>
        <p:nvPicPr>
          <p:cNvPr id="20" name="Picture 2">
            <a:extLst>
              <a:ext uri="{FF2B5EF4-FFF2-40B4-BE49-F238E27FC236}">
                <a16:creationId xmlns:a16="http://schemas.microsoft.com/office/drawing/2014/main" id="{9109692B-D2C4-9AB6-799A-C85C3B05D3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p:blipFill>
        <p:spPr bwMode="auto">
          <a:xfrm>
            <a:off x="8939435" y="3423524"/>
            <a:ext cx="1616483" cy="1616483"/>
          </a:xfrm>
          <a:prstGeom prst="roundRect">
            <a:avLst>
              <a:gd name="adj" fmla="val 0"/>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1EB85D2F-38E7-9A62-D1FE-E8F66F2C6283}"/>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9395984" y="2492798"/>
            <a:ext cx="740664" cy="740664"/>
          </a:xfrm>
          <a:prstGeom prst="rect">
            <a:avLst/>
          </a:prstGeom>
        </p:spPr>
      </p:pic>
      <p:sp>
        <p:nvSpPr>
          <p:cNvPr id="10" name="TextBox 9">
            <a:extLst>
              <a:ext uri="{FF2B5EF4-FFF2-40B4-BE49-F238E27FC236}">
                <a16:creationId xmlns:a16="http://schemas.microsoft.com/office/drawing/2014/main" id="{22C0F968-6B04-7C76-72BC-DC2D941E0324}"/>
              </a:ext>
            </a:extLst>
          </p:cNvPr>
          <p:cNvSpPr txBox="1"/>
          <p:nvPr/>
        </p:nvSpPr>
        <p:spPr>
          <a:xfrm>
            <a:off x="1022024" y="5097944"/>
            <a:ext cx="2794570" cy="707886"/>
          </a:xfrm>
          <a:prstGeom prst="rect">
            <a:avLst/>
          </a:prstGeom>
          <a:noFill/>
        </p:spPr>
        <p:txBody>
          <a:bodyPr wrap="square" rtlCol="0">
            <a:spAutoFit/>
          </a:bodyPr>
          <a:lstStyle/>
          <a:p>
            <a:pPr algn="ctr"/>
            <a:r>
              <a:rPr lang="en-US" sz="2000" b="1" dirty="0">
                <a:solidFill>
                  <a:schemeClr val="tx1"/>
                </a:solidFill>
              </a:rPr>
              <a:t>Facebook Page:</a:t>
            </a:r>
            <a:r>
              <a:rPr lang="en-US" sz="2000" dirty="0">
                <a:solidFill>
                  <a:schemeClr val="tx1"/>
                </a:solidFill>
              </a:rPr>
              <a:t> 9Expert Training</a:t>
            </a:r>
          </a:p>
        </p:txBody>
      </p:sp>
      <p:sp>
        <p:nvSpPr>
          <p:cNvPr id="4" name="TextBox 3">
            <a:extLst>
              <a:ext uri="{FF2B5EF4-FFF2-40B4-BE49-F238E27FC236}">
                <a16:creationId xmlns:a16="http://schemas.microsoft.com/office/drawing/2014/main" id="{DAB71885-2B06-3580-6E5E-C81DB632FB1E}"/>
              </a:ext>
            </a:extLst>
          </p:cNvPr>
          <p:cNvSpPr txBox="1"/>
          <p:nvPr/>
        </p:nvSpPr>
        <p:spPr>
          <a:xfrm>
            <a:off x="1449354" y="1804175"/>
            <a:ext cx="9293290" cy="523220"/>
          </a:xfrm>
          <a:prstGeom prst="rect">
            <a:avLst/>
          </a:prstGeom>
          <a:noFill/>
        </p:spPr>
        <p:txBody>
          <a:bodyPr wrap="square" rtlCol="0" anchor="ctr">
            <a:spAutoFit/>
          </a:bodyPr>
          <a:lstStyle/>
          <a:p>
            <a:pPr algn="ctr"/>
            <a:r>
              <a:rPr lang="th-TH" sz="2800" b="1" dirty="0">
                <a:solidFill>
                  <a:schemeClr val="tx1"/>
                </a:solidFill>
                <a:cs typeface="LINE Seed Sans TH" panose="020B0303020203020204" pitchFamily="34" charset="-34"/>
              </a:rPr>
              <a:t>ช่องทางการติดตามของ 9</a:t>
            </a:r>
            <a:r>
              <a:rPr lang="en-US" sz="2800" b="1" dirty="0">
                <a:solidFill>
                  <a:schemeClr val="tx1"/>
                </a:solidFill>
                <a:cs typeface="LINE Seed Sans TH" panose="020B0303020203020204" pitchFamily="34" charset="-34"/>
              </a:rPr>
              <a:t>Expert Training</a:t>
            </a:r>
            <a:endParaRPr lang="en-US" sz="3200" b="1" dirty="0">
              <a:solidFill>
                <a:schemeClr val="tx1"/>
              </a:solidFill>
              <a:cs typeface="LINE Seed Sans TH" panose="020B0303020203020204" pitchFamily="34" charset="-34"/>
            </a:endParaRPr>
          </a:p>
        </p:txBody>
      </p:sp>
      <p:sp>
        <p:nvSpPr>
          <p:cNvPr id="7" name="TextBox 6">
            <a:extLst>
              <a:ext uri="{FF2B5EF4-FFF2-40B4-BE49-F238E27FC236}">
                <a16:creationId xmlns:a16="http://schemas.microsoft.com/office/drawing/2014/main" id="{02567DB8-A687-2DD7-1774-030B4536F512}"/>
              </a:ext>
            </a:extLst>
          </p:cNvPr>
          <p:cNvSpPr txBox="1"/>
          <p:nvPr/>
        </p:nvSpPr>
        <p:spPr bwMode="hidden">
          <a:xfrm>
            <a:off x="3048000" y="693196"/>
            <a:ext cx="6096000" cy="1015663"/>
          </a:xfrm>
          <a:prstGeom prst="rect">
            <a:avLst/>
          </a:prstGeom>
          <a:noFill/>
        </p:spPr>
        <p:txBody>
          <a:bodyPr wrap="square">
            <a:spAutoFit/>
          </a:bodyPr>
          <a:lstStyle>
            <a:defPPr>
              <a:defRPr lang="th-TH"/>
            </a:defPPr>
            <a:lvl1pPr algn="ctr">
              <a:defRPr sz="5200" b="1">
                <a:solidFill>
                  <a:schemeClr val="accent2"/>
                </a:solidFill>
                <a:effectLst>
                  <a:reflection blurRad="76200" stA="28000" endPos="28000" dir="5400000" sy="-100000" algn="bl" rotWithShape="0"/>
                </a:effectLst>
                <a:cs typeface="LINE Seed Sans TH" panose="020B0303020203020204" pitchFamily="34" charset="-34"/>
              </a:defRPr>
            </a:lvl1pPr>
          </a:lstStyle>
          <a:p>
            <a:pPr lvl="0"/>
            <a:r>
              <a:rPr lang="en-US" sz="6000" dirty="0">
                <a:effectLst>
                  <a:reflection blurRad="76200" stA="28000" endPos="38000" dir="5400000" sy="-100000" algn="bl" rotWithShape="0"/>
                </a:effectLst>
              </a:rPr>
              <a:t>Social Media</a:t>
            </a:r>
          </a:p>
        </p:txBody>
      </p:sp>
      <p:cxnSp>
        <p:nvCxnSpPr>
          <p:cNvPr id="23" name="Straight Connector 22">
            <a:extLst>
              <a:ext uri="{FF2B5EF4-FFF2-40B4-BE49-F238E27FC236}">
                <a16:creationId xmlns:a16="http://schemas.microsoft.com/office/drawing/2014/main" id="{E5E0FA80-F1EC-751F-616B-1A08D8D3EFD6}"/>
              </a:ext>
            </a:extLst>
          </p:cNvPr>
          <p:cNvCxnSpPr/>
          <p:nvPr/>
        </p:nvCxnSpPr>
        <p:spPr>
          <a:xfrm>
            <a:off x="4267199" y="2987008"/>
            <a:ext cx="0" cy="2307771"/>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B6E2032-326A-400E-40C5-82FE9BF71D0A}"/>
              </a:ext>
            </a:extLst>
          </p:cNvPr>
          <p:cNvCxnSpPr/>
          <p:nvPr/>
        </p:nvCxnSpPr>
        <p:spPr>
          <a:xfrm>
            <a:off x="7968341" y="2987008"/>
            <a:ext cx="0" cy="2307771"/>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CF210E97-9743-499B-954A-C0ACA3C8135D}"/>
              </a:ext>
            </a:extLst>
          </p:cNvPr>
          <p:cNvSpPr txBox="1"/>
          <p:nvPr/>
        </p:nvSpPr>
        <p:spPr>
          <a:xfrm>
            <a:off x="4698714" y="5097945"/>
            <a:ext cx="2794570" cy="707886"/>
          </a:xfrm>
          <a:prstGeom prst="rect">
            <a:avLst/>
          </a:prstGeom>
          <a:noFill/>
        </p:spPr>
        <p:txBody>
          <a:bodyPr wrap="square" rtlCol="0">
            <a:spAutoFit/>
          </a:bodyPr>
          <a:lstStyle/>
          <a:p>
            <a:pPr algn="ctr"/>
            <a:r>
              <a:rPr lang="en-US" sz="2000" b="1" dirty="0">
                <a:solidFill>
                  <a:schemeClr val="tx1"/>
                </a:solidFill>
              </a:rPr>
              <a:t>YouTube:</a:t>
            </a:r>
            <a:br>
              <a:rPr lang="en-US" sz="2000" b="1" dirty="0">
                <a:solidFill>
                  <a:schemeClr val="tx1"/>
                </a:solidFill>
              </a:rPr>
            </a:br>
            <a:r>
              <a:rPr lang="en-US" sz="2000" b="0" dirty="0">
                <a:solidFill>
                  <a:schemeClr val="tx1"/>
                </a:solidFill>
              </a:rPr>
              <a:t>9Expert</a:t>
            </a:r>
            <a:endParaRPr lang="en-US" sz="2000" dirty="0">
              <a:solidFill>
                <a:schemeClr val="tx1"/>
              </a:solidFill>
            </a:endParaRPr>
          </a:p>
        </p:txBody>
      </p:sp>
      <p:sp>
        <p:nvSpPr>
          <p:cNvPr id="26" name="TextBox 25">
            <a:extLst>
              <a:ext uri="{FF2B5EF4-FFF2-40B4-BE49-F238E27FC236}">
                <a16:creationId xmlns:a16="http://schemas.microsoft.com/office/drawing/2014/main" id="{FDF65938-A5AF-7BD7-3777-D53B2EE72E75}"/>
              </a:ext>
            </a:extLst>
          </p:cNvPr>
          <p:cNvSpPr txBox="1"/>
          <p:nvPr/>
        </p:nvSpPr>
        <p:spPr>
          <a:xfrm>
            <a:off x="8298470" y="5097945"/>
            <a:ext cx="2794570" cy="707886"/>
          </a:xfrm>
          <a:prstGeom prst="rect">
            <a:avLst/>
          </a:prstGeom>
          <a:noFill/>
        </p:spPr>
        <p:txBody>
          <a:bodyPr wrap="square" rtlCol="0">
            <a:spAutoFit/>
          </a:bodyPr>
          <a:lstStyle/>
          <a:p>
            <a:pPr algn="ctr"/>
            <a:r>
              <a:rPr lang="en-US" sz="2000" b="1" dirty="0">
                <a:solidFill>
                  <a:schemeClr val="tx1"/>
                </a:solidFill>
              </a:rPr>
              <a:t>TikTok:</a:t>
            </a:r>
            <a:br>
              <a:rPr lang="en-US" sz="2000" b="1" dirty="0">
                <a:solidFill>
                  <a:schemeClr val="tx1"/>
                </a:solidFill>
              </a:rPr>
            </a:br>
            <a:r>
              <a:rPr lang="en-US" sz="2000" b="1" dirty="0">
                <a:solidFill>
                  <a:schemeClr val="tx1"/>
                </a:solidFill>
              </a:rPr>
              <a:t>@</a:t>
            </a:r>
            <a:r>
              <a:rPr lang="en-US" sz="2000" b="0" dirty="0">
                <a:solidFill>
                  <a:schemeClr val="tx1"/>
                </a:solidFill>
              </a:rPr>
              <a:t>9Expert</a:t>
            </a:r>
            <a:endParaRPr lang="en-US" sz="2000" dirty="0">
              <a:solidFill>
                <a:schemeClr val="tx1"/>
              </a:solidFill>
            </a:endParaRPr>
          </a:p>
        </p:txBody>
      </p:sp>
      <p:sp>
        <p:nvSpPr>
          <p:cNvPr id="27" name="TextBox 26">
            <a:extLst>
              <a:ext uri="{FF2B5EF4-FFF2-40B4-BE49-F238E27FC236}">
                <a16:creationId xmlns:a16="http://schemas.microsoft.com/office/drawing/2014/main" id="{3DA08863-F50E-B684-5B02-9FE9FCE59B7B}"/>
              </a:ext>
            </a:extLst>
          </p:cNvPr>
          <p:cNvSpPr txBox="1">
            <a:spLocks/>
          </p:cNvSpPr>
          <p:nvPr/>
        </p:nvSpPr>
        <p:spPr>
          <a:xfrm>
            <a:off x="3048000" y="693196"/>
            <a:ext cx="6096000" cy="1015663"/>
          </a:xfrm>
          <a:prstGeom prst="rect">
            <a:avLst/>
          </a:prstGeom>
          <a:noFill/>
        </p:spPr>
        <p:txBody>
          <a:bodyPr wrap="square">
            <a:spAutoFit/>
          </a:bodyPr>
          <a:lstStyle>
            <a:defPPr>
              <a:defRPr lang="th-TH"/>
            </a:defPPr>
            <a:lvl1pPr algn="ctr">
              <a:defRPr sz="5200" b="1">
                <a:solidFill>
                  <a:schemeClr val="accent2"/>
                </a:solidFill>
                <a:effectLst>
                  <a:reflection blurRad="76200" stA="28000" endPos="28000" dir="5400000" sy="-100000" algn="bl" rotWithShape="0"/>
                </a:effectLst>
                <a:cs typeface="LINE Seed Sans TH" panose="020B0303020203020204" pitchFamily="34" charset="-34"/>
              </a:defRPr>
            </a:lvl1pPr>
          </a:lstStyle>
          <a:p>
            <a:pPr lvl="0"/>
            <a:r>
              <a:rPr lang="en-US" sz="6000" dirty="0">
                <a:effectLst/>
              </a:rPr>
              <a:t>Social Media</a:t>
            </a:r>
          </a:p>
        </p:txBody>
      </p:sp>
      <p:sp>
        <p:nvSpPr>
          <p:cNvPr id="28" name="Footer Placeholder 4">
            <a:extLst>
              <a:ext uri="{FF2B5EF4-FFF2-40B4-BE49-F238E27FC236}">
                <a16:creationId xmlns:a16="http://schemas.microsoft.com/office/drawing/2014/main" id="{FF91A315-0876-2294-1768-A90822C9C9CF}"/>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9" name="Slide Number Placeholder 5">
            <a:extLst>
              <a:ext uri="{FF2B5EF4-FFF2-40B4-BE49-F238E27FC236}">
                <a16:creationId xmlns:a16="http://schemas.microsoft.com/office/drawing/2014/main" id="{643208A2-A6DC-ECF3-80C9-2A812D284E72}"/>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37255890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Get Rewar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88AF8BE6-8AD6-DDEA-EA7F-35C329AFB6FC}"/>
              </a:ext>
            </a:extLst>
          </p:cNvPr>
          <p:cNvSpPr txBox="1"/>
          <p:nvPr/>
        </p:nvSpPr>
        <p:spPr>
          <a:xfrm>
            <a:off x="1449354" y="1538949"/>
            <a:ext cx="9293290"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โดยทำตามขั้นตอนด้านล่างนี้</a:t>
            </a:r>
            <a:endParaRPr lang="en-US" sz="2600" b="1" dirty="0">
              <a:solidFill>
                <a:schemeClr val="tx1"/>
              </a:solidFill>
              <a:cs typeface="LINE Seed Sans TH" panose="020B0303020203020204" pitchFamily="34" charset="-34"/>
            </a:endParaRPr>
          </a:p>
        </p:txBody>
      </p:sp>
      <p:sp>
        <p:nvSpPr>
          <p:cNvPr id="23" name="TextBox 22">
            <a:extLst>
              <a:ext uri="{FF2B5EF4-FFF2-40B4-BE49-F238E27FC236}">
                <a16:creationId xmlns:a16="http://schemas.microsoft.com/office/drawing/2014/main" id="{AF3F5242-AE56-E910-6076-7BA61BFDFEA8}"/>
              </a:ext>
            </a:extLst>
          </p:cNvPr>
          <p:cNvSpPr txBox="1"/>
          <p:nvPr/>
        </p:nvSpPr>
        <p:spPr bwMode="hidden">
          <a:xfrm>
            <a:off x="2506099" y="675420"/>
            <a:ext cx="7179805" cy="892552"/>
          </a:xfrm>
          <a:prstGeom prst="rect">
            <a:avLst/>
          </a:prstGeom>
          <a:noFill/>
        </p:spPr>
        <p:txBody>
          <a:bodyPr wrap="square">
            <a:spAutoFit/>
          </a:bodyPr>
          <a:lstStyle/>
          <a:p>
            <a:pPr algn="ctr"/>
            <a:r>
              <a:rPr lang="th-TH" sz="5200" b="1" dirty="0">
                <a:solidFill>
                  <a:schemeClr val="accent2"/>
                </a:solidFill>
                <a:effectLst>
                  <a:reflection blurRad="76200" stA="28000" endPos="38000" dir="5400000" sy="-100000" algn="bl" rotWithShape="0"/>
                </a:effectLst>
                <a:cs typeface="LINE Seed Sans TH" panose="020B0303020203020204" pitchFamily="34" charset="-34"/>
              </a:rPr>
              <a:t>รับ</a:t>
            </a:r>
            <a:r>
              <a:rPr lang="th-TH"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ฟรี</a:t>
            </a:r>
            <a:r>
              <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 Sticker LINE</a:t>
            </a:r>
          </a:p>
        </p:txBody>
      </p:sp>
      <p:pic>
        <p:nvPicPr>
          <p:cNvPr id="42" name="Picture 41">
            <a:extLst>
              <a:ext uri="{FF2B5EF4-FFF2-40B4-BE49-F238E27FC236}">
                <a16:creationId xmlns:a16="http://schemas.microsoft.com/office/drawing/2014/main" id="{C40016EF-D482-BBCE-0013-45393DC015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82221" y="3121177"/>
            <a:ext cx="1868557" cy="1684333"/>
          </a:xfrm>
          <a:prstGeom prst="roundRect">
            <a:avLst>
              <a:gd name="adj" fmla="val 5738"/>
            </a:avLst>
          </a:prstGeom>
        </p:spPr>
      </p:pic>
      <p:pic>
        <p:nvPicPr>
          <p:cNvPr id="54" name="Picture 53">
            <a:extLst>
              <a:ext uri="{FF2B5EF4-FFF2-40B4-BE49-F238E27FC236}">
                <a16:creationId xmlns:a16="http://schemas.microsoft.com/office/drawing/2014/main" id="{5F4DC25D-E0C6-035A-63CE-C912A2ED96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717880" y="3083112"/>
            <a:ext cx="1796143" cy="1796143"/>
          </a:xfrm>
          <a:prstGeom prst="roundRect">
            <a:avLst>
              <a:gd name="adj" fmla="val 10657"/>
            </a:avLst>
          </a:prstGeom>
          <a:ln>
            <a:solidFill>
              <a:schemeClr val="tx1">
                <a:lumMod val="75000"/>
                <a:lumOff val="25000"/>
              </a:schemeClr>
            </a:solidFill>
          </a:ln>
        </p:spPr>
      </p:pic>
      <p:sp>
        <p:nvSpPr>
          <p:cNvPr id="1042" name="TextBox 1041">
            <a:extLst>
              <a:ext uri="{FF2B5EF4-FFF2-40B4-BE49-F238E27FC236}">
                <a16:creationId xmlns:a16="http://schemas.microsoft.com/office/drawing/2014/main" id="{01A6D6CB-6641-3EB5-03E1-819A4AEDAD97}"/>
              </a:ext>
            </a:extLst>
          </p:cNvPr>
          <p:cNvSpPr txBox="1"/>
          <p:nvPr/>
        </p:nvSpPr>
        <p:spPr>
          <a:xfrm>
            <a:off x="6638050" y="4963988"/>
            <a:ext cx="1955801" cy="572593"/>
          </a:xfrm>
          <a:prstGeom prst="rect">
            <a:avLst/>
          </a:prstGeom>
          <a:noFill/>
        </p:spPr>
        <p:txBody>
          <a:bodyPr wrap="square">
            <a:spAutoFit/>
          </a:bodyPr>
          <a:lstStyle>
            <a:defPPr>
              <a:defRPr lang="th-TH"/>
            </a:defPPr>
            <a:lvl1pPr indent="0" algn="ctr">
              <a:lnSpc>
                <a:spcPts val="1900"/>
              </a:lnSpc>
              <a:spcBef>
                <a:spcPts val="0"/>
              </a:spcBef>
              <a:spcAft>
                <a:spcPts val="0"/>
              </a:spcAft>
              <a:buNone/>
              <a:defRPr sz="1400">
                <a:solidFill>
                  <a:schemeClr val="tx2"/>
                </a:solidFill>
              </a:defRPr>
            </a:lvl1pPr>
          </a:lstStyle>
          <a:p>
            <a:pPr lvl="0"/>
            <a:r>
              <a:rPr lang="th-TH" sz="1400" dirty="0"/>
              <a:t> ส่งภาพแคปทั้ง 2 มาที่ </a:t>
            </a:r>
            <a:br>
              <a:rPr lang="th-TH" sz="1400" dirty="0"/>
            </a:br>
            <a:r>
              <a:rPr lang="en-US" sz="1400" dirty="0"/>
              <a:t>LINE @9Expert</a:t>
            </a:r>
          </a:p>
        </p:txBody>
      </p:sp>
      <p:sp>
        <p:nvSpPr>
          <p:cNvPr id="56" name="TextBox 55">
            <a:extLst>
              <a:ext uri="{FF2B5EF4-FFF2-40B4-BE49-F238E27FC236}">
                <a16:creationId xmlns:a16="http://schemas.microsoft.com/office/drawing/2014/main" id="{4A1A7BA3-E5A5-F7A2-C2D7-051DED33F35B}"/>
              </a:ext>
            </a:extLst>
          </p:cNvPr>
          <p:cNvSpPr txBox="1"/>
          <p:nvPr/>
        </p:nvSpPr>
        <p:spPr>
          <a:xfrm>
            <a:off x="838202" y="4919810"/>
            <a:ext cx="2346947" cy="816249"/>
          </a:xfrm>
          <a:prstGeom prst="rect">
            <a:avLst/>
          </a:prstGeom>
          <a:noFill/>
        </p:spPr>
        <p:txBody>
          <a:bodyPr wrap="square">
            <a:spAutoFit/>
          </a:bodyPr>
          <a:lstStyle/>
          <a:p>
            <a:pPr marL="0" indent="0" algn="ctr">
              <a:lnSpc>
                <a:spcPts val="1900"/>
              </a:lnSpc>
              <a:spcBef>
                <a:spcPts val="0"/>
              </a:spcBef>
              <a:spcAft>
                <a:spcPts val="0"/>
              </a:spcAft>
              <a:buNone/>
            </a:pPr>
            <a:r>
              <a:rPr lang="th-TH" sz="1400" dirty="0">
                <a:solidFill>
                  <a:schemeClr val="tx2"/>
                </a:solidFill>
              </a:rPr>
              <a:t>กดติดตามเพจ </a:t>
            </a:r>
            <a:r>
              <a:rPr lang="en-US" sz="1400" b="0" u="none" dirty="0">
                <a:solidFill>
                  <a:schemeClr val="tx2"/>
                </a:solidFill>
              </a:rPr>
              <a:t>Facebook</a:t>
            </a:r>
            <a:r>
              <a:rPr lang="en-US" sz="1400" dirty="0">
                <a:solidFill>
                  <a:schemeClr val="tx2"/>
                </a:solidFill>
              </a:rPr>
              <a:t> </a:t>
            </a:r>
            <a:br>
              <a:rPr lang="th-TH" sz="1400" dirty="0">
                <a:solidFill>
                  <a:schemeClr val="tx2"/>
                </a:solidFill>
              </a:rPr>
            </a:br>
            <a:r>
              <a:rPr lang="en-US" sz="1400" dirty="0">
                <a:solidFill>
                  <a:schemeClr val="tx2"/>
                </a:solidFill>
              </a:rPr>
              <a:t>9Expert Training</a:t>
            </a:r>
            <a:r>
              <a:rPr lang="en-US" sz="1400" baseline="0" dirty="0">
                <a:solidFill>
                  <a:schemeClr val="tx2"/>
                </a:solidFill>
              </a:rPr>
              <a:t> </a:t>
            </a:r>
            <a:br>
              <a:rPr lang="en-US" sz="1400" baseline="0" dirty="0">
                <a:solidFill>
                  <a:schemeClr val="tx2"/>
                </a:solidFill>
              </a:rPr>
            </a:br>
            <a:r>
              <a:rPr lang="th-TH" sz="1400" dirty="0">
                <a:solidFill>
                  <a:schemeClr val="tx2"/>
                </a:solidFill>
              </a:rPr>
              <a:t>และ </a:t>
            </a:r>
            <a:r>
              <a:rPr lang="en-US" sz="1400" dirty="0">
                <a:solidFill>
                  <a:schemeClr val="tx2"/>
                </a:solidFill>
              </a:rPr>
              <a:t>Capture</a:t>
            </a:r>
            <a:r>
              <a:rPr lang="th-TH" sz="1400" dirty="0">
                <a:solidFill>
                  <a:schemeClr val="tx2"/>
                </a:solidFill>
              </a:rPr>
              <a:t> เก็บไว้</a:t>
            </a:r>
            <a:endParaRPr lang="en-US" sz="1400" dirty="0">
              <a:solidFill>
                <a:schemeClr val="tx2"/>
              </a:solidFill>
            </a:endParaRPr>
          </a:p>
        </p:txBody>
      </p:sp>
      <p:grpSp>
        <p:nvGrpSpPr>
          <p:cNvPr id="1032" name="Group 1031">
            <a:extLst>
              <a:ext uri="{FF2B5EF4-FFF2-40B4-BE49-F238E27FC236}">
                <a16:creationId xmlns:a16="http://schemas.microsoft.com/office/drawing/2014/main" id="{CA96E00A-4A61-DD4C-9AFC-9979F17036C4}"/>
              </a:ext>
            </a:extLst>
          </p:cNvPr>
          <p:cNvGrpSpPr/>
          <p:nvPr/>
        </p:nvGrpSpPr>
        <p:grpSpPr>
          <a:xfrm>
            <a:off x="1003338" y="3083112"/>
            <a:ext cx="2016671" cy="1736470"/>
            <a:chOff x="1011005" y="2725198"/>
            <a:chExt cx="2864378" cy="2466394"/>
          </a:xfrm>
        </p:grpSpPr>
        <p:pic>
          <p:nvPicPr>
            <p:cNvPr id="62" name="Picture 61">
              <a:extLst>
                <a:ext uri="{FF2B5EF4-FFF2-40B4-BE49-F238E27FC236}">
                  <a16:creationId xmlns:a16="http://schemas.microsoft.com/office/drawing/2014/main" id="{FE236A38-3366-1B4B-0603-34C8BC5BBF5B}"/>
                </a:ext>
              </a:extLst>
            </p:cNvPr>
            <p:cNvPicPr>
              <a:picLocks noChangeAspect="1"/>
            </p:cNvPicPr>
            <p:nvPr/>
          </p:nvPicPr>
          <p:blipFill>
            <a:blip r:embed="rId5" cstate="print">
              <a:extLst>
                <a:ext uri="{28A0092B-C50C-407E-A947-70E740481C1C}">
                  <a14:useLocalDpi xmlns:a14="http://schemas.microsoft.com/office/drawing/2010/main" val="0"/>
                </a:ext>
              </a:extLst>
            </a:blip>
            <a:srcRect t="-16" b="58604"/>
            <a:stretch>
              <a:fillRect/>
            </a:stretch>
          </p:blipFill>
          <p:spPr>
            <a:xfrm>
              <a:off x="1141124" y="2821189"/>
              <a:ext cx="2606964" cy="2340471"/>
            </a:xfrm>
            <a:prstGeom prst="roundRect">
              <a:avLst>
                <a:gd name="adj" fmla="val 14632"/>
              </a:avLst>
            </a:prstGeom>
          </p:spPr>
        </p:pic>
        <p:sp>
          <p:nvSpPr>
            <p:cNvPr id="1024" name="Rectangle 1023">
              <a:extLst>
                <a:ext uri="{FF2B5EF4-FFF2-40B4-BE49-F238E27FC236}">
                  <a16:creationId xmlns:a16="http://schemas.microsoft.com/office/drawing/2014/main" id="{261F2B0D-57BC-676C-838F-0997D6B5BACD}"/>
                </a:ext>
              </a:extLst>
            </p:cNvPr>
            <p:cNvSpPr/>
            <p:nvPr/>
          </p:nvSpPr>
          <p:spPr bwMode="hidden">
            <a:xfrm>
              <a:off x="1141124" y="4805363"/>
              <a:ext cx="2606964" cy="356297"/>
            </a:xfrm>
            <a:prstGeom prst="rect">
              <a:avLst/>
            </a:prstGeom>
            <a:solidFill>
              <a:srgbClr val="FFFFFF"/>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58" name="Picture 57">
              <a:extLst>
                <a:ext uri="{FF2B5EF4-FFF2-40B4-BE49-F238E27FC236}">
                  <a16:creationId xmlns:a16="http://schemas.microsoft.com/office/drawing/2014/main" id="{A0587321-1143-B5A0-5EBD-22B49B7CC8A6}"/>
                </a:ext>
              </a:extLst>
            </p:cNvPr>
            <p:cNvPicPr>
              <a:picLocks noChangeAspect="1"/>
            </p:cNvPicPr>
            <p:nvPr/>
          </p:nvPicPr>
          <p:blipFill>
            <a:blip r:embed="rId6" cstate="print">
              <a:extLst>
                <a:ext uri="{28A0092B-C50C-407E-A947-70E740481C1C}">
                  <a14:useLocalDpi xmlns:a14="http://schemas.microsoft.com/office/drawing/2010/main" val="0"/>
                </a:ext>
              </a:extLst>
            </a:blip>
            <a:srcRect b="57808"/>
            <a:stretch>
              <a:fillRect/>
            </a:stretch>
          </p:blipFill>
          <p:spPr>
            <a:xfrm>
              <a:off x="1011005" y="2725198"/>
              <a:ext cx="2864378" cy="2466394"/>
            </a:xfrm>
            <a:prstGeom prst="rect">
              <a:avLst/>
            </a:prstGeom>
          </p:spPr>
        </p:pic>
      </p:grpSp>
      <p:pic>
        <p:nvPicPr>
          <p:cNvPr id="1043" name="Picture 1042" descr="A blue circle with a white letter f in it&#10;&#10;Description automatically generated">
            <a:extLst>
              <a:ext uri="{FF2B5EF4-FFF2-40B4-BE49-F238E27FC236}">
                <a16:creationId xmlns:a16="http://schemas.microsoft.com/office/drawing/2014/main" id="{404F77A1-618B-33FD-4600-41AB37E73BA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619986" y="4238410"/>
            <a:ext cx="610108" cy="618490"/>
          </a:xfrm>
          <a:prstGeom prst="rect">
            <a:avLst/>
          </a:prstGeom>
        </p:spPr>
      </p:pic>
      <p:grpSp>
        <p:nvGrpSpPr>
          <p:cNvPr id="1034" name="Group 1033">
            <a:extLst>
              <a:ext uri="{FF2B5EF4-FFF2-40B4-BE49-F238E27FC236}">
                <a16:creationId xmlns:a16="http://schemas.microsoft.com/office/drawing/2014/main" id="{BB833639-7000-C3DE-5039-F1C25475D9C6}"/>
              </a:ext>
            </a:extLst>
          </p:cNvPr>
          <p:cNvGrpSpPr/>
          <p:nvPr/>
        </p:nvGrpSpPr>
        <p:grpSpPr>
          <a:xfrm>
            <a:off x="3865197" y="3100103"/>
            <a:ext cx="2031219" cy="1748996"/>
            <a:chOff x="1011007" y="2748948"/>
            <a:chExt cx="2864378" cy="2466395"/>
          </a:xfrm>
        </p:grpSpPr>
        <p:pic>
          <p:nvPicPr>
            <p:cNvPr id="1035" name="Picture 1034">
              <a:extLst>
                <a:ext uri="{FF2B5EF4-FFF2-40B4-BE49-F238E27FC236}">
                  <a16:creationId xmlns:a16="http://schemas.microsoft.com/office/drawing/2014/main" id="{6C52A13F-1CE5-8F4F-2389-1A8CD98F2A11}"/>
                </a:ext>
              </a:extLst>
            </p:cNvPr>
            <p:cNvPicPr>
              <a:picLocks noChangeAspect="1"/>
            </p:cNvPicPr>
            <p:nvPr/>
          </p:nvPicPr>
          <p:blipFill>
            <a:blip r:embed="rId8" cstate="print">
              <a:extLst>
                <a:ext uri="{28A0092B-C50C-407E-A947-70E740481C1C}">
                  <a14:useLocalDpi xmlns:a14="http://schemas.microsoft.com/office/drawing/2010/main" val="0"/>
                </a:ext>
              </a:extLst>
            </a:blip>
            <a:srcRect t="16" b="58572"/>
            <a:stretch>
              <a:fillRect/>
            </a:stretch>
          </p:blipFill>
          <p:spPr>
            <a:xfrm>
              <a:off x="1141124" y="2821189"/>
              <a:ext cx="2606964" cy="2340471"/>
            </a:xfrm>
            <a:prstGeom prst="roundRect">
              <a:avLst>
                <a:gd name="adj" fmla="val 14632"/>
              </a:avLst>
            </a:prstGeom>
          </p:spPr>
        </p:pic>
        <p:pic>
          <p:nvPicPr>
            <p:cNvPr id="1037" name="Picture 1036">
              <a:extLst>
                <a:ext uri="{FF2B5EF4-FFF2-40B4-BE49-F238E27FC236}">
                  <a16:creationId xmlns:a16="http://schemas.microsoft.com/office/drawing/2014/main" id="{53FA71FA-D44E-FFD1-EE15-5652708E7193}"/>
                </a:ext>
              </a:extLst>
            </p:cNvPr>
            <p:cNvPicPr>
              <a:picLocks noChangeAspect="1"/>
            </p:cNvPicPr>
            <p:nvPr/>
          </p:nvPicPr>
          <p:blipFill>
            <a:blip r:embed="rId9" cstate="print">
              <a:extLst>
                <a:ext uri="{28A0092B-C50C-407E-A947-70E740481C1C}">
                  <a14:useLocalDpi xmlns:a14="http://schemas.microsoft.com/office/drawing/2010/main" val="0"/>
                </a:ext>
              </a:extLst>
            </a:blip>
            <a:srcRect b="57808"/>
            <a:stretch>
              <a:fillRect/>
            </a:stretch>
          </p:blipFill>
          <p:spPr>
            <a:xfrm>
              <a:off x="1011007" y="2748948"/>
              <a:ext cx="2864378" cy="2466395"/>
            </a:xfrm>
            <a:prstGeom prst="rect">
              <a:avLst/>
            </a:prstGeom>
          </p:spPr>
        </p:pic>
      </p:grpSp>
      <p:sp>
        <p:nvSpPr>
          <p:cNvPr id="1038" name="TextBox 1037">
            <a:extLst>
              <a:ext uri="{FF2B5EF4-FFF2-40B4-BE49-F238E27FC236}">
                <a16:creationId xmlns:a16="http://schemas.microsoft.com/office/drawing/2014/main" id="{8D72FA84-F666-B1CB-4996-F4B39E5D64F9}"/>
              </a:ext>
            </a:extLst>
          </p:cNvPr>
          <p:cNvSpPr txBox="1"/>
          <p:nvPr/>
        </p:nvSpPr>
        <p:spPr>
          <a:xfrm>
            <a:off x="3532538" y="4933210"/>
            <a:ext cx="2696536" cy="572593"/>
          </a:xfrm>
          <a:prstGeom prst="rect">
            <a:avLst/>
          </a:prstGeom>
          <a:noFill/>
        </p:spPr>
        <p:txBody>
          <a:bodyPr wrap="square">
            <a:spAutoFit/>
          </a:bodyPr>
          <a:lstStyle>
            <a:defPPr>
              <a:defRPr lang="th-TH"/>
            </a:defPPr>
            <a:lvl1pPr indent="0" algn="ctr">
              <a:lnSpc>
                <a:spcPts val="1900"/>
              </a:lnSpc>
              <a:spcBef>
                <a:spcPts val="0"/>
              </a:spcBef>
              <a:spcAft>
                <a:spcPts val="0"/>
              </a:spcAft>
              <a:buNone/>
              <a:defRPr sz="1400">
                <a:solidFill>
                  <a:schemeClr val="tx2"/>
                </a:solidFill>
              </a:defRPr>
            </a:lvl1pPr>
          </a:lstStyle>
          <a:p>
            <a:pPr lvl="0"/>
            <a:r>
              <a:rPr lang="th-TH" sz="1400" dirty="0"/>
              <a:t>กด </a:t>
            </a:r>
            <a:r>
              <a:rPr lang="en-US" sz="1400" dirty="0"/>
              <a:t>Subscribe </a:t>
            </a:r>
            <a:r>
              <a:rPr lang="th-TH" sz="1400" dirty="0"/>
              <a:t>ช่อง </a:t>
            </a:r>
            <a:r>
              <a:rPr lang="en-US" sz="1400" dirty="0"/>
              <a:t>YouTube 9Expert </a:t>
            </a:r>
            <a:r>
              <a:rPr lang="th-TH" sz="1400" dirty="0"/>
              <a:t>และ </a:t>
            </a:r>
            <a:r>
              <a:rPr lang="en-US" sz="1400" dirty="0"/>
              <a:t>Capture </a:t>
            </a:r>
            <a:r>
              <a:rPr lang="th-TH" sz="1400" dirty="0"/>
              <a:t>เก็บไว้</a:t>
            </a:r>
          </a:p>
        </p:txBody>
      </p:sp>
      <p:pic>
        <p:nvPicPr>
          <p:cNvPr id="1044" name="Picture 1043" descr="A red and white logo&#10;&#10;Description automatically generated">
            <a:extLst>
              <a:ext uri="{FF2B5EF4-FFF2-40B4-BE49-F238E27FC236}">
                <a16:creationId xmlns:a16="http://schemas.microsoft.com/office/drawing/2014/main" id="{20BBBE5F-09C9-64E0-F532-E39E425E55F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495050" y="4246896"/>
            <a:ext cx="622190" cy="622190"/>
          </a:xfrm>
          <a:prstGeom prst="rect">
            <a:avLst/>
          </a:prstGeom>
        </p:spPr>
      </p:pic>
      <p:sp>
        <p:nvSpPr>
          <p:cNvPr id="1051" name="TextBox 1050">
            <a:extLst>
              <a:ext uri="{FF2B5EF4-FFF2-40B4-BE49-F238E27FC236}">
                <a16:creationId xmlns:a16="http://schemas.microsoft.com/office/drawing/2014/main" id="{BFEF8D74-BC81-DFDD-7DB8-86D9A9959EA9}"/>
              </a:ext>
            </a:extLst>
          </p:cNvPr>
          <p:cNvSpPr txBox="1"/>
          <p:nvPr/>
        </p:nvSpPr>
        <p:spPr>
          <a:xfrm>
            <a:off x="9043025" y="4963988"/>
            <a:ext cx="2346947" cy="811569"/>
          </a:xfrm>
          <a:prstGeom prst="rect">
            <a:avLst/>
          </a:prstGeom>
          <a:noFill/>
        </p:spPr>
        <p:txBody>
          <a:bodyPr wrap="square">
            <a:spAutoFit/>
          </a:bodyPr>
          <a:lstStyle>
            <a:defPPr>
              <a:defRPr lang="th-TH"/>
            </a:defPPr>
            <a:lvl1pPr indent="0" algn="ctr">
              <a:lnSpc>
                <a:spcPts val="1900"/>
              </a:lnSpc>
              <a:spcBef>
                <a:spcPts val="0"/>
              </a:spcBef>
              <a:spcAft>
                <a:spcPts val="0"/>
              </a:spcAft>
              <a:buNone/>
              <a:defRPr sz="1400">
                <a:solidFill>
                  <a:schemeClr val="tx2"/>
                </a:solidFill>
              </a:defRPr>
            </a:lvl1pPr>
          </a:lstStyle>
          <a:p>
            <a:pPr lvl="0"/>
            <a:r>
              <a:rPr lang="th-TH" sz="1400" dirty="0"/>
              <a:t>พิมพ์คำว่า “รับรางวัล”แล้วเลือก </a:t>
            </a:r>
            <a:r>
              <a:rPr lang="en-US" sz="1400" dirty="0"/>
              <a:t>Sticker LINE </a:t>
            </a:r>
            <a:r>
              <a:rPr lang="th-TH" sz="1400" dirty="0"/>
              <a:t>ของ 9</a:t>
            </a:r>
            <a:r>
              <a:rPr lang="en-US" sz="1400" dirty="0"/>
              <a:t>Expert </a:t>
            </a:r>
            <a:r>
              <a:rPr lang="th-TH" sz="1400" dirty="0"/>
              <a:t>ได้เลย</a:t>
            </a:r>
          </a:p>
        </p:txBody>
      </p:sp>
      <p:sp>
        <p:nvSpPr>
          <p:cNvPr id="1053" name="Oval 1052">
            <a:extLst>
              <a:ext uri="{FF2B5EF4-FFF2-40B4-BE49-F238E27FC236}">
                <a16:creationId xmlns:a16="http://schemas.microsoft.com/office/drawing/2014/main" id="{23E22F5A-23D6-52EE-E962-68FFBBF74EB6}"/>
              </a:ext>
            </a:extLst>
          </p:cNvPr>
          <p:cNvSpPr/>
          <p:nvPr/>
        </p:nvSpPr>
        <p:spPr bwMode="ltGray">
          <a:xfrm>
            <a:off x="1730095" y="2251411"/>
            <a:ext cx="563159" cy="563159"/>
          </a:xfrm>
          <a:prstGeom prst="ellipse">
            <a:avLst/>
          </a:prstGeom>
          <a:solidFill>
            <a:schemeClr val="accent5"/>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en-US" sz="1800" b="1" dirty="0">
                <a:solidFill>
                  <a:schemeClr val="tx2"/>
                </a:solidFill>
              </a:rPr>
              <a:t>1</a:t>
            </a:r>
            <a:endParaRPr lang="th-TH" sz="1800" b="1" dirty="0">
              <a:solidFill>
                <a:schemeClr val="tx2"/>
              </a:solidFill>
            </a:endParaRPr>
          </a:p>
        </p:txBody>
      </p:sp>
      <p:sp>
        <p:nvSpPr>
          <p:cNvPr id="1054" name="Oval 1053">
            <a:extLst>
              <a:ext uri="{FF2B5EF4-FFF2-40B4-BE49-F238E27FC236}">
                <a16:creationId xmlns:a16="http://schemas.microsoft.com/office/drawing/2014/main" id="{C2ADF51E-1D39-B3CD-8D1A-86D8F0A470A5}"/>
              </a:ext>
            </a:extLst>
          </p:cNvPr>
          <p:cNvSpPr/>
          <p:nvPr/>
        </p:nvSpPr>
        <p:spPr bwMode="ltGray">
          <a:xfrm>
            <a:off x="4611030" y="2251411"/>
            <a:ext cx="563159" cy="563159"/>
          </a:xfrm>
          <a:prstGeom prst="ellipse">
            <a:avLst/>
          </a:prstGeom>
          <a:solidFill>
            <a:schemeClr val="accent5"/>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en-US" sz="1800" b="1" dirty="0">
                <a:solidFill>
                  <a:schemeClr val="tx2"/>
                </a:solidFill>
              </a:rPr>
              <a:t>2</a:t>
            </a:r>
            <a:endParaRPr lang="th-TH" sz="1800" b="1" dirty="0">
              <a:solidFill>
                <a:schemeClr val="tx2"/>
              </a:solidFill>
            </a:endParaRPr>
          </a:p>
        </p:txBody>
      </p:sp>
      <p:sp>
        <p:nvSpPr>
          <p:cNvPr id="1055" name="Oval 1054">
            <a:extLst>
              <a:ext uri="{FF2B5EF4-FFF2-40B4-BE49-F238E27FC236}">
                <a16:creationId xmlns:a16="http://schemas.microsoft.com/office/drawing/2014/main" id="{8C028075-E20D-787F-BFBD-1254664A2B74}"/>
              </a:ext>
            </a:extLst>
          </p:cNvPr>
          <p:cNvSpPr/>
          <p:nvPr/>
        </p:nvSpPr>
        <p:spPr bwMode="ltGray">
          <a:xfrm>
            <a:off x="7300062" y="2251411"/>
            <a:ext cx="563159" cy="563159"/>
          </a:xfrm>
          <a:prstGeom prst="ellipse">
            <a:avLst/>
          </a:prstGeom>
          <a:solidFill>
            <a:schemeClr val="accent5"/>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en-US" sz="1800" b="1" dirty="0">
                <a:solidFill>
                  <a:schemeClr val="tx2"/>
                </a:solidFill>
              </a:rPr>
              <a:t>3</a:t>
            </a:r>
            <a:endParaRPr lang="th-TH" sz="1800" b="1" dirty="0">
              <a:solidFill>
                <a:schemeClr val="tx2"/>
              </a:solidFill>
            </a:endParaRPr>
          </a:p>
        </p:txBody>
      </p:sp>
      <p:sp>
        <p:nvSpPr>
          <p:cNvPr id="1056" name="Oval 1055">
            <a:extLst>
              <a:ext uri="{FF2B5EF4-FFF2-40B4-BE49-F238E27FC236}">
                <a16:creationId xmlns:a16="http://schemas.microsoft.com/office/drawing/2014/main" id="{AA64C14F-794D-640F-330F-FD84B6C28B27}"/>
              </a:ext>
            </a:extLst>
          </p:cNvPr>
          <p:cNvSpPr/>
          <p:nvPr/>
        </p:nvSpPr>
        <p:spPr bwMode="ltGray">
          <a:xfrm>
            <a:off x="9934918" y="2251411"/>
            <a:ext cx="563159" cy="563159"/>
          </a:xfrm>
          <a:prstGeom prst="ellipse">
            <a:avLst/>
          </a:prstGeom>
          <a:solidFill>
            <a:schemeClr val="accent5"/>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en-US" sz="1800" b="1" dirty="0">
                <a:solidFill>
                  <a:schemeClr val="tx2"/>
                </a:solidFill>
              </a:rPr>
              <a:t>4</a:t>
            </a:r>
            <a:endParaRPr lang="th-TH" sz="1800" b="1" dirty="0">
              <a:solidFill>
                <a:schemeClr val="tx2"/>
              </a:solidFill>
            </a:endParaRPr>
          </a:p>
        </p:txBody>
      </p:sp>
      <p:cxnSp>
        <p:nvCxnSpPr>
          <p:cNvPr id="1058" name="Straight Arrow Connector 1057">
            <a:extLst>
              <a:ext uri="{FF2B5EF4-FFF2-40B4-BE49-F238E27FC236}">
                <a16:creationId xmlns:a16="http://schemas.microsoft.com/office/drawing/2014/main" id="{019E196D-7DF5-4126-616C-6EE529B1A62A}"/>
              </a:ext>
            </a:extLst>
          </p:cNvPr>
          <p:cNvCxnSpPr>
            <a:cxnSpLocks/>
          </p:cNvCxnSpPr>
          <p:nvPr/>
        </p:nvCxnSpPr>
        <p:spPr bwMode="ltGray">
          <a:xfrm>
            <a:off x="2497220" y="2536370"/>
            <a:ext cx="2036680" cy="0"/>
          </a:xfrm>
          <a:prstGeom prst="straightConnector1">
            <a:avLst/>
          </a:prstGeom>
          <a:ln>
            <a:solidFill>
              <a:srgbClr val="B7C3D4"/>
            </a:solidFill>
            <a:tailEnd type="triangle"/>
          </a:ln>
        </p:spPr>
        <p:style>
          <a:lnRef idx="2">
            <a:schemeClr val="accent3"/>
          </a:lnRef>
          <a:fillRef idx="0">
            <a:schemeClr val="accent3"/>
          </a:fillRef>
          <a:effectRef idx="1">
            <a:schemeClr val="accent3"/>
          </a:effectRef>
          <a:fontRef idx="minor">
            <a:schemeClr val="tx1"/>
          </a:fontRef>
        </p:style>
      </p:cxnSp>
      <p:cxnSp>
        <p:nvCxnSpPr>
          <p:cNvPr id="1059" name="Straight Arrow Connector 1058">
            <a:extLst>
              <a:ext uri="{FF2B5EF4-FFF2-40B4-BE49-F238E27FC236}">
                <a16:creationId xmlns:a16="http://schemas.microsoft.com/office/drawing/2014/main" id="{BB6FE562-B37C-5DFB-D0E5-4AF925E25621}"/>
              </a:ext>
            </a:extLst>
          </p:cNvPr>
          <p:cNvCxnSpPr/>
          <p:nvPr/>
        </p:nvCxnSpPr>
        <p:spPr bwMode="ltGray">
          <a:xfrm>
            <a:off x="5288044" y="2536370"/>
            <a:ext cx="1932737" cy="0"/>
          </a:xfrm>
          <a:prstGeom prst="straightConnector1">
            <a:avLst/>
          </a:prstGeom>
          <a:ln>
            <a:solidFill>
              <a:srgbClr val="B7C3D4"/>
            </a:solidFill>
            <a:tailEnd type="triangle"/>
          </a:ln>
        </p:spPr>
        <p:style>
          <a:lnRef idx="2">
            <a:schemeClr val="accent3"/>
          </a:lnRef>
          <a:fillRef idx="0">
            <a:schemeClr val="accent3"/>
          </a:fillRef>
          <a:effectRef idx="1">
            <a:schemeClr val="accent3"/>
          </a:effectRef>
          <a:fontRef idx="minor">
            <a:schemeClr val="tx1"/>
          </a:fontRef>
        </p:style>
      </p:cxnSp>
      <p:cxnSp>
        <p:nvCxnSpPr>
          <p:cNvPr id="1060" name="Straight Arrow Connector 1059">
            <a:extLst>
              <a:ext uri="{FF2B5EF4-FFF2-40B4-BE49-F238E27FC236}">
                <a16:creationId xmlns:a16="http://schemas.microsoft.com/office/drawing/2014/main" id="{68CC84BE-865A-5B7C-D068-B2041986DAA9}"/>
              </a:ext>
            </a:extLst>
          </p:cNvPr>
          <p:cNvCxnSpPr/>
          <p:nvPr/>
        </p:nvCxnSpPr>
        <p:spPr bwMode="ltGray">
          <a:xfrm>
            <a:off x="7942503" y="2536370"/>
            <a:ext cx="1932737" cy="0"/>
          </a:xfrm>
          <a:prstGeom prst="straightConnector1">
            <a:avLst/>
          </a:prstGeom>
          <a:ln>
            <a:solidFill>
              <a:srgbClr val="B7C3D4"/>
            </a:solidFill>
            <a:tailEnd type="triangle"/>
          </a:ln>
        </p:spPr>
        <p:style>
          <a:lnRef idx="2">
            <a:schemeClr val="accent3"/>
          </a:lnRef>
          <a:fillRef idx="0">
            <a:schemeClr val="accent3"/>
          </a:fillRef>
          <a:effectRef idx="1">
            <a:schemeClr val="accent3"/>
          </a:effectRef>
          <a:fontRef idx="minor">
            <a:schemeClr val="tx1"/>
          </a:fontRef>
        </p:style>
      </p:cxnSp>
      <p:sp>
        <p:nvSpPr>
          <p:cNvPr id="1061" name="TextBox 1060">
            <a:extLst>
              <a:ext uri="{FF2B5EF4-FFF2-40B4-BE49-F238E27FC236}">
                <a16:creationId xmlns:a16="http://schemas.microsoft.com/office/drawing/2014/main" id="{D734586A-B6CE-E63F-4408-B920C7733205}"/>
              </a:ext>
            </a:extLst>
          </p:cNvPr>
          <p:cNvSpPr txBox="1"/>
          <p:nvPr/>
        </p:nvSpPr>
        <p:spPr>
          <a:xfrm>
            <a:off x="2506098" y="675420"/>
            <a:ext cx="7179805" cy="892552"/>
          </a:xfrm>
          <a:prstGeom prst="rect">
            <a:avLst/>
          </a:prstGeom>
          <a:noFill/>
        </p:spPr>
        <p:txBody>
          <a:bodyPr wrap="square">
            <a:spAutoFit/>
          </a:bodyPr>
          <a:lstStyle/>
          <a:p>
            <a:pPr algn="ctr"/>
            <a:r>
              <a:rPr lang="th-TH" sz="5200" b="1" dirty="0">
                <a:solidFill>
                  <a:schemeClr val="accent2"/>
                </a:solidFill>
                <a:effectLst/>
                <a:cs typeface="LINE Seed Sans TH" panose="020B0303020203020204" pitchFamily="34" charset="-34"/>
              </a:rPr>
              <a:t>รับ</a:t>
            </a:r>
            <a:r>
              <a:rPr lang="th-TH" sz="5200" b="1" kern="1200" dirty="0">
                <a:solidFill>
                  <a:schemeClr val="accent2"/>
                </a:solidFill>
                <a:effectLst/>
                <a:latin typeface="+mn-lt"/>
                <a:ea typeface="+mj-ea"/>
                <a:cs typeface="LINE Seed Sans TH" panose="020B0303020203020204" pitchFamily="34" charset="-34"/>
              </a:rPr>
              <a:t>ฟรี</a:t>
            </a:r>
            <a:r>
              <a:rPr lang="en-US" sz="5200" b="1" kern="1200" dirty="0">
                <a:solidFill>
                  <a:schemeClr val="accent2"/>
                </a:solidFill>
                <a:effectLst/>
                <a:latin typeface="+mn-lt"/>
                <a:ea typeface="+mj-ea"/>
                <a:cs typeface="LINE Seed Sans TH" panose="020B0303020203020204" pitchFamily="34" charset="-34"/>
              </a:rPr>
              <a:t>! Sticker LINE</a:t>
            </a:r>
          </a:p>
        </p:txBody>
      </p:sp>
      <p:sp>
        <p:nvSpPr>
          <p:cNvPr id="1063" name="Footer Placeholder 4">
            <a:extLst>
              <a:ext uri="{FF2B5EF4-FFF2-40B4-BE49-F238E27FC236}">
                <a16:creationId xmlns:a16="http://schemas.microsoft.com/office/drawing/2014/main" id="{DDD93699-2ECF-467F-9F08-9E837249460C}"/>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064" name="Slide Number Placeholder 5">
            <a:extLst>
              <a:ext uri="{FF2B5EF4-FFF2-40B4-BE49-F238E27FC236}">
                <a16:creationId xmlns:a16="http://schemas.microsoft.com/office/drawing/2014/main" id="{2373594F-5CC9-712D-FDCF-7BD6EDE338CD}"/>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
        <p:nvSpPr>
          <p:cNvPr id="4" name="Rectangle: Rounded Corners 3">
            <a:extLst>
              <a:ext uri="{FF2B5EF4-FFF2-40B4-BE49-F238E27FC236}">
                <a16:creationId xmlns:a16="http://schemas.microsoft.com/office/drawing/2014/main" id="{1AEA633F-37C7-12D8-25A2-BEF07FCF76E2}"/>
              </a:ext>
            </a:extLst>
          </p:cNvPr>
          <p:cNvSpPr/>
          <p:nvPr/>
        </p:nvSpPr>
        <p:spPr bwMode="white">
          <a:xfrm>
            <a:off x="10081956" y="3170413"/>
            <a:ext cx="269081" cy="90487"/>
          </a:xfrm>
          <a:prstGeom prst="roundRect">
            <a:avLst>
              <a:gd name="adj" fmla="val 50000"/>
            </a:avLst>
          </a:prstGeom>
          <a:solidFill>
            <a:srgbClr val="FFFFFF"/>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6" name="Picture 5">
            <a:extLst>
              <a:ext uri="{FF2B5EF4-FFF2-40B4-BE49-F238E27FC236}">
                <a16:creationId xmlns:a16="http://schemas.microsoft.com/office/drawing/2014/main" id="{22FA8244-D3CE-25B2-1158-99E3C3EE9B2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bwMode="black">
          <a:xfrm>
            <a:off x="10129453" y="3187136"/>
            <a:ext cx="171153" cy="56127"/>
          </a:xfrm>
          <a:prstGeom prst="rect">
            <a:avLst/>
          </a:prstGeom>
        </p:spPr>
      </p:pic>
    </p:spTree>
    <p:extLst>
      <p:ext uri="{BB962C8B-B14F-4D97-AF65-F5344CB8AC3E}">
        <p14:creationId xmlns:p14="http://schemas.microsoft.com/office/powerpoint/2010/main" val="37865918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Facebook_Grou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E2BBD1-48DD-38E4-F063-B5E488841A12}"/>
              </a:ext>
            </a:extLst>
          </p:cNvPr>
          <p:cNvPicPr>
            <a:picLocks noChangeAspect="1"/>
          </p:cNvPicPr>
          <p:nvPr/>
        </p:nvPicPr>
        <p:blipFill>
          <a:blip r:embed="rId3"/>
          <a:stretch>
            <a:fillRect/>
          </a:stretch>
        </p:blipFill>
        <p:spPr>
          <a:xfrm>
            <a:off x="1508249" y="2366258"/>
            <a:ext cx="4415904" cy="2981414"/>
          </a:xfrm>
          <a:prstGeom prst="rect">
            <a:avLst/>
          </a:prstGeom>
        </p:spPr>
      </p:pic>
      <p:sp>
        <p:nvSpPr>
          <p:cNvPr id="10" name="TextBox 9">
            <a:extLst>
              <a:ext uri="{FF2B5EF4-FFF2-40B4-BE49-F238E27FC236}">
                <a16:creationId xmlns:a16="http://schemas.microsoft.com/office/drawing/2014/main" id="{88AF8BE6-8AD6-DDEA-EA7F-35C329AFB6FC}"/>
              </a:ext>
            </a:extLst>
          </p:cNvPr>
          <p:cNvSpPr txBox="1"/>
          <p:nvPr/>
        </p:nvSpPr>
        <p:spPr>
          <a:xfrm>
            <a:off x="1449354" y="1538949"/>
            <a:ext cx="9293290"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กลุ่ม </a:t>
            </a:r>
            <a:r>
              <a:rPr lang="en-US" sz="2600" b="1" dirty="0">
                <a:solidFill>
                  <a:schemeClr val="tx1"/>
                </a:solidFill>
                <a:cs typeface="LINE Seed Sans TH" panose="020B0303020203020204" pitchFamily="34" charset="-34"/>
              </a:rPr>
              <a:t>Facebook Community </a:t>
            </a:r>
            <a:r>
              <a:rPr lang="th-TH" sz="2600" b="1" dirty="0">
                <a:solidFill>
                  <a:schemeClr val="tx1"/>
                </a:solidFill>
                <a:cs typeface="LINE Seed Sans TH" panose="020B0303020203020204" pitchFamily="34" charset="-34"/>
              </a:rPr>
              <a:t>ด้านต่างๆ </a:t>
            </a:r>
            <a:endParaRPr lang="en-US" sz="2600" b="1" dirty="0">
              <a:solidFill>
                <a:schemeClr val="tx1"/>
              </a:solidFill>
              <a:cs typeface="LINE Seed Sans TH" panose="020B0303020203020204" pitchFamily="34" charset="-34"/>
            </a:endParaRPr>
          </a:p>
        </p:txBody>
      </p:sp>
      <p:sp>
        <p:nvSpPr>
          <p:cNvPr id="23" name="TextBox 22">
            <a:extLst>
              <a:ext uri="{FF2B5EF4-FFF2-40B4-BE49-F238E27FC236}">
                <a16:creationId xmlns:a16="http://schemas.microsoft.com/office/drawing/2014/main" id="{AF3F5242-AE56-E910-6076-7BA61BFDFEA8}"/>
              </a:ext>
            </a:extLst>
          </p:cNvPr>
          <p:cNvSpPr txBox="1"/>
          <p:nvPr/>
        </p:nvSpPr>
        <p:spPr bwMode="hidden">
          <a:xfrm>
            <a:off x="2257936" y="675420"/>
            <a:ext cx="7676128" cy="892552"/>
          </a:xfrm>
          <a:prstGeom prst="rect">
            <a:avLst/>
          </a:prstGeom>
          <a:noFill/>
        </p:spPr>
        <p:txBody>
          <a:bodyPr wrap="square">
            <a:spAutoFit/>
          </a:bodyPr>
          <a:lstStyle/>
          <a:p>
            <a:pPr algn="ctr"/>
            <a:r>
              <a:rPr lang="en-US" sz="5200" b="1" dirty="0">
                <a:solidFill>
                  <a:schemeClr val="accent2"/>
                </a:solidFill>
                <a:effectLst>
                  <a:reflection blurRad="76200" stA="28000" endPos="38000" dir="5400000" sy="-100000" algn="bl" rotWithShape="0"/>
                </a:effectLst>
                <a:cs typeface="LINE Seed Sans TH" panose="020B0303020203020204" pitchFamily="34" charset="-34"/>
              </a:rPr>
              <a:t>Facebook Community</a:t>
            </a:r>
            <a:endPar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endParaRPr>
          </a:p>
        </p:txBody>
      </p:sp>
      <p:sp>
        <p:nvSpPr>
          <p:cNvPr id="1061" name="TextBox 1060">
            <a:extLst>
              <a:ext uri="{FF2B5EF4-FFF2-40B4-BE49-F238E27FC236}">
                <a16:creationId xmlns:a16="http://schemas.microsoft.com/office/drawing/2014/main" id="{D734586A-B6CE-E63F-4408-B920C7733205}"/>
              </a:ext>
            </a:extLst>
          </p:cNvPr>
          <p:cNvSpPr txBox="1"/>
          <p:nvPr/>
        </p:nvSpPr>
        <p:spPr>
          <a:xfrm>
            <a:off x="2258166" y="671505"/>
            <a:ext cx="7676130" cy="892552"/>
          </a:xfrm>
          <a:prstGeom prst="rect">
            <a:avLst/>
          </a:prstGeom>
          <a:noFill/>
        </p:spPr>
        <p:txBody>
          <a:bodyPr wrap="square">
            <a:spAutoFit/>
          </a:bodyPr>
          <a:lstStyle/>
          <a:p>
            <a:pPr algn="ctr"/>
            <a:r>
              <a:rPr lang="en-US" sz="5200" b="1" kern="1200" dirty="0">
                <a:solidFill>
                  <a:schemeClr val="accent2"/>
                </a:solidFill>
                <a:effectLst/>
                <a:latin typeface="+mn-lt"/>
                <a:ea typeface="+mj-ea"/>
                <a:cs typeface="LINE Seed Sans TH" panose="020B0303020203020204" pitchFamily="34" charset="-34"/>
              </a:rPr>
              <a:t>Facebook Community</a:t>
            </a:r>
          </a:p>
        </p:txBody>
      </p:sp>
      <p:pic>
        <p:nvPicPr>
          <p:cNvPr id="3" name="Picture 2">
            <a:extLst>
              <a:ext uri="{FF2B5EF4-FFF2-40B4-BE49-F238E27FC236}">
                <a16:creationId xmlns:a16="http://schemas.microsoft.com/office/drawing/2014/main" id="{823AD050-2685-75F0-2420-08BE3D086A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5785" y="1993291"/>
            <a:ext cx="5410200" cy="3606800"/>
          </a:xfrm>
          <a:prstGeom prst="rect">
            <a:avLst/>
          </a:prstGeom>
        </p:spPr>
      </p:pic>
      <p:sp>
        <p:nvSpPr>
          <p:cNvPr id="8" name="TextBox 7">
            <a:extLst>
              <a:ext uri="{FF2B5EF4-FFF2-40B4-BE49-F238E27FC236}">
                <a16:creationId xmlns:a16="http://schemas.microsoft.com/office/drawing/2014/main" id="{9A57E5DF-E620-736E-6B2A-7033ED115E88}"/>
              </a:ext>
            </a:extLst>
          </p:cNvPr>
          <p:cNvSpPr txBox="1"/>
          <p:nvPr/>
        </p:nvSpPr>
        <p:spPr>
          <a:xfrm>
            <a:off x="8255550" y="2462278"/>
            <a:ext cx="2410096" cy="369332"/>
          </a:xfrm>
          <a:prstGeom prst="rect">
            <a:avLst/>
          </a:prstGeom>
          <a:noFill/>
        </p:spPr>
        <p:txBody>
          <a:bodyPr wrap="square" rtlCol="0">
            <a:spAutoFit/>
          </a:bodyPr>
          <a:lstStyle/>
          <a:p>
            <a:pPr algn="ctr"/>
            <a:r>
              <a:rPr lang="th-TH" sz="1800" dirty="0"/>
              <a:t>สแกนเพื่อเข้ากลุ่มต่างๆ </a:t>
            </a:r>
            <a:r>
              <a:rPr lang="en-US" sz="1800" dirty="0"/>
              <a:t>: </a:t>
            </a:r>
          </a:p>
        </p:txBody>
      </p:sp>
      <p:pic>
        <p:nvPicPr>
          <p:cNvPr id="9" name="Picture 2">
            <a:extLst>
              <a:ext uri="{FF2B5EF4-FFF2-40B4-BE49-F238E27FC236}">
                <a16:creationId xmlns:a16="http://schemas.microsoft.com/office/drawing/2014/main" id="{02653FAD-145E-2DA7-E490-6C7F63E3AD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48549" y="3001812"/>
            <a:ext cx="2024099" cy="2024099"/>
          </a:xfrm>
          <a:prstGeom prst="roundRect">
            <a:avLst>
              <a:gd name="adj" fmla="val 7867"/>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430C846C-9237-CFF3-5BB4-EFA4B522E52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60032" y="3708442"/>
            <a:ext cx="2524073" cy="1751722"/>
          </a:xfrm>
          <a:prstGeom prst="rect">
            <a:avLst/>
          </a:prstGeom>
        </p:spPr>
      </p:pic>
      <p:pic>
        <p:nvPicPr>
          <p:cNvPr id="12" name="Picture 11">
            <a:extLst>
              <a:ext uri="{FF2B5EF4-FFF2-40B4-BE49-F238E27FC236}">
                <a16:creationId xmlns:a16="http://schemas.microsoft.com/office/drawing/2014/main" id="{046BCFA8-2692-C6FE-BE13-CE3E0DE9A9D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831891" y="3575993"/>
            <a:ext cx="2791126" cy="2024099"/>
          </a:xfrm>
          <a:prstGeom prst="rect">
            <a:avLst/>
          </a:prstGeom>
        </p:spPr>
      </p:pic>
      <p:pic>
        <p:nvPicPr>
          <p:cNvPr id="18" name="Picture 17">
            <a:extLst>
              <a:ext uri="{FF2B5EF4-FFF2-40B4-BE49-F238E27FC236}">
                <a16:creationId xmlns:a16="http://schemas.microsoft.com/office/drawing/2014/main" id="{54FA830C-C351-4F8D-9C91-021FDD253E8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97830" y="3913318"/>
            <a:ext cx="766662" cy="1662076"/>
          </a:xfrm>
          <a:prstGeom prst="roundRect">
            <a:avLst/>
          </a:prstGeom>
        </p:spPr>
      </p:pic>
      <p:pic>
        <p:nvPicPr>
          <p:cNvPr id="16" name="Picture 15">
            <a:extLst>
              <a:ext uri="{FF2B5EF4-FFF2-40B4-BE49-F238E27FC236}">
                <a16:creationId xmlns:a16="http://schemas.microsoft.com/office/drawing/2014/main" id="{F9105EFE-4EA9-9EFC-69AC-83A7CEEAB30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65853" y="3888942"/>
            <a:ext cx="833547" cy="1701116"/>
          </a:xfrm>
          <a:prstGeom prst="rect">
            <a:avLst/>
          </a:prstGeom>
        </p:spPr>
      </p:pic>
      <p:cxnSp>
        <p:nvCxnSpPr>
          <p:cNvPr id="20" name="Straight Connector 19">
            <a:extLst>
              <a:ext uri="{FF2B5EF4-FFF2-40B4-BE49-F238E27FC236}">
                <a16:creationId xmlns:a16="http://schemas.microsoft.com/office/drawing/2014/main" id="{A513C6F2-A0F4-7BCB-38E3-A7BD4EB080ED}"/>
              </a:ext>
            </a:extLst>
          </p:cNvPr>
          <p:cNvCxnSpPr/>
          <p:nvPr/>
        </p:nvCxnSpPr>
        <p:spPr>
          <a:xfrm>
            <a:off x="7553325" y="2769755"/>
            <a:ext cx="0" cy="2238375"/>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sp>
        <p:nvSpPr>
          <p:cNvPr id="21" name="Footer Placeholder 4">
            <a:extLst>
              <a:ext uri="{FF2B5EF4-FFF2-40B4-BE49-F238E27FC236}">
                <a16:creationId xmlns:a16="http://schemas.microsoft.com/office/drawing/2014/main" id="{CB0DB02C-F168-ED5B-0EF2-63459AAA9C33}"/>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2" name="Slide Number Placeholder 5">
            <a:extLst>
              <a:ext uri="{FF2B5EF4-FFF2-40B4-BE49-F238E27FC236}">
                <a16:creationId xmlns:a16="http://schemas.microsoft.com/office/drawing/2014/main" id="{013D2CB7-3307-DC4F-9BD3-5EAB6F46848A}"/>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5289642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Get_Certific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BA1AA9-E971-7758-1D21-22C87999D098}"/>
              </a:ext>
            </a:extLst>
          </p:cNvPr>
          <p:cNvSpPr txBox="1"/>
          <p:nvPr/>
        </p:nvSpPr>
        <p:spPr>
          <a:xfrm>
            <a:off x="3866231" y="1538949"/>
            <a:ext cx="4459539"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เกณฑ์ประเมินการรับวุฒิบัตร</a:t>
            </a:r>
            <a:endParaRPr lang="en-US" sz="2600" b="1" dirty="0">
              <a:solidFill>
                <a:schemeClr val="tx1"/>
              </a:solidFill>
              <a:cs typeface="LINE Seed Sans TH" panose="020B0303020203020204" pitchFamily="34" charset="-34"/>
            </a:endParaRPr>
          </a:p>
        </p:txBody>
      </p:sp>
      <p:sp>
        <p:nvSpPr>
          <p:cNvPr id="6" name="TextBox 5">
            <a:extLst>
              <a:ext uri="{FF2B5EF4-FFF2-40B4-BE49-F238E27FC236}">
                <a16:creationId xmlns:a16="http://schemas.microsoft.com/office/drawing/2014/main" id="{35324275-0409-2459-D431-F1F8770B592D}"/>
              </a:ext>
            </a:extLst>
          </p:cNvPr>
          <p:cNvSpPr txBox="1"/>
          <p:nvPr/>
        </p:nvSpPr>
        <p:spPr bwMode="hidden">
          <a:xfrm>
            <a:off x="2257936" y="675420"/>
            <a:ext cx="7676128" cy="892552"/>
          </a:xfrm>
          <a:prstGeom prst="rect">
            <a:avLst/>
          </a:prstGeom>
          <a:noFill/>
        </p:spPr>
        <p:txBody>
          <a:bodyPr wrap="square">
            <a:spAutoFit/>
          </a:bodyPr>
          <a:lstStyle/>
          <a:p>
            <a:pPr algn="ctr"/>
            <a:r>
              <a:rPr lang="th-TH"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เกณฑ์การรับวุฒิบัตร</a:t>
            </a:r>
            <a:endPar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endParaRPr>
          </a:p>
        </p:txBody>
      </p:sp>
      <p:sp>
        <p:nvSpPr>
          <p:cNvPr id="7" name="TextBox 6">
            <a:extLst>
              <a:ext uri="{FF2B5EF4-FFF2-40B4-BE49-F238E27FC236}">
                <a16:creationId xmlns:a16="http://schemas.microsoft.com/office/drawing/2014/main" id="{412C6CCF-A0E2-C167-8D04-C9476583F5C5}"/>
              </a:ext>
            </a:extLst>
          </p:cNvPr>
          <p:cNvSpPr txBox="1"/>
          <p:nvPr/>
        </p:nvSpPr>
        <p:spPr>
          <a:xfrm>
            <a:off x="2258166" y="675420"/>
            <a:ext cx="7676130" cy="892552"/>
          </a:xfrm>
          <a:prstGeom prst="rect">
            <a:avLst/>
          </a:prstGeom>
          <a:noFill/>
        </p:spPr>
        <p:txBody>
          <a:bodyPr wrap="square">
            <a:spAutoFit/>
          </a:bodyPr>
          <a:lstStyle/>
          <a:p>
            <a:pPr algn="ctr"/>
            <a:r>
              <a:rPr lang="th-TH" sz="5200" b="1" kern="1200" dirty="0">
                <a:solidFill>
                  <a:schemeClr val="accent2"/>
                </a:solidFill>
                <a:effectLst/>
                <a:latin typeface="+mn-lt"/>
                <a:ea typeface="+mj-ea"/>
                <a:cs typeface="LINE Seed Sans TH" panose="020B0303020203020204" pitchFamily="34" charset="-34"/>
              </a:rPr>
              <a:t>เกณฑ์การรับวุฒิบัตร</a:t>
            </a:r>
            <a:endParaRPr lang="en-US" sz="5200" b="1" kern="1200" dirty="0">
              <a:solidFill>
                <a:schemeClr val="accent2"/>
              </a:solidFill>
              <a:effectLst/>
              <a:latin typeface="+mn-lt"/>
              <a:ea typeface="+mj-ea"/>
              <a:cs typeface="LINE Seed Sans TH" panose="020B0303020203020204" pitchFamily="34" charset="-34"/>
            </a:endParaRPr>
          </a:p>
        </p:txBody>
      </p:sp>
      <p:sp>
        <p:nvSpPr>
          <p:cNvPr id="8" name="Arc 7">
            <a:extLst>
              <a:ext uri="{FF2B5EF4-FFF2-40B4-BE49-F238E27FC236}">
                <a16:creationId xmlns:a16="http://schemas.microsoft.com/office/drawing/2014/main" id="{282DF750-7425-4FF1-F2AA-348BDFB130A3}"/>
              </a:ext>
            </a:extLst>
          </p:cNvPr>
          <p:cNvSpPr/>
          <p:nvPr/>
        </p:nvSpPr>
        <p:spPr>
          <a:xfrm>
            <a:off x="838201" y="3247106"/>
            <a:ext cx="1581504" cy="1581504"/>
          </a:xfrm>
          <a:prstGeom prst="arc">
            <a:avLst>
              <a:gd name="adj1" fmla="val 16200000"/>
              <a:gd name="adj2" fmla="val 12050041"/>
            </a:avLst>
          </a:prstGeom>
          <a:ln w="273050" cap="rnd">
            <a:gradFill flip="none" rotWithShape="1">
              <a:gsLst>
                <a:gs pos="0">
                  <a:schemeClr val="accent3"/>
                </a:gs>
                <a:gs pos="57000">
                  <a:schemeClr val="accent2"/>
                </a:gs>
                <a:gs pos="100000">
                  <a:schemeClr val="accent1"/>
                </a:gs>
              </a:gsLst>
              <a:lin ang="16800000" scaled="0"/>
              <a:tileRect/>
            </a:gra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th-TH" sz="1800"/>
          </a:p>
        </p:txBody>
      </p:sp>
      <p:sp>
        <p:nvSpPr>
          <p:cNvPr id="10" name="TextBox 9">
            <a:extLst>
              <a:ext uri="{FF2B5EF4-FFF2-40B4-BE49-F238E27FC236}">
                <a16:creationId xmlns:a16="http://schemas.microsoft.com/office/drawing/2014/main" id="{53D4B181-BBDE-2B68-E862-FD72DEFCF119}"/>
              </a:ext>
            </a:extLst>
          </p:cNvPr>
          <p:cNvSpPr txBox="1"/>
          <p:nvPr/>
        </p:nvSpPr>
        <p:spPr>
          <a:xfrm>
            <a:off x="916670" y="3778458"/>
            <a:ext cx="1424571" cy="584775"/>
          </a:xfrm>
          <a:prstGeom prst="rect">
            <a:avLst/>
          </a:prstGeom>
          <a:noFill/>
        </p:spPr>
        <p:txBody>
          <a:bodyPr wrap="square" rtlCol="0">
            <a:spAutoFit/>
          </a:bodyPr>
          <a:lstStyle/>
          <a:p>
            <a:pPr algn="ctr"/>
            <a:r>
              <a:rPr lang="en-US" sz="3200" b="1" dirty="0">
                <a:solidFill>
                  <a:schemeClr val="tx1"/>
                </a:solidFill>
              </a:rPr>
              <a:t>80%</a:t>
            </a:r>
            <a:endParaRPr lang="th-TH" sz="3200" b="1" dirty="0">
              <a:solidFill>
                <a:schemeClr val="tx1"/>
              </a:solidFill>
            </a:endParaRPr>
          </a:p>
        </p:txBody>
      </p:sp>
      <p:sp>
        <p:nvSpPr>
          <p:cNvPr id="17" name="TextBox 16">
            <a:extLst>
              <a:ext uri="{FF2B5EF4-FFF2-40B4-BE49-F238E27FC236}">
                <a16:creationId xmlns:a16="http://schemas.microsoft.com/office/drawing/2014/main" id="{6B1DFC4D-91F7-B834-5FF2-E06D2C422066}"/>
              </a:ext>
            </a:extLst>
          </p:cNvPr>
          <p:cNvSpPr txBox="1"/>
          <p:nvPr/>
        </p:nvSpPr>
        <p:spPr>
          <a:xfrm>
            <a:off x="892028" y="2450189"/>
            <a:ext cx="1473853" cy="461665"/>
          </a:xfrm>
          <a:prstGeom prst="rect">
            <a:avLst/>
          </a:prstGeom>
          <a:noFill/>
        </p:spPr>
        <p:txBody>
          <a:bodyPr wrap="square" rtlCol="0">
            <a:spAutoFit/>
          </a:bodyPr>
          <a:lstStyle/>
          <a:p>
            <a:pPr algn="ctr"/>
            <a:r>
              <a:rPr lang="en-US" sz="2400" b="1" dirty="0">
                <a:solidFill>
                  <a:schemeClr val="tx1"/>
                </a:solidFill>
              </a:rPr>
              <a:t>Time</a:t>
            </a:r>
          </a:p>
        </p:txBody>
      </p:sp>
      <p:sp>
        <p:nvSpPr>
          <p:cNvPr id="18" name="TextBox 17">
            <a:extLst>
              <a:ext uri="{FF2B5EF4-FFF2-40B4-BE49-F238E27FC236}">
                <a16:creationId xmlns:a16="http://schemas.microsoft.com/office/drawing/2014/main" id="{2F06AD13-BD24-2DDC-C7BD-87347180BABB}"/>
              </a:ext>
            </a:extLst>
          </p:cNvPr>
          <p:cNvSpPr txBox="1"/>
          <p:nvPr/>
        </p:nvSpPr>
        <p:spPr>
          <a:xfrm>
            <a:off x="5475850" y="2450188"/>
            <a:ext cx="1473853" cy="461665"/>
          </a:xfrm>
          <a:prstGeom prst="rect">
            <a:avLst/>
          </a:prstGeom>
          <a:noFill/>
        </p:spPr>
        <p:txBody>
          <a:bodyPr wrap="square" rtlCol="0">
            <a:spAutoFit/>
          </a:bodyPr>
          <a:lstStyle/>
          <a:p>
            <a:pPr algn="ctr"/>
            <a:r>
              <a:rPr lang="en-US" sz="2400" b="1" dirty="0">
                <a:solidFill>
                  <a:schemeClr val="tx1"/>
                </a:solidFill>
              </a:rPr>
              <a:t>Posttest</a:t>
            </a:r>
          </a:p>
        </p:txBody>
      </p:sp>
      <p:sp>
        <p:nvSpPr>
          <p:cNvPr id="19" name="TextBox 18">
            <a:extLst>
              <a:ext uri="{FF2B5EF4-FFF2-40B4-BE49-F238E27FC236}">
                <a16:creationId xmlns:a16="http://schemas.microsoft.com/office/drawing/2014/main" id="{72E743A3-C790-7459-E859-F0E41B2B96CC}"/>
              </a:ext>
            </a:extLst>
          </p:cNvPr>
          <p:cNvSpPr txBox="1"/>
          <p:nvPr/>
        </p:nvSpPr>
        <p:spPr>
          <a:xfrm>
            <a:off x="3032828" y="2450188"/>
            <a:ext cx="1856735" cy="461665"/>
          </a:xfrm>
          <a:prstGeom prst="rect">
            <a:avLst/>
          </a:prstGeom>
          <a:noFill/>
        </p:spPr>
        <p:txBody>
          <a:bodyPr wrap="square" rtlCol="0">
            <a:spAutoFit/>
          </a:bodyPr>
          <a:lstStyle/>
          <a:p>
            <a:pPr algn="ctr"/>
            <a:r>
              <a:rPr lang="en-US" sz="2400" b="1" dirty="0">
                <a:solidFill>
                  <a:schemeClr val="tx1"/>
                </a:solidFill>
              </a:rPr>
              <a:t>Workshop</a:t>
            </a:r>
          </a:p>
        </p:txBody>
      </p:sp>
      <p:sp>
        <p:nvSpPr>
          <p:cNvPr id="20" name="Arc 19">
            <a:extLst>
              <a:ext uri="{FF2B5EF4-FFF2-40B4-BE49-F238E27FC236}">
                <a16:creationId xmlns:a16="http://schemas.microsoft.com/office/drawing/2014/main" id="{6E0E5CCA-D5F8-623B-81AC-088FAE1DFAAA}"/>
              </a:ext>
            </a:extLst>
          </p:cNvPr>
          <p:cNvSpPr/>
          <p:nvPr/>
        </p:nvSpPr>
        <p:spPr>
          <a:xfrm>
            <a:off x="3124108" y="3247106"/>
            <a:ext cx="1581504" cy="1581504"/>
          </a:xfrm>
          <a:prstGeom prst="arc">
            <a:avLst>
              <a:gd name="adj1" fmla="val 16200000"/>
              <a:gd name="adj2" fmla="val 9686684"/>
            </a:avLst>
          </a:prstGeom>
          <a:ln w="273050" cap="rnd">
            <a:gradFill flip="none" rotWithShape="1">
              <a:gsLst>
                <a:gs pos="0">
                  <a:schemeClr val="accent3"/>
                </a:gs>
                <a:gs pos="57000">
                  <a:schemeClr val="accent2"/>
                </a:gs>
                <a:gs pos="100000">
                  <a:schemeClr val="accent1"/>
                </a:gs>
              </a:gsLst>
              <a:lin ang="16800000" scaled="0"/>
              <a:tileRect/>
            </a:gra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th-TH" sz="1800"/>
          </a:p>
        </p:txBody>
      </p:sp>
      <p:sp>
        <p:nvSpPr>
          <p:cNvPr id="21" name="Oval 20">
            <a:extLst>
              <a:ext uri="{FF2B5EF4-FFF2-40B4-BE49-F238E27FC236}">
                <a16:creationId xmlns:a16="http://schemas.microsoft.com/office/drawing/2014/main" id="{0A9DE8A4-5CAF-D7D2-FF27-6D12F114AF6A}"/>
              </a:ext>
            </a:extLst>
          </p:cNvPr>
          <p:cNvSpPr/>
          <p:nvPr/>
        </p:nvSpPr>
        <p:spPr bwMode="black">
          <a:xfrm>
            <a:off x="3787744" y="3112294"/>
            <a:ext cx="254232" cy="271017"/>
          </a:xfrm>
          <a:prstGeom prst="ellipse">
            <a:avLst/>
          </a:prstGeom>
          <a:solidFill>
            <a:srgbClr val="0764FF"/>
          </a:soli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22" name="TextBox 21">
            <a:extLst>
              <a:ext uri="{FF2B5EF4-FFF2-40B4-BE49-F238E27FC236}">
                <a16:creationId xmlns:a16="http://schemas.microsoft.com/office/drawing/2014/main" id="{9E62C3C5-B997-6891-7A7D-942DC5359605}"/>
              </a:ext>
            </a:extLst>
          </p:cNvPr>
          <p:cNvSpPr txBox="1"/>
          <p:nvPr/>
        </p:nvSpPr>
        <p:spPr>
          <a:xfrm>
            <a:off x="3202575" y="3778458"/>
            <a:ext cx="1424571" cy="584775"/>
          </a:xfrm>
          <a:prstGeom prst="rect">
            <a:avLst/>
          </a:prstGeom>
          <a:noFill/>
        </p:spPr>
        <p:txBody>
          <a:bodyPr wrap="square" rtlCol="0">
            <a:spAutoFit/>
          </a:bodyPr>
          <a:lstStyle/>
          <a:p>
            <a:pPr algn="ctr"/>
            <a:r>
              <a:rPr lang="en-US" sz="3200" b="1" dirty="0">
                <a:solidFill>
                  <a:schemeClr val="tx1"/>
                </a:solidFill>
              </a:rPr>
              <a:t>70%</a:t>
            </a:r>
            <a:endParaRPr lang="th-TH" sz="3200" b="1" dirty="0">
              <a:solidFill>
                <a:schemeClr val="tx1"/>
              </a:solidFill>
            </a:endParaRPr>
          </a:p>
        </p:txBody>
      </p:sp>
      <p:sp>
        <p:nvSpPr>
          <p:cNvPr id="23" name="Arc 22">
            <a:extLst>
              <a:ext uri="{FF2B5EF4-FFF2-40B4-BE49-F238E27FC236}">
                <a16:creationId xmlns:a16="http://schemas.microsoft.com/office/drawing/2014/main" id="{7D5DD56D-AD26-A5D2-0F30-2F9AE3F1E26D}"/>
              </a:ext>
            </a:extLst>
          </p:cNvPr>
          <p:cNvSpPr/>
          <p:nvPr/>
        </p:nvSpPr>
        <p:spPr>
          <a:xfrm>
            <a:off x="5475849" y="3247106"/>
            <a:ext cx="1581504" cy="1581504"/>
          </a:xfrm>
          <a:prstGeom prst="arc">
            <a:avLst>
              <a:gd name="adj1" fmla="val 16200000"/>
              <a:gd name="adj2" fmla="val 9686684"/>
            </a:avLst>
          </a:prstGeom>
          <a:ln w="273050" cap="rnd">
            <a:gradFill flip="none" rotWithShape="1">
              <a:gsLst>
                <a:gs pos="0">
                  <a:schemeClr val="accent3"/>
                </a:gs>
                <a:gs pos="57000">
                  <a:schemeClr val="accent2"/>
                </a:gs>
                <a:gs pos="100000">
                  <a:schemeClr val="accent1"/>
                </a:gs>
              </a:gsLst>
              <a:lin ang="16800000" scaled="0"/>
              <a:tileRect/>
            </a:gra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th-TH" sz="1800"/>
          </a:p>
        </p:txBody>
      </p:sp>
      <p:sp>
        <p:nvSpPr>
          <p:cNvPr id="25" name="TextBox 24">
            <a:extLst>
              <a:ext uri="{FF2B5EF4-FFF2-40B4-BE49-F238E27FC236}">
                <a16:creationId xmlns:a16="http://schemas.microsoft.com/office/drawing/2014/main" id="{6D0BEAF4-1334-5193-640F-5A6524534CDE}"/>
              </a:ext>
            </a:extLst>
          </p:cNvPr>
          <p:cNvSpPr txBox="1"/>
          <p:nvPr/>
        </p:nvSpPr>
        <p:spPr>
          <a:xfrm>
            <a:off x="5554316" y="3778458"/>
            <a:ext cx="1424571" cy="584775"/>
          </a:xfrm>
          <a:prstGeom prst="rect">
            <a:avLst/>
          </a:prstGeom>
          <a:noFill/>
        </p:spPr>
        <p:txBody>
          <a:bodyPr wrap="square" rtlCol="0">
            <a:spAutoFit/>
          </a:bodyPr>
          <a:lstStyle/>
          <a:p>
            <a:pPr algn="ctr"/>
            <a:r>
              <a:rPr lang="en-US" sz="3200" b="1" dirty="0">
                <a:solidFill>
                  <a:schemeClr val="tx1"/>
                </a:solidFill>
              </a:rPr>
              <a:t>70%</a:t>
            </a:r>
            <a:endParaRPr lang="th-TH" sz="3200" b="1" dirty="0">
              <a:solidFill>
                <a:schemeClr val="tx1"/>
              </a:solidFill>
            </a:endParaRPr>
          </a:p>
        </p:txBody>
      </p:sp>
      <p:pic>
        <p:nvPicPr>
          <p:cNvPr id="26" name="Picture 25">
            <a:extLst>
              <a:ext uri="{FF2B5EF4-FFF2-40B4-BE49-F238E27FC236}">
                <a16:creationId xmlns:a16="http://schemas.microsoft.com/office/drawing/2014/main" id="{FAB541DC-BB38-94EE-AE3E-160E764792E7}"/>
              </a:ext>
            </a:extLst>
          </p:cNvPr>
          <p:cNvPicPr>
            <a:picLocks noChangeAspect="1"/>
          </p:cNvPicPr>
          <p:nvPr/>
        </p:nvPicPr>
        <p:blipFill>
          <a:blip r:embed="rId3" cstate="print">
            <a:extLst>
              <a:ext uri="{28A0092B-C50C-407E-A947-70E740481C1C}">
                <a14:useLocalDpi xmlns:a14="http://schemas.microsoft.com/office/drawing/2010/main" val="0"/>
              </a:ext>
            </a:extLst>
          </a:blip>
          <a:srcRect l="16" r="16"/>
          <a:stretch/>
        </p:blipFill>
        <p:spPr>
          <a:xfrm>
            <a:off x="7958249" y="2588837"/>
            <a:ext cx="3628000" cy="2564543"/>
          </a:xfrm>
          <a:prstGeom prst="roundRect">
            <a:avLst>
              <a:gd name="adj" fmla="val 5894"/>
            </a:avLst>
          </a:prstGeom>
          <a:ln w="28575">
            <a:solidFill>
              <a:srgbClr val="19B5FE"/>
            </a:solidFill>
          </a:ln>
        </p:spPr>
      </p:pic>
      <p:sp>
        <p:nvSpPr>
          <p:cNvPr id="27" name="TextBox 26">
            <a:extLst>
              <a:ext uri="{FF2B5EF4-FFF2-40B4-BE49-F238E27FC236}">
                <a16:creationId xmlns:a16="http://schemas.microsoft.com/office/drawing/2014/main" id="{3C24D434-165C-9781-AEE2-A9939E47D18B}"/>
              </a:ext>
            </a:extLst>
          </p:cNvPr>
          <p:cNvSpPr txBox="1"/>
          <p:nvPr/>
        </p:nvSpPr>
        <p:spPr>
          <a:xfrm>
            <a:off x="8613009" y="1988522"/>
            <a:ext cx="2318480" cy="461665"/>
          </a:xfrm>
          <a:prstGeom prst="rect">
            <a:avLst/>
          </a:prstGeom>
          <a:noFill/>
        </p:spPr>
        <p:txBody>
          <a:bodyPr wrap="square" rtlCol="0">
            <a:spAutoFit/>
          </a:bodyPr>
          <a:lstStyle/>
          <a:p>
            <a:pPr algn="ctr"/>
            <a:r>
              <a:rPr lang="en-US" sz="2400" b="1" dirty="0">
                <a:solidFill>
                  <a:schemeClr val="tx1"/>
                </a:solidFill>
              </a:rPr>
              <a:t>E-Certificate</a:t>
            </a:r>
          </a:p>
        </p:txBody>
      </p:sp>
      <p:sp>
        <p:nvSpPr>
          <p:cNvPr id="33" name="Footer Placeholder 4">
            <a:extLst>
              <a:ext uri="{FF2B5EF4-FFF2-40B4-BE49-F238E27FC236}">
                <a16:creationId xmlns:a16="http://schemas.microsoft.com/office/drawing/2014/main" id="{CF182FC4-EABA-7FDB-A1D9-14EB03DC40B8}"/>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34" name="Slide Number Placeholder 5">
            <a:extLst>
              <a:ext uri="{FF2B5EF4-FFF2-40B4-BE49-F238E27FC236}">
                <a16:creationId xmlns:a16="http://schemas.microsoft.com/office/drawing/2014/main" id="{94B8EECF-0075-B9BA-6CB4-67D6BEF17901}"/>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
        <p:nvSpPr>
          <p:cNvPr id="35" name="Oval 34">
            <a:extLst>
              <a:ext uri="{FF2B5EF4-FFF2-40B4-BE49-F238E27FC236}">
                <a16:creationId xmlns:a16="http://schemas.microsoft.com/office/drawing/2014/main" id="{54C76493-67AC-15E0-1E71-62FE9BB9D1C7}"/>
              </a:ext>
            </a:extLst>
          </p:cNvPr>
          <p:cNvSpPr/>
          <p:nvPr/>
        </p:nvSpPr>
        <p:spPr bwMode="black">
          <a:xfrm>
            <a:off x="6139484" y="3112294"/>
            <a:ext cx="254232" cy="271017"/>
          </a:xfrm>
          <a:prstGeom prst="ellipse">
            <a:avLst/>
          </a:prstGeom>
          <a:solidFill>
            <a:srgbClr val="0764FF"/>
          </a:soli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36" name="Oval 35">
            <a:extLst>
              <a:ext uri="{FF2B5EF4-FFF2-40B4-BE49-F238E27FC236}">
                <a16:creationId xmlns:a16="http://schemas.microsoft.com/office/drawing/2014/main" id="{B615A674-0170-4686-23F8-0389BAD5CFFE}"/>
              </a:ext>
            </a:extLst>
          </p:cNvPr>
          <p:cNvSpPr/>
          <p:nvPr/>
        </p:nvSpPr>
        <p:spPr bwMode="black">
          <a:xfrm>
            <a:off x="1501837" y="3112294"/>
            <a:ext cx="254232" cy="271017"/>
          </a:xfrm>
          <a:prstGeom prst="ellipse">
            <a:avLst/>
          </a:prstGeom>
          <a:solidFill>
            <a:srgbClr val="0764FF"/>
          </a:soli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2" name="Rectangle 1">
            <a:extLst>
              <a:ext uri="{FF2B5EF4-FFF2-40B4-BE49-F238E27FC236}">
                <a16:creationId xmlns:a16="http://schemas.microsoft.com/office/drawing/2014/main" id="{0079103A-31D5-E002-C6CA-1192C5A1A05F}"/>
              </a:ext>
            </a:extLst>
          </p:cNvPr>
          <p:cNvSpPr/>
          <p:nvPr/>
        </p:nvSpPr>
        <p:spPr bwMode="white">
          <a:xfrm>
            <a:off x="10604500" y="4660900"/>
            <a:ext cx="927100" cy="279400"/>
          </a:xfrm>
          <a:prstGeom prst="rect">
            <a:avLst/>
          </a:prstGeom>
          <a:solidFill>
            <a:srgbClr val="FFFFFF"/>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4" name="Picture 3">
            <a:extLst>
              <a:ext uri="{FF2B5EF4-FFF2-40B4-BE49-F238E27FC236}">
                <a16:creationId xmlns:a16="http://schemas.microsoft.com/office/drawing/2014/main" id="{91763B43-9881-4619-B205-D18F9247855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black">
          <a:xfrm>
            <a:off x="10706112" y="4674708"/>
            <a:ext cx="723876" cy="237382"/>
          </a:xfrm>
          <a:prstGeom prst="rect">
            <a:avLst/>
          </a:prstGeom>
        </p:spPr>
      </p:pic>
    </p:spTree>
    <p:extLst>
      <p:ext uri="{BB962C8B-B14F-4D97-AF65-F5344CB8AC3E}">
        <p14:creationId xmlns:p14="http://schemas.microsoft.com/office/powerpoint/2010/main" val="200622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par>
                                <p:cTn id="13" presetID="21" presetClass="entr" presetSubtype="1"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heel(1)">
                                      <p:cBhvr>
                                        <p:cTn id="15" dur="20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par>
                                <p:cTn id="21" presetID="21" presetClass="entr" presetSubtype="1"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heel(1)">
                                      <p:cBhvr>
                                        <p:cTn id="23" dur="2000"/>
                                        <p:tgtEl>
                                          <p:spTgt spid="23"/>
                                        </p:tgtEl>
                                      </p:cBhvr>
                                    </p:animEffect>
                                  </p:childTnLst>
                                </p:cTn>
                              </p:par>
                              <p:par>
                                <p:cTn id="24" presetID="42"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1000"/>
                                        <p:tgtEl>
                                          <p:spTgt spid="26"/>
                                        </p:tgtEl>
                                      </p:cBhvr>
                                    </p:animEffect>
                                    <p:anim calcmode="lin" valueType="num">
                                      <p:cBhvr>
                                        <p:cTn id="27" dur="1000" fill="hold"/>
                                        <p:tgtEl>
                                          <p:spTgt spid="26"/>
                                        </p:tgtEl>
                                        <p:attrNameLst>
                                          <p:attrName>ppt_x</p:attrName>
                                        </p:attrNameLst>
                                      </p:cBhvr>
                                      <p:tavLst>
                                        <p:tav tm="0">
                                          <p:val>
                                            <p:strVal val="#ppt_x"/>
                                          </p:val>
                                        </p:tav>
                                        <p:tav tm="100000">
                                          <p:val>
                                            <p:strVal val="#ppt_x"/>
                                          </p:val>
                                        </p:tav>
                                      </p:tavLst>
                                    </p:anim>
                                    <p:anim calcmode="lin" valueType="num">
                                      <p:cBhvr>
                                        <p:cTn id="2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animBg="1"/>
      <p:bldP spid="21" grpId="0" animBg="1"/>
      <p:bldP spid="23" grpId="0" animBg="1"/>
      <p:bldP spid="35" grpId="0" animBg="1"/>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ime_Attend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F1BF608-64B0-7080-7588-12E2BF03512D}"/>
              </a:ext>
            </a:extLst>
          </p:cNvPr>
          <p:cNvSpPr txBox="1"/>
          <p:nvPr/>
        </p:nvSpPr>
        <p:spPr>
          <a:xfrm>
            <a:off x="2934449" y="1538951"/>
            <a:ext cx="6323103"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แนะนำเวลาการอบรมกับ </a:t>
            </a:r>
            <a:r>
              <a:rPr lang="en-US" sz="2600" b="1" dirty="0">
                <a:solidFill>
                  <a:schemeClr val="tx1"/>
                </a:solidFill>
                <a:cs typeface="LINE Seed Sans TH" panose="020B0303020203020204" pitchFamily="34" charset="-34"/>
              </a:rPr>
              <a:t>9Expert Training</a:t>
            </a:r>
          </a:p>
        </p:txBody>
      </p:sp>
      <p:sp>
        <p:nvSpPr>
          <p:cNvPr id="10" name="TextBox 9">
            <a:extLst>
              <a:ext uri="{FF2B5EF4-FFF2-40B4-BE49-F238E27FC236}">
                <a16:creationId xmlns:a16="http://schemas.microsoft.com/office/drawing/2014/main" id="{F820E408-4C0F-1204-54E1-FC5839DDD7B9}"/>
              </a:ext>
            </a:extLst>
          </p:cNvPr>
          <p:cNvSpPr txBox="1"/>
          <p:nvPr/>
        </p:nvSpPr>
        <p:spPr bwMode="hidden">
          <a:xfrm>
            <a:off x="2257936" y="675420"/>
            <a:ext cx="7676128" cy="892552"/>
          </a:xfrm>
          <a:prstGeom prst="rect">
            <a:avLst/>
          </a:prstGeom>
          <a:noFill/>
        </p:spPr>
        <p:txBody>
          <a:bodyPr wrap="square">
            <a:spAutoFit/>
          </a:bodyPr>
          <a:lstStyle/>
          <a:p>
            <a:pPr algn="ctr"/>
            <a:r>
              <a:rPr lang="th-TH"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แนะนำเวลาการอบรม</a:t>
            </a:r>
            <a:endPar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endParaRPr>
          </a:p>
        </p:txBody>
      </p:sp>
      <p:sp>
        <p:nvSpPr>
          <p:cNvPr id="11" name="TextBox 10">
            <a:extLst>
              <a:ext uri="{FF2B5EF4-FFF2-40B4-BE49-F238E27FC236}">
                <a16:creationId xmlns:a16="http://schemas.microsoft.com/office/drawing/2014/main" id="{FEBDE5C1-5920-BFDE-1A54-F855C705F7E3}"/>
              </a:ext>
            </a:extLst>
          </p:cNvPr>
          <p:cNvSpPr txBox="1"/>
          <p:nvPr/>
        </p:nvSpPr>
        <p:spPr>
          <a:xfrm>
            <a:off x="2258166" y="675420"/>
            <a:ext cx="7676130" cy="892552"/>
          </a:xfrm>
          <a:prstGeom prst="rect">
            <a:avLst/>
          </a:prstGeom>
          <a:noFill/>
        </p:spPr>
        <p:txBody>
          <a:bodyPr wrap="square">
            <a:spAutoFit/>
          </a:bodyPr>
          <a:lstStyle/>
          <a:p>
            <a:pPr algn="ctr"/>
            <a:r>
              <a:rPr lang="th-TH" sz="5200" b="1" kern="1200" dirty="0">
                <a:solidFill>
                  <a:schemeClr val="accent2"/>
                </a:solidFill>
                <a:effectLst/>
                <a:latin typeface="+mn-lt"/>
                <a:ea typeface="+mj-ea"/>
                <a:cs typeface="LINE Seed Sans TH" panose="020B0303020203020204" pitchFamily="34" charset="-34"/>
              </a:rPr>
              <a:t>แนะนำเวลาการอบรม</a:t>
            </a:r>
            <a:endParaRPr lang="en-US" sz="5200" b="1" kern="1200" dirty="0">
              <a:solidFill>
                <a:schemeClr val="accent2"/>
              </a:solidFill>
              <a:effectLst/>
              <a:latin typeface="+mn-lt"/>
              <a:ea typeface="+mj-ea"/>
              <a:cs typeface="LINE Seed Sans TH" panose="020B0303020203020204" pitchFamily="34" charset="-34"/>
            </a:endParaRPr>
          </a:p>
        </p:txBody>
      </p:sp>
      <p:grpSp>
        <p:nvGrpSpPr>
          <p:cNvPr id="12" name="Group 11">
            <a:extLst>
              <a:ext uri="{FF2B5EF4-FFF2-40B4-BE49-F238E27FC236}">
                <a16:creationId xmlns:a16="http://schemas.microsoft.com/office/drawing/2014/main" id="{098AE5D4-A89B-D3CE-F447-8BB0D05A1425}"/>
              </a:ext>
            </a:extLst>
          </p:cNvPr>
          <p:cNvGrpSpPr/>
          <p:nvPr/>
        </p:nvGrpSpPr>
        <p:grpSpPr>
          <a:xfrm>
            <a:off x="838200" y="2432576"/>
            <a:ext cx="1356982" cy="523220"/>
            <a:chOff x="880475" y="1970559"/>
            <a:chExt cx="1356982" cy="523220"/>
          </a:xfrm>
        </p:grpSpPr>
        <p:grpSp>
          <p:nvGrpSpPr>
            <p:cNvPr id="13" name="Group 12">
              <a:extLst>
                <a:ext uri="{FF2B5EF4-FFF2-40B4-BE49-F238E27FC236}">
                  <a16:creationId xmlns:a16="http://schemas.microsoft.com/office/drawing/2014/main" id="{CBDCF1AD-F5FE-DBCB-A803-6D4C03FDDBD8}"/>
                </a:ext>
              </a:extLst>
            </p:cNvPr>
            <p:cNvGrpSpPr/>
            <p:nvPr/>
          </p:nvGrpSpPr>
          <p:grpSpPr>
            <a:xfrm>
              <a:off x="880475" y="1970854"/>
              <a:ext cx="411480" cy="411480"/>
              <a:chOff x="838199" y="5211096"/>
              <a:chExt cx="885975" cy="885975"/>
            </a:xfrm>
          </p:grpSpPr>
          <p:grpSp>
            <p:nvGrpSpPr>
              <p:cNvPr id="15" name="Group 14">
                <a:extLst>
                  <a:ext uri="{FF2B5EF4-FFF2-40B4-BE49-F238E27FC236}">
                    <a16:creationId xmlns:a16="http://schemas.microsoft.com/office/drawing/2014/main" id="{E7616EF6-E1B0-6C77-5326-055D89B28358}"/>
                  </a:ext>
                </a:extLst>
              </p:cNvPr>
              <p:cNvGrpSpPr/>
              <p:nvPr/>
            </p:nvGrpSpPr>
            <p:grpSpPr bwMode="gray">
              <a:xfrm>
                <a:off x="838199" y="5211096"/>
                <a:ext cx="885975" cy="885975"/>
                <a:chOff x="865641" y="1173737"/>
                <a:chExt cx="868166" cy="868166"/>
              </a:xfrm>
            </p:grpSpPr>
            <p:sp>
              <p:nvSpPr>
                <p:cNvPr id="17" name="Oval 16">
                  <a:extLst>
                    <a:ext uri="{FF2B5EF4-FFF2-40B4-BE49-F238E27FC236}">
                      <a16:creationId xmlns:a16="http://schemas.microsoft.com/office/drawing/2014/main" id="{DE1D6D47-FBDE-19D7-E63B-40FA4F436C78}"/>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18" name="Oval 17">
                  <a:extLst>
                    <a:ext uri="{FF2B5EF4-FFF2-40B4-BE49-F238E27FC236}">
                      <a16:creationId xmlns:a16="http://schemas.microsoft.com/office/drawing/2014/main" id="{CFADDBAB-3AE9-EC0D-9AB2-52EAA57E27FA}"/>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16" name="Graphic 15" descr="Stopwatch with solid fill">
                <a:extLst>
                  <a:ext uri="{FF2B5EF4-FFF2-40B4-BE49-F238E27FC236}">
                    <a16:creationId xmlns:a16="http://schemas.microsoft.com/office/drawing/2014/main" id="{3840ECF9-8ED1-95CE-D5AA-A8E09898CD8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974278" y="5352607"/>
                <a:ext cx="613818" cy="613818"/>
              </a:xfrm>
              <a:prstGeom prst="rect">
                <a:avLst/>
              </a:prstGeom>
            </p:spPr>
          </p:pic>
        </p:grpSp>
        <p:sp>
          <p:nvSpPr>
            <p:cNvPr id="14" name="TextBox 13">
              <a:extLst>
                <a:ext uri="{FF2B5EF4-FFF2-40B4-BE49-F238E27FC236}">
                  <a16:creationId xmlns:a16="http://schemas.microsoft.com/office/drawing/2014/main" id="{C85AE4B9-CFCB-D9EF-44C1-7906EC32CB76}"/>
                </a:ext>
              </a:extLst>
            </p:cNvPr>
            <p:cNvSpPr txBox="1"/>
            <p:nvPr/>
          </p:nvSpPr>
          <p:spPr>
            <a:xfrm>
              <a:off x="1330621" y="1970559"/>
              <a:ext cx="906836" cy="523220"/>
            </a:xfrm>
            <a:prstGeom prst="rect">
              <a:avLst/>
            </a:prstGeom>
            <a:noFill/>
          </p:spPr>
          <p:txBody>
            <a:bodyPr wrap="square" rtlCol="0">
              <a:spAutoFit/>
            </a:bodyPr>
            <a:lstStyle/>
            <a:p>
              <a:pPr algn="l"/>
              <a:r>
                <a:rPr lang="th-TH" sz="1400" b="1" dirty="0">
                  <a:solidFill>
                    <a:schemeClr val="tx1"/>
                  </a:solidFill>
                </a:rPr>
                <a:t>เริ่มเรียน</a:t>
              </a:r>
              <a:r>
                <a:rPr lang="en-US" sz="1400" b="1" dirty="0">
                  <a:solidFill>
                    <a:schemeClr val="tx1"/>
                  </a:solidFill>
                </a:rPr>
                <a:t>:</a:t>
              </a:r>
              <a:r>
                <a:rPr lang="th-TH" sz="1400" b="1" dirty="0">
                  <a:solidFill>
                    <a:schemeClr val="tx1"/>
                  </a:solidFill>
                </a:rPr>
                <a:t> </a:t>
              </a:r>
              <a:br>
                <a:rPr lang="en-US" sz="1400" b="0" dirty="0">
                  <a:solidFill>
                    <a:schemeClr val="tx1"/>
                  </a:solidFill>
                </a:rPr>
              </a:br>
              <a:r>
                <a:rPr lang="en-US" sz="1400" b="0" dirty="0">
                  <a:solidFill>
                    <a:schemeClr val="tx1"/>
                  </a:solidFill>
                </a:rPr>
                <a:t>09:00 </a:t>
              </a:r>
              <a:r>
                <a:rPr lang="th-TH" sz="1400" b="0" dirty="0">
                  <a:solidFill>
                    <a:schemeClr val="tx1"/>
                  </a:solidFill>
                </a:rPr>
                <a:t>น</a:t>
              </a:r>
              <a:r>
                <a:rPr lang="en-US" sz="1400" b="0" dirty="0">
                  <a:solidFill>
                    <a:schemeClr val="tx1"/>
                  </a:solidFill>
                </a:rPr>
                <a:t>.</a:t>
              </a:r>
            </a:p>
          </p:txBody>
        </p:sp>
      </p:grpSp>
      <p:sp>
        <p:nvSpPr>
          <p:cNvPr id="19" name="Rectangle: Rounded Corners 18">
            <a:extLst>
              <a:ext uri="{FF2B5EF4-FFF2-40B4-BE49-F238E27FC236}">
                <a16:creationId xmlns:a16="http://schemas.microsoft.com/office/drawing/2014/main" id="{908EC5AD-102E-684F-7421-FCE16915DA93}"/>
              </a:ext>
            </a:extLst>
          </p:cNvPr>
          <p:cNvSpPr/>
          <p:nvPr/>
        </p:nvSpPr>
        <p:spPr bwMode="black">
          <a:xfrm>
            <a:off x="1347041" y="3297587"/>
            <a:ext cx="9413368" cy="45719"/>
          </a:xfrm>
          <a:prstGeom prst="roundRect">
            <a:avLst>
              <a:gd name="adj" fmla="val 50000"/>
            </a:avLst>
          </a:prstGeom>
          <a:solidFill>
            <a:schemeClr val="accent2"/>
          </a:soli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US" sz="1800" dirty="0">
              <a:solidFill>
                <a:schemeClr val="tx1"/>
              </a:solidFill>
            </a:endParaRPr>
          </a:p>
        </p:txBody>
      </p:sp>
      <p:cxnSp>
        <p:nvCxnSpPr>
          <p:cNvPr id="20" name="Straight Connector 19">
            <a:extLst>
              <a:ext uri="{FF2B5EF4-FFF2-40B4-BE49-F238E27FC236}">
                <a16:creationId xmlns:a16="http://schemas.microsoft.com/office/drawing/2014/main" id="{5B33FE46-C2B7-D0E3-E52E-B673C41771F8}"/>
              </a:ext>
            </a:extLst>
          </p:cNvPr>
          <p:cNvCxnSpPr>
            <a:cxnSpLocks/>
            <a:stCxn id="19" idx="1"/>
          </p:cNvCxnSpPr>
          <p:nvPr/>
        </p:nvCxnSpPr>
        <p:spPr>
          <a:xfrm flipV="1">
            <a:off x="1347041" y="2959740"/>
            <a:ext cx="0" cy="360707"/>
          </a:xfrm>
          <a:prstGeom prst="line">
            <a:avLst/>
          </a:prstGeom>
          <a:ln w="38100" cap="rnd">
            <a:solidFill>
              <a:schemeClr val="accent2"/>
            </a:solidFill>
            <a:prstDash val="solid"/>
            <a:tailEnd type="ova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D2E8CAB8-5C58-DF14-C697-FE1CBD45EBE0}"/>
              </a:ext>
            </a:extLst>
          </p:cNvPr>
          <p:cNvCxnSpPr>
            <a:cxnSpLocks/>
          </p:cNvCxnSpPr>
          <p:nvPr/>
        </p:nvCxnSpPr>
        <p:spPr>
          <a:xfrm flipV="1">
            <a:off x="3675859" y="3027556"/>
            <a:ext cx="0" cy="292890"/>
          </a:xfrm>
          <a:prstGeom prst="line">
            <a:avLst/>
          </a:prstGeom>
          <a:ln w="9525" cap="rnd">
            <a:solidFill>
              <a:schemeClr val="accent2"/>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D1CB218-35D4-AF73-D6DA-16294ECFCFA8}"/>
              </a:ext>
            </a:extLst>
          </p:cNvPr>
          <p:cNvCxnSpPr>
            <a:cxnSpLocks/>
            <a:stCxn id="19" idx="0"/>
          </p:cNvCxnSpPr>
          <p:nvPr/>
        </p:nvCxnSpPr>
        <p:spPr>
          <a:xfrm flipV="1">
            <a:off x="6053725" y="2959740"/>
            <a:ext cx="0" cy="337847"/>
          </a:xfrm>
          <a:prstGeom prst="line">
            <a:avLst/>
          </a:prstGeom>
          <a:ln w="38100" cap="rnd">
            <a:solidFill>
              <a:schemeClr val="accent2"/>
            </a:solidFill>
            <a:prstDash val="solid"/>
            <a:tailEnd type="oval"/>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F616D394-B0FD-A123-E3CF-E6373DD4AD2A}"/>
              </a:ext>
            </a:extLst>
          </p:cNvPr>
          <p:cNvGrpSpPr/>
          <p:nvPr/>
        </p:nvGrpSpPr>
        <p:grpSpPr>
          <a:xfrm>
            <a:off x="3301784" y="2504336"/>
            <a:ext cx="1422417" cy="523220"/>
            <a:chOff x="3433720" y="2077887"/>
            <a:chExt cx="1422417" cy="523220"/>
          </a:xfrm>
        </p:grpSpPr>
        <p:grpSp>
          <p:nvGrpSpPr>
            <p:cNvPr id="24" name="Group 23">
              <a:extLst>
                <a:ext uri="{FF2B5EF4-FFF2-40B4-BE49-F238E27FC236}">
                  <a16:creationId xmlns:a16="http://schemas.microsoft.com/office/drawing/2014/main" id="{0A4D1FE4-ED25-803B-5031-A7509DA31BE7}"/>
                </a:ext>
              </a:extLst>
            </p:cNvPr>
            <p:cNvGrpSpPr/>
            <p:nvPr/>
          </p:nvGrpSpPr>
          <p:grpSpPr>
            <a:xfrm>
              <a:off x="3433720" y="2167566"/>
              <a:ext cx="308181" cy="308181"/>
              <a:chOff x="838199" y="1250239"/>
              <a:chExt cx="885975" cy="885975"/>
            </a:xfrm>
          </p:grpSpPr>
          <p:grpSp>
            <p:nvGrpSpPr>
              <p:cNvPr id="26" name="Group 25">
                <a:extLst>
                  <a:ext uri="{FF2B5EF4-FFF2-40B4-BE49-F238E27FC236}">
                    <a16:creationId xmlns:a16="http://schemas.microsoft.com/office/drawing/2014/main" id="{7DB37443-28AB-7FBB-8EF3-7F1002F9D1F6}"/>
                  </a:ext>
                </a:extLst>
              </p:cNvPr>
              <p:cNvGrpSpPr/>
              <p:nvPr/>
            </p:nvGrpSpPr>
            <p:grpSpPr bwMode="gray">
              <a:xfrm>
                <a:off x="838199" y="1250239"/>
                <a:ext cx="885975" cy="885975"/>
                <a:chOff x="865641" y="1173737"/>
                <a:chExt cx="868166" cy="868166"/>
              </a:xfrm>
            </p:grpSpPr>
            <p:sp>
              <p:nvSpPr>
                <p:cNvPr id="28" name="Oval 27">
                  <a:extLst>
                    <a:ext uri="{FF2B5EF4-FFF2-40B4-BE49-F238E27FC236}">
                      <a16:creationId xmlns:a16="http://schemas.microsoft.com/office/drawing/2014/main" id="{572E25B9-1011-DD44-8C90-9E85CE1BFF06}"/>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29" name="Oval 28">
                  <a:extLst>
                    <a:ext uri="{FF2B5EF4-FFF2-40B4-BE49-F238E27FC236}">
                      <a16:creationId xmlns:a16="http://schemas.microsoft.com/office/drawing/2014/main" id="{9C03E556-6DFD-5314-178D-B3660EC06D63}"/>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27" name="Graphic 26" descr="Burger and drink with solid fill">
                <a:extLst>
                  <a:ext uri="{FF2B5EF4-FFF2-40B4-BE49-F238E27FC236}">
                    <a16:creationId xmlns:a16="http://schemas.microsoft.com/office/drawing/2014/main" id="{70313F5B-DAED-CAED-C86D-9052E922FC6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bwMode="white">
              <a:xfrm>
                <a:off x="945270" y="1357310"/>
                <a:ext cx="671832" cy="671832"/>
              </a:xfrm>
              <a:prstGeom prst="rect">
                <a:avLst/>
              </a:prstGeom>
            </p:spPr>
          </p:pic>
        </p:grpSp>
        <p:sp>
          <p:nvSpPr>
            <p:cNvPr id="25" name="TextBox 24">
              <a:extLst>
                <a:ext uri="{FF2B5EF4-FFF2-40B4-BE49-F238E27FC236}">
                  <a16:creationId xmlns:a16="http://schemas.microsoft.com/office/drawing/2014/main" id="{AF626BA6-9056-0432-CB9D-44007ACDCEDF}"/>
                </a:ext>
              </a:extLst>
            </p:cNvPr>
            <p:cNvSpPr txBox="1"/>
            <p:nvPr/>
          </p:nvSpPr>
          <p:spPr>
            <a:xfrm>
              <a:off x="3752434" y="2077887"/>
              <a:ext cx="1103703" cy="523220"/>
            </a:xfrm>
            <a:prstGeom prst="rect">
              <a:avLst/>
            </a:prstGeom>
            <a:noFill/>
          </p:spPr>
          <p:txBody>
            <a:bodyPr wrap="square" rtlCol="0">
              <a:spAutoFit/>
            </a:bodyPr>
            <a:lstStyle/>
            <a:p>
              <a:pPr algn="l"/>
              <a:r>
                <a:rPr lang="th-TH" sz="1400" b="1" dirty="0">
                  <a:solidFill>
                    <a:schemeClr val="tx1"/>
                  </a:solidFill>
                </a:rPr>
                <a:t>พักเบรก</a:t>
              </a:r>
              <a:r>
                <a:rPr lang="en-US" sz="1400" b="1" dirty="0">
                  <a:solidFill>
                    <a:schemeClr val="tx1"/>
                  </a:solidFill>
                </a:rPr>
                <a:t>(1):</a:t>
              </a:r>
              <a:br>
                <a:rPr lang="en-US" sz="1400" b="1" dirty="0">
                  <a:solidFill>
                    <a:schemeClr val="tx1"/>
                  </a:solidFill>
                </a:rPr>
              </a:br>
              <a:r>
                <a:rPr lang="en-US" sz="1400" b="0" dirty="0">
                  <a:solidFill>
                    <a:schemeClr val="tx1"/>
                  </a:solidFill>
                </a:rPr>
                <a:t>10:30 </a:t>
              </a:r>
              <a:r>
                <a:rPr lang="th-TH" sz="1400" b="0" dirty="0">
                  <a:solidFill>
                    <a:schemeClr val="tx1"/>
                  </a:solidFill>
                </a:rPr>
                <a:t>น</a:t>
              </a:r>
              <a:r>
                <a:rPr lang="en-US" sz="1400" b="0" dirty="0">
                  <a:solidFill>
                    <a:schemeClr val="tx1"/>
                  </a:solidFill>
                </a:rPr>
                <a:t>.</a:t>
              </a:r>
            </a:p>
          </p:txBody>
        </p:sp>
      </p:grpSp>
      <p:grpSp>
        <p:nvGrpSpPr>
          <p:cNvPr id="30" name="Group 29">
            <a:extLst>
              <a:ext uri="{FF2B5EF4-FFF2-40B4-BE49-F238E27FC236}">
                <a16:creationId xmlns:a16="http://schemas.microsoft.com/office/drawing/2014/main" id="{C4EDA369-880D-4D69-CC8F-0E19348A5CA8}"/>
              </a:ext>
            </a:extLst>
          </p:cNvPr>
          <p:cNvGrpSpPr/>
          <p:nvPr/>
        </p:nvGrpSpPr>
        <p:grpSpPr>
          <a:xfrm>
            <a:off x="5617753" y="2432576"/>
            <a:ext cx="1297655" cy="523220"/>
            <a:chOff x="5660027" y="1968869"/>
            <a:chExt cx="1297655" cy="523220"/>
          </a:xfrm>
        </p:grpSpPr>
        <p:sp>
          <p:nvSpPr>
            <p:cNvPr id="31" name="TextBox 30">
              <a:extLst>
                <a:ext uri="{FF2B5EF4-FFF2-40B4-BE49-F238E27FC236}">
                  <a16:creationId xmlns:a16="http://schemas.microsoft.com/office/drawing/2014/main" id="{1860CB5D-024D-BD4C-242C-59F25570028E}"/>
                </a:ext>
              </a:extLst>
            </p:cNvPr>
            <p:cNvSpPr txBox="1"/>
            <p:nvPr/>
          </p:nvSpPr>
          <p:spPr>
            <a:xfrm>
              <a:off x="6111527" y="1968869"/>
              <a:ext cx="846155" cy="523220"/>
            </a:xfrm>
            <a:prstGeom prst="rect">
              <a:avLst/>
            </a:prstGeom>
            <a:noFill/>
          </p:spPr>
          <p:txBody>
            <a:bodyPr wrap="square" rtlCol="0">
              <a:spAutoFit/>
            </a:bodyPr>
            <a:lstStyle/>
            <a:p>
              <a:pPr algn="l"/>
              <a:r>
                <a:rPr lang="th-TH" sz="1400" b="1" dirty="0">
                  <a:solidFill>
                    <a:schemeClr val="tx1"/>
                  </a:solidFill>
                </a:rPr>
                <a:t>พักเที่ยง</a:t>
              </a:r>
              <a:r>
                <a:rPr lang="en-US" sz="1400" b="1" dirty="0">
                  <a:solidFill>
                    <a:schemeClr val="tx1"/>
                  </a:solidFill>
                </a:rPr>
                <a:t>:</a:t>
              </a:r>
              <a:br>
                <a:rPr lang="th-TH" sz="1400" b="1" dirty="0">
                  <a:solidFill>
                    <a:schemeClr val="tx1"/>
                  </a:solidFill>
                </a:rPr>
              </a:br>
              <a:r>
                <a:rPr lang="en-US" sz="1400" b="0" dirty="0">
                  <a:solidFill>
                    <a:schemeClr val="tx1"/>
                  </a:solidFill>
                </a:rPr>
                <a:t>12:00 </a:t>
              </a:r>
              <a:r>
                <a:rPr lang="th-TH" sz="1400" b="0" dirty="0">
                  <a:solidFill>
                    <a:schemeClr val="tx1"/>
                  </a:solidFill>
                </a:rPr>
                <a:t>น</a:t>
              </a:r>
              <a:r>
                <a:rPr lang="en-US" sz="1400" b="0" dirty="0">
                  <a:solidFill>
                    <a:schemeClr val="tx1"/>
                  </a:solidFill>
                </a:rPr>
                <a:t>.</a:t>
              </a:r>
            </a:p>
          </p:txBody>
        </p:sp>
        <p:grpSp>
          <p:nvGrpSpPr>
            <p:cNvPr id="32" name="Group 31">
              <a:extLst>
                <a:ext uri="{FF2B5EF4-FFF2-40B4-BE49-F238E27FC236}">
                  <a16:creationId xmlns:a16="http://schemas.microsoft.com/office/drawing/2014/main" id="{3E1A2A8A-8EF2-C44F-6141-F89581C83DDC}"/>
                </a:ext>
              </a:extLst>
            </p:cNvPr>
            <p:cNvGrpSpPr/>
            <p:nvPr/>
          </p:nvGrpSpPr>
          <p:grpSpPr>
            <a:xfrm>
              <a:off x="5660027" y="1970854"/>
              <a:ext cx="411480" cy="411480"/>
              <a:chOff x="838200" y="2601771"/>
              <a:chExt cx="885975" cy="885975"/>
            </a:xfrm>
          </p:grpSpPr>
          <p:grpSp>
            <p:nvGrpSpPr>
              <p:cNvPr id="33" name="Group 32">
                <a:extLst>
                  <a:ext uri="{FF2B5EF4-FFF2-40B4-BE49-F238E27FC236}">
                    <a16:creationId xmlns:a16="http://schemas.microsoft.com/office/drawing/2014/main" id="{ADA4AB37-5DA5-FD94-F0E4-18E4DD06BCA7}"/>
                  </a:ext>
                </a:extLst>
              </p:cNvPr>
              <p:cNvGrpSpPr/>
              <p:nvPr/>
            </p:nvGrpSpPr>
            <p:grpSpPr bwMode="gray">
              <a:xfrm>
                <a:off x="838200" y="2601771"/>
                <a:ext cx="885975" cy="885975"/>
                <a:chOff x="865641" y="1173737"/>
                <a:chExt cx="868166" cy="868166"/>
              </a:xfrm>
            </p:grpSpPr>
            <p:sp>
              <p:nvSpPr>
                <p:cNvPr id="35" name="Oval 34">
                  <a:extLst>
                    <a:ext uri="{FF2B5EF4-FFF2-40B4-BE49-F238E27FC236}">
                      <a16:creationId xmlns:a16="http://schemas.microsoft.com/office/drawing/2014/main" id="{FD57D941-AF67-0D45-ECCF-AB9732E9B3F5}"/>
                    </a:ext>
                  </a:extLst>
                </p:cNvPr>
                <p:cNvSpPr/>
                <p:nvPr/>
              </p:nvSpPr>
              <p:spPr bwMode="gray">
                <a:xfrm>
                  <a:off x="914223"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36" name="Oval 35">
                  <a:extLst>
                    <a:ext uri="{FF2B5EF4-FFF2-40B4-BE49-F238E27FC236}">
                      <a16:creationId xmlns:a16="http://schemas.microsoft.com/office/drawing/2014/main" id="{D227B1DF-FC38-6AF6-7D67-B013B3AEB486}"/>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34" name="Graphic 33" descr="Table setting with solid fill">
                <a:extLst>
                  <a:ext uri="{FF2B5EF4-FFF2-40B4-BE49-F238E27FC236}">
                    <a16:creationId xmlns:a16="http://schemas.microsoft.com/office/drawing/2014/main" id="{E1567419-D16F-E8C7-0D21-A98CAE7792FA}"/>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bwMode="white">
              <a:xfrm>
                <a:off x="967577" y="2724015"/>
                <a:ext cx="641486" cy="641486"/>
              </a:xfrm>
              <a:prstGeom prst="rect">
                <a:avLst/>
              </a:prstGeom>
            </p:spPr>
          </p:pic>
        </p:grpSp>
      </p:grpSp>
      <p:cxnSp>
        <p:nvCxnSpPr>
          <p:cNvPr id="37" name="Straight Connector 36">
            <a:extLst>
              <a:ext uri="{FF2B5EF4-FFF2-40B4-BE49-F238E27FC236}">
                <a16:creationId xmlns:a16="http://schemas.microsoft.com/office/drawing/2014/main" id="{D7B46216-C230-FCFD-6AF5-0A9E06B13F62}"/>
              </a:ext>
            </a:extLst>
          </p:cNvPr>
          <p:cNvCxnSpPr>
            <a:cxnSpLocks/>
          </p:cNvCxnSpPr>
          <p:nvPr/>
        </p:nvCxnSpPr>
        <p:spPr>
          <a:xfrm flipV="1">
            <a:off x="8261134" y="3027556"/>
            <a:ext cx="0" cy="292890"/>
          </a:xfrm>
          <a:prstGeom prst="line">
            <a:avLst/>
          </a:prstGeom>
          <a:ln w="9525" cap="rnd">
            <a:solidFill>
              <a:schemeClr val="accent2"/>
            </a:solidFill>
            <a:prstDash val="dash"/>
            <a:tailEnd type="oval"/>
          </a:ln>
        </p:spPr>
        <p:style>
          <a:lnRef idx="2">
            <a:schemeClr val="accent1"/>
          </a:lnRef>
          <a:fillRef idx="0">
            <a:schemeClr val="accent1"/>
          </a:fillRef>
          <a:effectRef idx="1">
            <a:schemeClr val="accent1"/>
          </a:effectRef>
          <a:fontRef idx="minor">
            <a:schemeClr val="tx1"/>
          </a:fontRef>
        </p:style>
      </p:cxnSp>
      <p:grpSp>
        <p:nvGrpSpPr>
          <p:cNvPr id="38" name="Group 37">
            <a:extLst>
              <a:ext uri="{FF2B5EF4-FFF2-40B4-BE49-F238E27FC236}">
                <a16:creationId xmlns:a16="http://schemas.microsoft.com/office/drawing/2014/main" id="{263BA115-84EB-3D3B-92A6-4D42EB5BF174}"/>
              </a:ext>
            </a:extLst>
          </p:cNvPr>
          <p:cNvGrpSpPr/>
          <p:nvPr/>
        </p:nvGrpSpPr>
        <p:grpSpPr>
          <a:xfrm>
            <a:off x="7865903" y="2540739"/>
            <a:ext cx="1454439" cy="523220"/>
            <a:chOff x="7952057" y="2090823"/>
            <a:chExt cx="1454439" cy="523220"/>
          </a:xfrm>
        </p:grpSpPr>
        <p:grpSp>
          <p:nvGrpSpPr>
            <p:cNvPr id="39" name="Group 38">
              <a:extLst>
                <a:ext uri="{FF2B5EF4-FFF2-40B4-BE49-F238E27FC236}">
                  <a16:creationId xmlns:a16="http://schemas.microsoft.com/office/drawing/2014/main" id="{35AE7EF1-797A-2FE3-E0CE-986A244F312E}"/>
                </a:ext>
              </a:extLst>
            </p:cNvPr>
            <p:cNvGrpSpPr/>
            <p:nvPr/>
          </p:nvGrpSpPr>
          <p:grpSpPr>
            <a:xfrm>
              <a:off x="7952057" y="2152024"/>
              <a:ext cx="308181" cy="308181"/>
              <a:chOff x="838199" y="1250239"/>
              <a:chExt cx="885975" cy="885975"/>
            </a:xfrm>
          </p:grpSpPr>
          <p:grpSp>
            <p:nvGrpSpPr>
              <p:cNvPr id="41" name="Group 40">
                <a:extLst>
                  <a:ext uri="{FF2B5EF4-FFF2-40B4-BE49-F238E27FC236}">
                    <a16:creationId xmlns:a16="http://schemas.microsoft.com/office/drawing/2014/main" id="{4FEDCBC9-9D15-A9C0-1183-553049FAD1EE}"/>
                  </a:ext>
                </a:extLst>
              </p:cNvPr>
              <p:cNvGrpSpPr/>
              <p:nvPr/>
            </p:nvGrpSpPr>
            <p:grpSpPr bwMode="gray">
              <a:xfrm>
                <a:off x="838199" y="1250239"/>
                <a:ext cx="885975" cy="885975"/>
                <a:chOff x="865641" y="1173737"/>
                <a:chExt cx="868166" cy="868166"/>
              </a:xfrm>
            </p:grpSpPr>
            <p:sp>
              <p:nvSpPr>
                <p:cNvPr id="43" name="Oval 42">
                  <a:extLst>
                    <a:ext uri="{FF2B5EF4-FFF2-40B4-BE49-F238E27FC236}">
                      <a16:creationId xmlns:a16="http://schemas.microsoft.com/office/drawing/2014/main" id="{5CF09E52-818D-236C-461F-385F489DB744}"/>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44" name="Oval 43">
                  <a:extLst>
                    <a:ext uri="{FF2B5EF4-FFF2-40B4-BE49-F238E27FC236}">
                      <a16:creationId xmlns:a16="http://schemas.microsoft.com/office/drawing/2014/main" id="{B45F581A-125B-AF88-275E-2F08CC964780}"/>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42" name="Graphic 41" descr="Burger and drink with solid fill">
                <a:extLst>
                  <a:ext uri="{FF2B5EF4-FFF2-40B4-BE49-F238E27FC236}">
                    <a16:creationId xmlns:a16="http://schemas.microsoft.com/office/drawing/2014/main" id="{7D9B2A75-6E5D-CF6B-D0FC-6CCDA9F3C36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bwMode="white">
              <a:xfrm>
                <a:off x="945270" y="1357310"/>
                <a:ext cx="671832" cy="671832"/>
              </a:xfrm>
              <a:prstGeom prst="rect">
                <a:avLst/>
              </a:prstGeom>
            </p:spPr>
          </p:pic>
        </p:grpSp>
        <p:sp>
          <p:nvSpPr>
            <p:cNvPr id="40" name="TextBox 39">
              <a:extLst>
                <a:ext uri="{FF2B5EF4-FFF2-40B4-BE49-F238E27FC236}">
                  <a16:creationId xmlns:a16="http://schemas.microsoft.com/office/drawing/2014/main" id="{4B92B287-0EF0-BBA7-7A8D-C8FBC183E574}"/>
                </a:ext>
              </a:extLst>
            </p:cNvPr>
            <p:cNvSpPr txBox="1"/>
            <p:nvPr/>
          </p:nvSpPr>
          <p:spPr>
            <a:xfrm>
              <a:off x="8302793" y="2090823"/>
              <a:ext cx="1103703" cy="523220"/>
            </a:xfrm>
            <a:prstGeom prst="rect">
              <a:avLst/>
            </a:prstGeom>
            <a:noFill/>
          </p:spPr>
          <p:txBody>
            <a:bodyPr wrap="square" rtlCol="0">
              <a:spAutoFit/>
            </a:bodyPr>
            <a:lstStyle/>
            <a:p>
              <a:pPr algn="l"/>
              <a:r>
                <a:rPr lang="th-TH" sz="1400" b="1" dirty="0">
                  <a:solidFill>
                    <a:schemeClr val="tx1"/>
                  </a:solidFill>
                </a:rPr>
                <a:t>พักเบรก</a:t>
              </a:r>
              <a:r>
                <a:rPr lang="en-US" sz="1400" b="1" dirty="0">
                  <a:solidFill>
                    <a:schemeClr val="tx1"/>
                  </a:solidFill>
                </a:rPr>
                <a:t>(2):</a:t>
              </a:r>
              <a:br>
                <a:rPr lang="en-US" sz="1400" b="1" dirty="0">
                  <a:solidFill>
                    <a:schemeClr val="tx1"/>
                  </a:solidFill>
                </a:rPr>
              </a:br>
              <a:r>
                <a:rPr lang="en-US" sz="1400" b="0" dirty="0">
                  <a:solidFill>
                    <a:schemeClr val="tx1"/>
                  </a:solidFill>
                </a:rPr>
                <a:t>14:30 </a:t>
              </a:r>
              <a:r>
                <a:rPr lang="th-TH" sz="1400" b="0" dirty="0">
                  <a:solidFill>
                    <a:schemeClr val="tx1"/>
                  </a:solidFill>
                </a:rPr>
                <a:t>น</a:t>
              </a:r>
              <a:r>
                <a:rPr lang="en-US" sz="1400" b="0" dirty="0">
                  <a:solidFill>
                    <a:schemeClr val="tx1"/>
                  </a:solidFill>
                </a:rPr>
                <a:t>.</a:t>
              </a:r>
            </a:p>
          </p:txBody>
        </p:sp>
      </p:grpSp>
      <p:grpSp>
        <p:nvGrpSpPr>
          <p:cNvPr id="45" name="Group 44">
            <a:extLst>
              <a:ext uri="{FF2B5EF4-FFF2-40B4-BE49-F238E27FC236}">
                <a16:creationId xmlns:a16="http://schemas.microsoft.com/office/drawing/2014/main" id="{EFD3B2F4-99AE-0EC4-25C9-846433DB2BF3}"/>
              </a:ext>
            </a:extLst>
          </p:cNvPr>
          <p:cNvGrpSpPr/>
          <p:nvPr/>
        </p:nvGrpSpPr>
        <p:grpSpPr>
          <a:xfrm>
            <a:off x="10250397" y="2432574"/>
            <a:ext cx="1341535" cy="523220"/>
            <a:chOff x="10292671" y="1968869"/>
            <a:chExt cx="1341535" cy="523220"/>
          </a:xfrm>
        </p:grpSpPr>
        <p:grpSp>
          <p:nvGrpSpPr>
            <p:cNvPr id="46" name="Group 45">
              <a:extLst>
                <a:ext uri="{FF2B5EF4-FFF2-40B4-BE49-F238E27FC236}">
                  <a16:creationId xmlns:a16="http://schemas.microsoft.com/office/drawing/2014/main" id="{467C23D3-2697-56C0-0457-CF650E4C401D}"/>
                </a:ext>
              </a:extLst>
            </p:cNvPr>
            <p:cNvGrpSpPr/>
            <p:nvPr/>
          </p:nvGrpSpPr>
          <p:grpSpPr>
            <a:xfrm>
              <a:off x="10292671" y="1991499"/>
              <a:ext cx="411480" cy="411480"/>
              <a:chOff x="838199" y="5211096"/>
              <a:chExt cx="885975" cy="885975"/>
            </a:xfrm>
          </p:grpSpPr>
          <p:grpSp>
            <p:nvGrpSpPr>
              <p:cNvPr id="48" name="Group 47">
                <a:extLst>
                  <a:ext uri="{FF2B5EF4-FFF2-40B4-BE49-F238E27FC236}">
                    <a16:creationId xmlns:a16="http://schemas.microsoft.com/office/drawing/2014/main" id="{F28DECA9-FEA5-DEF8-F77A-8F16CABCEAD3}"/>
                  </a:ext>
                </a:extLst>
              </p:cNvPr>
              <p:cNvGrpSpPr/>
              <p:nvPr/>
            </p:nvGrpSpPr>
            <p:grpSpPr bwMode="gray">
              <a:xfrm>
                <a:off x="838199" y="5211096"/>
                <a:ext cx="885975" cy="885975"/>
                <a:chOff x="865641" y="1173737"/>
                <a:chExt cx="868166" cy="868166"/>
              </a:xfrm>
            </p:grpSpPr>
            <p:sp>
              <p:nvSpPr>
                <p:cNvPr id="50" name="Oval 49">
                  <a:extLst>
                    <a:ext uri="{FF2B5EF4-FFF2-40B4-BE49-F238E27FC236}">
                      <a16:creationId xmlns:a16="http://schemas.microsoft.com/office/drawing/2014/main" id="{B89F2664-EF81-1FDF-AD32-6086482FF94E}"/>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51" name="Oval 50">
                  <a:extLst>
                    <a:ext uri="{FF2B5EF4-FFF2-40B4-BE49-F238E27FC236}">
                      <a16:creationId xmlns:a16="http://schemas.microsoft.com/office/drawing/2014/main" id="{7E3C25B9-882B-D4AC-A567-A457176D82F5}"/>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49" name="Graphic 48" descr="Stopwatch with solid fill">
                <a:extLst>
                  <a:ext uri="{FF2B5EF4-FFF2-40B4-BE49-F238E27FC236}">
                    <a16:creationId xmlns:a16="http://schemas.microsoft.com/office/drawing/2014/main" id="{6CA0A782-EB20-9F2B-686B-83612E3E8FE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974278" y="5352607"/>
                <a:ext cx="613818" cy="613818"/>
              </a:xfrm>
              <a:prstGeom prst="rect">
                <a:avLst/>
              </a:prstGeom>
            </p:spPr>
          </p:pic>
        </p:grpSp>
        <p:sp>
          <p:nvSpPr>
            <p:cNvPr id="47" name="TextBox 46">
              <a:extLst>
                <a:ext uri="{FF2B5EF4-FFF2-40B4-BE49-F238E27FC236}">
                  <a16:creationId xmlns:a16="http://schemas.microsoft.com/office/drawing/2014/main" id="{0B801FC3-C998-D4F2-BCFC-61BDC901B53B}"/>
                </a:ext>
              </a:extLst>
            </p:cNvPr>
            <p:cNvSpPr txBox="1"/>
            <p:nvPr/>
          </p:nvSpPr>
          <p:spPr>
            <a:xfrm>
              <a:off x="10749831" y="1968869"/>
              <a:ext cx="884375" cy="523220"/>
            </a:xfrm>
            <a:prstGeom prst="rect">
              <a:avLst/>
            </a:prstGeom>
            <a:noFill/>
          </p:spPr>
          <p:txBody>
            <a:bodyPr wrap="square" rtlCol="0">
              <a:spAutoFit/>
            </a:bodyPr>
            <a:lstStyle/>
            <a:p>
              <a:pPr algn="l"/>
              <a:r>
                <a:rPr lang="th-TH" sz="1400" b="1" dirty="0">
                  <a:solidFill>
                    <a:schemeClr val="tx1"/>
                  </a:solidFill>
                </a:rPr>
                <a:t>เลิกเรียน</a:t>
              </a:r>
              <a:r>
                <a:rPr lang="en-US" sz="1400" b="1" dirty="0">
                  <a:solidFill>
                    <a:schemeClr val="tx1"/>
                  </a:solidFill>
                </a:rPr>
                <a:t>:</a:t>
              </a:r>
              <a:r>
                <a:rPr lang="th-TH" sz="1400" b="1" dirty="0">
                  <a:solidFill>
                    <a:schemeClr val="tx1"/>
                  </a:solidFill>
                </a:rPr>
                <a:t> </a:t>
              </a:r>
              <a:r>
                <a:rPr lang="en-US" sz="1400" b="0" dirty="0">
                  <a:solidFill>
                    <a:schemeClr val="tx1"/>
                  </a:solidFill>
                </a:rPr>
                <a:t>16:00 </a:t>
              </a:r>
              <a:r>
                <a:rPr lang="th-TH" sz="1400" b="0" dirty="0">
                  <a:solidFill>
                    <a:schemeClr val="tx1"/>
                  </a:solidFill>
                </a:rPr>
                <a:t>น</a:t>
              </a:r>
              <a:r>
                <a:rPr lang="en-US" sz="1400" b="0" dirty="0">
                  <a:solidFill>
                    <a:schemeClr val="tx1"/>
                  </a:solidFill>
                </a:rPr>
                <a:t>.</a:t>
              </a:r>
            </a:p>
          </p:txBody>
        </p:sp>
      </p:grpSp>
      <p:cxnSp>
        <p:nvCxnSpPr>
          <p:cNvPr id="52" name="Straight Connector 51">
            <a:extLst>
              <a:ext uri="{FF2B5EF4-FFF2-40B4-BE49-F238E27FC236}">
                <a16:creationId xmlns:a16="http://schemas.microsoft.com/office/drawing/2014/main" id="{23BEB4D2-B5AD-49B5-2146-452B0DD36997}"/>
              </a:ext>
            </a:extLst>
          </p:cNvPr>
          <p:cNvCxnSpPr>
            <a:cxnSpLocks/>
          </p:cNvCxnSpPr>
          <p:nvPr/>
        </p:nvCxnSpPr>
        <p:spPr>
          <a:xfrm flipV="1">
            <a:off x="10745656" y="2959740"/>
            <a:ext cx="0" cy="360707"/>
          </a:xfrm>
          <a:prstGeom prst="line">
            <a:avLst/>
          </a:prstGeom>
          <a:ln w="38100" cap="rnd">
            <a:solidFill>
              <a:schemeClr val="accent2"/>
            </a:solidFill>
            <a:prstDash val="solid"/>
            <a:tailEnd type="oval"/>
          </a:ln>
        </p:spPr>
        <p:style>
          <a:lnRef idx="2">
            <a:schemeClr val="accent1"/>
          </a:lnRef>
          <a:fillRef idx="0">
            <a:schemeClr val="accent1"/>
          </a:fillRef>
          <a:effectRef idx="1">
            <a:schemeClr val="accent1"/>
          </a:effectRef>
          <a:fontRef idx="minor">
            <a:schemeClr val="tx1"/>
          </a:fontRef>
        </p:style>
      </p:cxnSp>
      <p:grpSp>
        <p:nvGrpSpPr>
          <p:cNvPr id="53" name="Group 52">
            <a:extLst>
              <a:ext uri="{FF2B5EF4-FFF2-40B4-BE49-F238E27FC236}">
                <a16:creationId xmlns:a16="http://schemas.microsoft.com/office/drawing/2014/main" id="{7D0C8619-37C0-FA5E-B70D-FFCC52E55E25}"/>
              </a:ext>
            </a:extLst>
          </p:cNvPr>
          <p:cNvGrpSpPr/>
          <p:nvPr/>
        </p:nvGrpSpPr>
        <p:grpSpPr>
          <a:xfrm>
            <a:off x="838200" y="3685051"/>
            <a:ext cx="1960408" cy="353592"/>
            <a:chOff x="8135153" y="2716368"/>
            <a:chExt cx="1960408" cy="353592"/>
          </a:xfrm>
        </p:grpSpPr>
        <p:sp>
          <p:nvSpPr>
            <p:cNvPr id="54" name="Rectangle: Rounded Corners 53">
              <a:extLst>
                <a:ext uri="{FF2B5EF4-FFF2-40B4-BE49-F238E27FC236}">
                  <a16:creationId xmlns:a16="http://schemas.microsoft.com/office/drawing/2014/main" id="{AFA36BAE-E9A8-9565-0517-6B302BA6AFC3}"/>
                </a:ext>
              </a:extLst>
            </p:cNvPr>
            <p:cNvSpPr/>
            <p:nvPr/>
          </p:nvSpPr>
          <p:spPr>
            <a:xfrm>
              <a:off x="8188780" y="2716368"/>
              <a:ext cx="1883242" cy="344764"/>
            </a:xfrm>
            <a:prstGeom prst="roundRect">
              <a:avLst>
                <a:gd name="adj" fmla="val 50000"/>
              </a:avLst>
            </a:prstGeom>
            <a:solidFill>
              <a:schemeClr val="bg1"/>
            </a:solidFill>
            <a:ln w="28575">
              <a:solidFill>
                <a:srgbClr val="2486FF"/>
              </a:solidFill>
            </a:ln>
            <a:effectLst>
              <a:outerShdw blurRad="50800" dist="38100" dir="2700000" algn="tl" rotWithShape="0">
                <a:prstClr val="black">
                  <a:alpha val="40000"/>
                </a:prstClr>
              </a:outerShdw>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55" name="TextBox 54">
              <a:extLst>
                <a:ext uri="{FF2B5EF4-FFF2-40B4-BE49-F238E27FC236}">
                  <a16:creationId xmlns:a16="http://schemas.microsoft.com/office/drawing/2014/main" id="{0DF15B1F-A6A1-E1EC-9B27-E392014005E8}"/>
                </a:ext>
              </a:extLst>
            </p:cNvPr>
            <p:cNvSpPr txBox="1"/>
            <p:nvPr/>
          </p:nvSpPr>
          <p:spPr>
            <a:xfrm>
              <a:off x="8135153" y="2731406"/>
              <a:ext cx="1960408" cy="338554"/>
            </a:xfrm>
            <a:prstGeom prst="rect">
              <a:avLst/>
            </a:prstGeom>
            <a:noFill/>
          </p:spPr>
          <p:txBody>
            <a:bodyPr wrap="square" rtlCol="0">
              <a:spAutoFit/>
            </a:bodyPr>
            <a:lstStyle/>
            <a:p>
              <a:pPr algn="ctr"/>
              <a:r>
                <a:rPr lang="th-TH" sz="1600" b="1" dirty="0"/>
                <a:t>ช่องทางการติดต่อ</a:t>
              </a:r>
              <a:endParaRPr lang="en-US" sz="1600" b="1" dirty="0"/>
            </a:p>
          </p:txBody>
        </p:sp>
      </p:grpSp>
      <p:sp>
        <p:nvSpPr>
          <p:cNvPr id="56" name="TextBox 55">
            <a:extLst>
              <a:ext uri="{FF2B5EF4-FFF2-40B4-BE49-F238E27FC236}">
                <a16:creationId xmlns:a16="http://schemas.microsoft.com/office/drawing/2014/main" id="{EBA2CD91-F6D7-4B7F-D7AF-85F2353CB384}"/>
              </a:ext>
            </a:extLst>
          </p:cNvPr>
          <p:cNvSpPr txBox="1"/>
          <p:nvPr/>
        </p:nvSpPr>
        <p:spPr>
          <a:xfrm>
            <a:off x="1331172" y="4262119"/>
            <a:ext cx="3038949" cy="307777"/>
          </a:xfrm>
          <a:prstGeom prst="rect">
            <a:avLst/>
          </a:prstGeom>
          <a:noFill/>
        </p:spPr>
        <p:txBody>
          <a:bodyPr wrap="square" rtlCol="0">
            <a:spAutoFit/>
          </a:bodyPr>
          <a:lstStyle/>
          <a:p>
            <a:r>
              <a:rPr lang="en-US" sz="1400" b="1" dirty="0">
                <a:solidFill>
                  <a:schemeClr val="tx1"/>
                </a:solidFill>
              </a:rPr>
              <a:t>Email: </a:t>
            </a:r>
            <a:r>
              <a:rPr lang="en-US" sz="1400" dirty="0">
                <a:solidFill>
                  <a:schemeClr val="tx1"/>
                </a:solidFill>
              </a:rPr>
              <a:t>training@9expert.co.th</a:t>
            </a:r>
          </a:p>
        </p:txBody>
      </p:sp>
      <p:sp>
        <p:nvSpPr>
          <p:cNvPr id="57" name="TextBox 56">
            <a:extLst>
              <a:ext uri="{FF2B5EF4-FFF2-40B4-BE49-F238E27FC236}">
                <a16:creationId xmlns:a16="http://schemas.microsoft.com/office/drawing/2014/main" id="{76FCB55A-5965-5560-D908-F96A798E6A84}"/>
              </a:ext>
            </a:extLst>
          </p:cNvPr>
          <p:cNvSpPr txBox="1"/>
          <p:nvPr/>
        </p:nvSpPr>
        <p:spPr>
          <a:xfrm>
            <a:off x="1331172" y="4760248"/>
            <a:ext cx="3038949" cy="307777"/>
          </a:xfrm>
          <a:prstGeom prst="rect">
            <a:avLst/>
          </a:prstGeom>
          <a:noFill/>
        </p:spPr>
        <p:txBody>
          <a:bodyPr wrap="square" rtlCol="0">
            <a:spAutoFit/>
          </a:bodyPr>
          <a:lstStyle/>
          <a:p>
            <a:r>
              <a:rPr lang="en-US" sz="1400" b="1" dirty="0">
                <a:solidFill>
                  <a:schemeClr val="tx1"/>
                </a:solidFill>
              </a:rPr>
              <a:t>LINE Official Account: </a:t>
            </a:r>
            <a:r>
              <a:rPr lang="en-US" sz="1400" dirty="0">
                <a:solidFill>
                  <a:schemeClr val="tx1"/>
                </a:solidFill>
              </a:rPr>
              <a:t>@9expert</a:t>
            </a:r>
          </a:p>
        </p:txBody>
      </p:sp>
      <p:grpSp>
        <p:nvGrpSpPr>
          <p:cNvPr id="58" name="Group 57">
            <a:extLst>
              <a:ext uri="{FF2B5EF4-FFF2-40B4-BE49-F238E27FC236}">
                <a16:creationId xmlns:a16="http://schemas.microsoft.com/office/drawing/2014/main" id="{54D2D26F-DC5B-50E5-E136-B5309CCC3C61}"/>
              </a:ext>
            </a:extLst>
          </p:cNvPr>
          <p:cNvGrpSpPr/>
          <p:nvPr/>
        </p:nvGrpSpPr>
        <p:grpSpPr>
          <a:xfrm>
            <a:off x="892502" y="4212514"/>
            <a:ext cx="411480" cy="411480"/>
            <a:chOff x="838199" y="5211096"/>
            <a:chExt cx="885975" cy="885975"/>
          </a:xfrm>
        </p:grpSpPr>
        <p:grpSp>
          <p:nvGrpSpPr>
            <p:cNvPr id="59" name="Group 58">
              <a:extLst>
                <a:ext uri="{FF2B5EF4-FFF2-40B4-BE49-F238E27FC236}">
                  <a16:creationId xmlns:a16="http://schemas.microsoft.com/office/drawing/2014/main" id="{E0B80FAE-6992-7946-AECD-A47522D71940}"/>
                </a:ext>
              </a:extLst>
            </p:cNvPr>
            <p:cNvGrpSpPr/>
            <p:nvPr/>
          </p:nvGrpSpPr>
          <p:grpSpPr bwMode="gray">
            <a:xfrm>
              <a:off x="838199" y="5211096"/>
              <a:ext cx="885975" cy="885975"/>
              <a:chOff x="865641" y="1173737"/>
              <a:chExt cx="868166" cy="868166"/>
            </a:xfrm>
          </p:grpSpPr>
          <p:sp>
            <p:nvSpPr>
              <p:cNvPr id="61" name="Oval 60">
                <a:extLst>
                  <a:ext uri="{FF2B5EF4-FFF2-40B4-BE49-F238E27FC236}">
                    <a16:creationId xmlns:a16="http://schemas.microsoft.com/office/drawing/2014/main" id="{254A1D03-E39C-89B6-4BC6-91FCE98D8E8E}"/>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62" name="Oval 61">
                <a:extLst>
                  <a:ext uri="{FF2B5EF4-FFF2-40B4-BE49-F238E27FC236}">
                    <a16:creationId xmlns:a16="http://schemas.microsoft.com/office/drawing/2014/main" id="{108874A5-F92B-DCDE-599B-45BE3425C08B}"/>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60" name="Graphic 59" descr="Email with solid fill">
              <a:extLst>
                <a:ext uri="{FF2B5EF4-FFF2-40B4-BE49-F238E27FC236}">
                  <a16:creationId xmlns:a16="http://schemas.microsoft.com/office/drawing/2014/main" id="{43495FBD-E3A8-D56D-62FA-243E7E2A209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29814" y="5381657"/>
              <a:ext cx="491760" cy="491760"/>
            </a:xfrm>
            <a:prstGeom prst="rect">
              <a:avLst/>
            </a:prstGeom>
          </p:spPr>
        </p:pic>
      </p:grpSp>
      <p:grpSp>
        <p:nvGrpSpPr>
          <p:cNvPr id="63" name="Group 62">
            <a:extLst>
              <a:ext uri="{FF2B5EF4-FFF2-40B4-BE49-F238E27FC236}">
                <a16:creationId xmlns:a16="http://schemas.microsoft.com/office/drawing/2014/main" id="{0A33387A-6636-092F-C0C1-4957AA41EFAE}"/>
              </a:ext>
            </a:extLst>
          </p:cNvPr>
          <p:cNvGrpSpPr/>
          <p:nvPr/>
        </p:nvGrpSpPr>
        <p:grpSpPr>
          <a:xfrm>
            <a:off x="892502" y="4717799"/>
            <a:ext cx="411480" cy="411480"/>
            <a:chOff x="838199" y="5211096"/>
            <a:chExt cx="885975" cy="885975"/>
          </a:xfrm>
        </p:grpSpPr>
        <p:grpSp>
          <p:nvGrpSpPr>
            <p:cNvPr id="64" name="Group 63">
              <a:extLst>
                <a:ext uri="{FF2B5EF4-FFF2-40B4-BE49-F238E27FC236}">
                  <a16:creationId xmlns:a16="http://schemas.microsoft.com/office/drawing/2014/main" id="{AA361F2A-F7ED-4467-EEBA-1DE99E596E05}"/>
                </a:ext>
              </a:extLst>
            </p:cNvPr>
            <p:cNvGrpSpPr/>
            <p:nvPr/>
          </p:nvGrpSpPr>
          <p:grpSpPr bwMode="gray">
            <a:xfrm>
              <a:off x="838199" y="5211096"/>
              <a:ext cx="885975" cy="885975"/>
              <a:chOff x="865641" y="1173737"/>
              <a:chExt cx="868166" cy="868166"/>
            </a:xfrm>
          </p:grpSpPr>
          <p:sp>
            <p:nvSpPr>
              <p:cNvPr id="66" name="Oval 65">
                <a:extLst>
                  <a:ext uri="{FF2B5EF4-FFF2-40B4-BE49-F238E27FC236}">
                    <a16:creationId xmlns:a16="http://schemas.microsoft.com/office/drawing/2014/main" id="{AA4EEE1C-4EE8-5A15-F087-F069947FC283}"/>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67" name="Oval 66">
                <a:extLst>
                  <a:ext uri="{FF2B5EF4-FFF2-40B4-BE49-F238E27FC236}">
                    <a16:creationId xmlns:a16="http://schemas.microsoft.com/office/drawing/2014/main" id="{BF94B0ED-836B-6940-1FEB-2633DF7FFB01}"/>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65" name="Graphic 64" descr="Chat bubble with solid fill">
              <a:extLst>
                <a:ext uri="{FF2B5EF4-FFF2-40B4-BE49-F238E27FC236}">
                  <a16:creationId xmlns:a16="http://schemas.microsoft.com/office/drawing/2014/main" id="{38E5273C-4972-17D1-0221-C89B170D2A3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29814" y="5422873"/>
              <a:ext cx="491760" cy="491760"/>
            </a:xfrm>
            <a:prstGeom prst="rect">
              <a:avLst/>
            </a:prstGeom>
          </p:spPr>
        </p:pic>
      </p:grpSp>
      <p:sp>
        <p:nvSpPr>
          <p:cNvPr id="68" name="TextBox 67">
            <a:extLst>
              <a:ext uri="{FF2B5EF4-FFF2-40B4-BE49-F238E27FC236}">
                <a16:creationId xmlns:a16="http://schemas.microsoft.com/office/drawing/2014/main" id="{ECC10CF1-A33C-F424-0ED9-21374D641752}"/>
              </a:ext>
            </a:extLst>
          </p:cNvPr>
          <p:cNvSpPr txBox="1"/>
          <p:nvPr/>
        </p:nvSpPr>
        <p:spPr>
          <a:xfrm>
            <a:off x="1331172" y="5302130"/>
            <a:ext cx="3038949" cy="307777"/>
          </a:xfrm>
          <a:prstGeom prst="rect">
            <a:avLst/>
          </a:prstGeom>
          <a:noFill/>
        </p:spPr>
        <p:txBody>
          <a:bodyPr wrap="square" rtlCol="0">
            <a:spAutoFit/>
          </a:bodyPr>
          <a:lstStyle/>
          <a:p>
            <a:r>
              <a:rPr lang="en-US" sz="1400" b="1" dirty="0">
                <a:solidFill>
                  <a:schemeClr val="tx1"/>
                </a:solidFill>
              </a:rPr>
              <a:t>Facebook Page: </a:t>
            </a:r>
            <a:r>
              <a:rPr lang="en-US" sz="1400" dirty="0">
                <a:solidFill>
                  <a:schemeClr val="tx1"/>
                </a:solidFill>
              </a:rPr>
              <a:t>9expert Training</a:t>
            </a:r>
          </a:p>
        </p:txBody>
      </p:sp>
      <p:grpSp>
        <p:nvGrpSpPr>
          <p:cNvPr id="69" name="Group 68">
            <a:extLst>
              <a:ext uri="{FF2B5EF4-FFF2-40B4-BE49-F238E27FC236}">
                <a16:creationId xmlns:a16="http://schemas.microsoft.com/office/drawing/2014/main" id="{BD80B680-AAE7-1E49-AE50-956D0BBFB7DA}"/>
              </a:ext>
            </a:extLst>
          </p:cNvPr>
          <p:cNvGrpSpPr/>
          <p:nvPr/>
        </p:nvGrpSpPr>
        <p:grpSpPr>
          <a:xfrm>
            <a:off x="892502" y="5259680"/>
            <a:ext cx="411480" cy="411480"/>
            <a:chOff x="838199" y="5211096"/>
            <a:chExt cx="885975" cy="885975"/>
          </a:xfrm>
        </p:grpSpPr>
        <p:grpSp>
          <p:nvGrpSpPr>
            <p:cNvPr id="70" name="Group 69">
              <a:extLst>
                <a:ext uri="{FF2B5EF4-FFF2-40B4-BE49-F238E27FC236}">
                  <a16:creationId xmlns:a16="http://schemas.microsoft.com/office/drawing/2014/main" id="{A558E9B7-03E4-8CBE-5888-3BA6BB5A6649}"/>
                </a:ext>
              </a:extLst>
            </p:cNvPr>
            <p:cNvGrpSpPr/>
            <p:nvPr/>
          </p:nvGrpSpPr>
          <p:grpSpPr bwMode="gray">
            <a:xfrm>
              <a:off x="838199" y="5211096"/>
              <a:ext cx="885975" cy="885975"/>
              <a:chOff x="865641" y="1173737"/>
              <a:chExt cx="868166" cy="868166"/>
            </a:xfrm>
          </p:grpSpPr>
          <p:sp>
            <p:nvSpPr>
              <p:cNvPr id="72" name="Oval 71">
                <a:extLst>
                  <a:ext uri="{FF2B5EF4-FFF2-40B4-BE49-F238E27FC236}">
                    <a16:creationId xmlns:a16="http://schemas.microsoft.com/office/drawing/2014/main" id="{105B0703-34E8-7D2F-5765-869AA576591A}"/>
                  </a:ext>
                </a:extLst>
              </p:cNvPr>
              <p:cNvSpPr/>
              <p:nvPr/>
            </p:nvSpPr>
            <p:spPr bwMode="gray">
              <a:xfrm>
                <a:off x="909199" y="1217299"/>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73" name="Oval 72">
                <a:extLst>
                  <a:ext uri="{FF2B5EF4-FFF2-40B4-BE49-F238E27FC236}">
                    <a16:creationId xmlns:a16="http://schemas.microsoft.com/office/drawing/2014/main" id="{B09E4D91-3169-432D-6786-587D5C22950C}"/>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71" name="Graphic 70" descr="Influencer with solid fill">
              <a:extLst>
                <a:ext uri="{FF2B5EF4-FFF2-40B4-BE49-F238E27FC236}">
                  <a16:creationId xmlns:a16="http://schemas.microsoft.com/office/drawing/2014/main" id="{0ABD8E14-D7AF-7511-183E-08E479BF58A3}"/>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02152" y="5392246"/>
              <a:ext cx="547081" cy="547081"/>
            </a:xfrm>
            <a:prstGeom prst="rect">
              <a:avLst/>
            </a:prstGeom>
          </p:spPr>
        </p:pic>
      </p:grpSp>
      <p:pic>
        <p:nvPicPr>
          <p:cNvPr id="74" name="Picture 73">
            <a:extLst>
              <a:ext uri="{FF2B5EF4-FFF2-40B4-BE49-F238E27FC236}">
                <a16:creationId xmlns:a16="http://schemas.microsoft.com/office/drawing/2014/main" id="{CB081E27-7E61-5BA0-1D24-E8ACFF44B5C0}"/>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0182227" y="4417598"/>
            <a:ext cx="1253900" cy="1253900"/>
          </a:xfrm>
          <a:prstGeom prst="roundRect">
            <a:avLst>
              <a:gd name="adj" fmla="val 11543"/>
            </a:avLst>
          </a:prstGeom>
          <a:ln>
            <a:noFill/>
          </a:ln>
        </p:spPr>
      </p:pic>
      <p:sp>
        <p:nvSpPr>
          <p:cNvPr id="76" name="Rectangle: Rounded Corners 75">
            <a:extLst>
              <a:ext uri="{FF2B5EF4-FFF2-40B4-BE49-F238E27FC236}">
                <a16:creationId xmlns:a16="http://schemas.microsoft.com/office/drawing/2014/main" id="{12A37FB4-A140-C618-D4E0-19F52446D1DC}"/>
              </a:ext>
            </a:extLst>
          </p:cNvPr>
          <p:cNvSpPr/>
          <p:nvPr/>
        </p:nvSpPr>
        <p:spPr>
          <a:xfrm>
            <a:off x="7116090" y="5175612"/>
            <a:ext cx="2913358" cy="495548"/>
          </a:xfrm>
          <a:prstGeom prst="roundRect">
            <a:avLst>
              <a:gd name="adj" fmla="val 50000"/>
            </a:avLst>
          </a:prstGeom>
          <a:solidFill>
            <a:schemeClr val="accent5"/>
          </a:solidFill>
          <a:ln w="28575">
            <a:noFill/>
          </a:ln>
          <a:effectLst>
            <a:outerShdw blurRad="50800" dist="38100" dir="2700000" algn="tl" rotWithShape="0">
              <a:prstClr val="black">
                <a:alpha val="40000"/>
              </a:prstClr>
            </a:outerShdw>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77" name="TextBox 76">
            <a:extLst>
              <a:ext uri="{FF2B5EF4-FFF2-40B4-BE49-F238E27FC236}">
                <a16:creationId xmlns:a16="http://schemas.microsoft.com/office/drawing/2014/main" id="{024F2443-EF32-8E95-9651-57AA4B932543}"/>
              </a:ext>
            </a:extLst>
          </p:cNvPr>
          <p:cNvSpPr txBox="1"/>
          <p:nvPr/>
        </p:nvSpPr>
        <p:spPr>
          <a:xfrm>
            <a:off x="7325570" y="5302130"/>
            <a:ext cx="2494397" cy="276999"/>
          </a:xfrm>
          <a:prstGeom prst="rect">
            <a:avLst/>
          </a:prstGeom>
          <a:noFill/>
        </p:spPr>
        <p:txBody>
          <a:bodyPr wrap="square" rtlCol="0">
            <a:spAutoFit/>
          </a:bodyPr>
          <a:lstStyle/>
          <a:p>
            <a:pPr algn="ctr"/>
            <a:r>
              <a:rPr lang="th-TH" sz="1200" b="1" dirty="0"/>
              <a:t>สแกนเพื่อดูรายละเอียดเพิ่มเติม</a:t>
            </a:r>
            <a:endParaRPr lang="en-US" sz="1200" b="1" dirty="0"/>
          </a:p>
        </p:txBody>
      </p:sp>
      <p:sp>
        <p:nvSpPr>
          <p:cNvPr id="78" name="Footer Placeholder 4">
            <a:extLst>
              <a:ext uri="{FF2B5EF4-FFF2-40B4-BE49-F238E27FC236}">
                <a16:creationId xmlns:a16="http://schemas.microsoft.com/office/drawing/2014/main" id="{5FC47D4E-643C-D129-DA3F-585393790595}"/>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79" name="Slide Number Placeholder 5">
            <a:extLst>
              <a:ext uri="{FF2B5EF4-FFF2-40B4-BE49-F238E27FC236}">
                <a16:creationId xmlns:a16="http://schemas.microsoft.com/office/drawing/2014/main" id="{2274E87D-6BE2-980E-ACAC-B2D4165F3E85}"/>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110628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par>
                                <p:cTn id="8" presetID="22" presetClass="entr" presetSubtype="4"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64" presetClass="path" presetSubtype="0" accel="36000" decel="64000" fill="hold" nodeType="withEffect">
                                  <p:stCondLst>
                                    <p:cond delay="0"/>
                                  </p:stCondLst>
                                  <p:childTnLst>
                                    <p:animMotion origin="layout" path="M 1.04167E-6 0.04699 L 1.04167E-6 -4.07407E-6 " pathEditMode="relative" rAng="0" ptsTypes="AA">
                                      <p:cBhvr>
                                        <p:cTn id="15" dur="1000" fill="hold"/>
                                        <p:tgtEl>
                                          <p:spTgt spid="12"/>
                                        </p:tgtEl>
                                        <p:attrNameLst>
                                          <p:attrName>ppt_x</p:attrName>
                                          <p:attrName>ppt_y</p:attrName>
                                        </p:attrNameLst>
                                      </p:cBhvr>
                                      <p:rCtr x="0" y="-2361"/>
                                    </p:animMotion>
                                  </p:childTnLst>
                                </p:cTn>
                              </p:par>
                              <p:par>
                                <p:cTn id="16" presetID="22" presetClass="entr" presetSubtype="4" fill="hold" nodeType="withEffect">
                                  <p:stCondLst>
                                    <p:cond delay="200"/>
                                  </p:stCondLst>
                                  <p:childTnLst>
                                    <p:set>
                                      <p:cBhvr>
                                        <p:cTn id="17" dur="1" fill="hold">
                                          <p:stCondLst>
                                            <p:cond delay="0"/>
                                          </p:stCondLst>
                                        </p:cTn>
                                        <p:tgtEl>
                                          <p:spTgt spid="21"/>
                                        </p:tgtEl>
                                        <p:attrNameLst>
                                          <p:attrName>style.visibility</p:attrName>
                                        </p:attrNameLst>
                                      </p:cBhvr>
                                      <p:to>
                                        <p:strVal val="visible"/>
                                      </p:to>
                                    </p:set>
                                    <p:animEffect transition="in" filter="wipe(down)">
                                      <p:cBhvr>
                                        <p:cTn id="18" dur="500"/>
                                        <p:tgtEl>
                                          <p:spTgt spid="21"/>
                                        </p:tgtEl>
                                      </p:cBhvr>
                                    </p:animEffect>
                                  </p:childTnLst>
                                </p:cTn>
                              </p:par>
                              <p:par>
                                <p:cTn id="19" presetID="10" presetClass="entr" presetSubtype="0" fill="hold" nodeType="withEffect">
                                  <p:stCondLst>
                                    <p:cond delay="20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64" presetClass="path" presetSubtype="0" accel="36000" decel="64000" fill="hold" nodeType="withEffect">
                                  <p:stCondLst>
                                    <p:cond delay="200"/>
                                  </p:stCondLst>
                                  <p:childTnLst>
                                    <p:animMotion origin="layout" path="M 3.33333E-6 0.04699 L 3.33333E-6 -7.40741E-7 " pathEditMode="relative" rAng="0" ptsTypes="AA">
                                      <p:cBhvr>
                                        <p:cTn id="23" dur="1000" fill="hold"/>
                                        <p:tgtEl>
                                          <p:spTgt spid="23"/>
                                        </p:tgtEl>
                                        <p:attrNameLst>
                                          <p:attrName>ppt_x</p:attrName>
                                          <p:attrName>ppt_y</p:attrName>
                                        </p:attrNameLst>
                                      </p:cBhvr>
                                      <p:rCtr x="0" y="-2361"/>
                                    </p:animMotion>
                                  </p:childTnLst>
                                </p:cTn>
                              </p:par>
                              <p:par>
                                <p:cTn id="24" presetID="22" presetClass="entr" presetSubtype="4" fill="hold" nodeType="withEffect">
                                  <p:stCondLst>
                                    <p:cond delay="400"/>
                                  </p:stCondLst>
                                  <p:childTnLst>
                                    <p:set>
                                      <p:cBhvr>
                                        <p:cTn id="25" dur="1" fill="hold">
                                          <p:stCondLst>
                                            <p:cond delay="0"/>
                                          </p:stCondLst>
                                        </p:cTn>
                                        <p:tgtEl>
                                          <p:spTgt spid="22"/>
                                        </p:tgtEl>
                                        <p:attrNameLst>
                                          <p:attrName>style.visibility</p:attrName>
                                        </p:attrNameLst>
                                      </p:cBhvr>
                                      <p:to>
                                        <p:strVal val="visible"/>
                                      </p:to>
                                    </p:set>
                                    <p:animEffect transition="in" filter="wipe(down)">
                                      <p:cBhvr>
                                        <p:cTn id="26" dur="500"/>
                                        <p:tgtEl>
                                          <p:spTgt spid="22"/>
                                        </p:tgtEl>
                                      </p:cBhvr>
                                    </p:animEffect>
                                  </p:childTnLst>
                                </p:cTn>
                              </p:par>
                              <p:par>
                                <p:cTn id="27" presetID="10" presetClass="entr" presetSubtype="0" fill="hold" nodeType="withEffect">
                                  <p:stCondLst>
                                    <p:cond delay="30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64" presetClass="path" presetSubtype="0" accel="36000" decel="64000" fill="hold" nodeType="withEffect">
                                  <p:stCondLst>
                                    <p:cond delay="300"/>
                                  </p:stCondLst>
                                  <p:childTnLst>
                                    <p:animMotion origin="layout" path="M -2.29167E-6 0.04699 L -2.29167E-6 -4.07407E-6 " pathEditMode="relative" rAng="0" ptsTypes="AA">
                                      <p:cBhvr>
                                        <p:cTn id="31" dur="1000" fill="hold"/>
                                        <p:tgtEl>
                                          <p:spTgt spid="30"/>
                                        </p:tgtEl>
                                        <p:attrNameLst>
                                          <p:attrName>ppt_x</p:attrName>
                                          <p:attrName>ppt_y</p:attrName>
                                        </p:attrNameLst>
                                      </p:cBhvr>
                                      <p:rCtr x="0" y="-2361"/>
                                    </p:animMotion>
                                  </p:childTnLst>
                                </p:cTn>
                              </p:par>
                              <p:par>
                                <p:cTn id="32" presetID="22" presetClass="entr" presetSubtype="4" fill="hold" nodeType="withEffect">
                                  <p:stCondLst>
                                    <p:cond delay="500"/>
                                  </p:stCondLst>
                                  <p:childTnLst>
                                    <p:set>
                                      <p:cBhvr>
                                        <p:cTn id="33" dur="1" fill="hold">
                                          <p:stCondLst>
                                            <p:cond delay="0"/>
                                          </p:stCondLst>
                                        </p:cTn>
                                        <p:tgtEl>
                                          <p:spTgt spid="37"/>
                                        </p:tgtEl>
                                        <p:attrNameLst>
                                          <p:attrName>style.visibility</p:attrName>
                                        </p:attrNameLst>
                                      </p:cBhvr>
                                      <p:to>
                                        <p:strVal val="visible"/>
                                      </p:to>
                                    </p:set>
                                    <p:animEffect transition="in" filter="wipe(down)">
                                      <p:cBhvr>
                                        <p:cTn id="34" dur="500"/>
                                        <p:tgtEl>
                                          <p:spTgt spid="37"/>
                                        </p:tgtEl>
                                      </p:cBhvr>
                                    </p:animEffect>
                                  </p:childTnLst>
                                </p:cTn>
                              </p:par>
                              <p:par>
                                <p:cTn id="35" presetID="10" presetClass="entr" presetSubtype="0" fill="hold" nodeType="withEffect">
                                  <p:stCondLst>
                                    <p:cond delay="40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childTnLst>
                                </p:cTn>
                              </p:par>
                              <p:par>
                                <p:cTn id="38" presetID="64" presetClass="path" presetSubtype="0" accel="36000" decel="64000" fill="hold" nodeType="withEffect">
                                  <p:stCondLst>
                                    <p:cond delay="400"/>
                                  </p:stCondLst>
                                  <p:childTnLst>
                                    <p:animMotion origin="layout" path="M 2.29167E-6 0.047 L 2.29167E-6 -4.81481E-6 " pathEditMode="relative" rAng="0" ptsTypes="AA">
                                      <p:cBhvr>
                                        <p:cTn id="39" dur="1000" fill="hold"/>
                                        <p:tgtEl>
                                          <p:spTgt spid="38"/>
                                        </p:tgtEl>
                                        <p:attrNameLst>
                                          <p:attrName>ppt_x</p:attrName>
                                          <p:attrName>ppt_y</p:attrName>
                                        </p:attrNameLst>
                                      </p:cBhvr>
                                      <p:rCtr x="0" y="-2361"/>
                                    </p:animMotion>
                                  </p:childTnLst>
                                </p:cTn>
                              </p:par>
                              <p:par>
                                <p:cTn id="40" presetID="10" presetClass="entr" presetSubtype="0" fill="hold" nodeType="withEffect">
                                  <p:stCondLst>
                                    <p:cond delay="50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500"/>
                                        <p:tgtEl>
                                          <p:spTgt spid="45"/>
                                        </p:tgtEl>
                                      </p:cBhvr>
                                    </p:animEffect>
                                  </p:childTnLst>
                                </p:cTn>
                              </p:par>
                              <p:par>
                                <p:cTn id="43" presetID="64" presetClass="path" presetSubtype="0" accel="36000" decel="64000" fill="hold" nodeType="withEffect">
                                  <p:stCondLst>
                                    <p:cond delay="500"/>
                                  </p:stCondLst>
                                  <p:childTnLst>
                                    <p:animMotion origin="layout" path="M -3.125E-6 0.04699 L -3.125E-6 -4.07407E-6 " pathEditMode="relative" rAng="0" ptsTypes="AA">
                                      <p:cBhvr>
                                        <p:cTn id="44" dur="1000" fill="hold"/>
                                        <p:tgtEl>
                                          <p:spTgt spid="45"/>
                                        </p:tgtEl>
                                        <p:attrNameLst>
                                          <p:attrName>ppt_x</p:attrName>
                                          <p:attrName>ppt_y</p:attrName>
                                        </p:attrNameLst>
                                      </p:cBhvr>
                                      <p:rCtr x="0" y="-2361"/>
                                    </p:animMotion>
                                  </p:childTnLst>
                                </p:cTn>
                              </p:par>
                              <p:par>
                                <p:cTn id="45" presetID="22" presetClass="entr" presetSubtype="4" fill="hold" nodeType="with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wipe(down)">
                                      <p:cBhvr>
                                        <p:cTn id="47" dur="500"/>
                                        <p:tgtEl>
                                          <p:spTgt spid="5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500"/>
                                        <p:tgtEl>
                                          <p:spTgt spid="53"/>
                                        </p:tgtEl>
                                      </p:cBhvr>
                                    </p:animEffect>
                                  </p:childTnLst>
                                </p:cTn>
                              </p:par>
                              <p:par>
                                <p:cTn id="53" presetID="63" presetClass="path" presetSubtype="0" accel="35000" decel="65000" fill="hold" nodeType="withEffect">
                                  <p:stCondLst>
                                    <p:cond delay="0"/>
                                  </p:stCondLst>
                                  <p:childTnLst>
                                    <p:animMotion origin="layout" path="M -0.08125 0.00047 L 1.45833E-6 -2.96296E-6 " pathEditMode="relative" rAng="0" ptsTypes="AA">
                                      <p:cBhvr>
                                        <p:cTn id="54" dur="1000" fill="hold"/>
                                        <p:tgtEl>
                                          <p:spTgt spid="53"/>
                                        </p:tgtEl>
                                        <p:attrNameLst>
                                          <p:attrName>ppt_x</p:attrName>
                                          <p:attrName>ppt_y</p:attrName>
                                        </p:attrNameLst>
                                      </p:cBhvr>
                                      <p:rCtr x="4062" y="-23"/>
                                    </p:animMotion>
                                  </p:childTnLst>
                                </p:cTn>
                              </p:par>
                              <p:par>
                                <p:cTn id="55" presetID="10" presetClass="entr" presetSubtype="0" fill="hold" nodeType="withEffect">
                                  <p:stCondLst>
                                    <p:cond delay="300"/>
                                  </p:stCondLst>
                                  <p:childTnLst>
                                    <p:set>
                                      <p:cBhvr>
                                        <p:cTn id="56" dur="1" fill="hold">
                                          <p:stCondLst>
                                            <p:cond delay="0"/>
                                          </p:stCondLst>
                                        </p:cTn>
                                        <p:tgtEl>
                                          <p:spTgt spid="58"/>
                                        </p:tgtEl>
                                        <p:attrNameLst>
                                          <p:attrName>style.visibility</p:attrName>
                                        </p:attrNameLst>
                                      </p:cBhvr>
                                      <p:to>
                                        <p:strVal val="visible"/>
                                      </p:to>
                                    </p:set>
                                    <p:animEffect transition="in" filter="fade">
                                      <p:cBhvr>
                                        <p:cTn id="57" dur="500"/>
                                        <p:tgtEl>
                                          <p:spTgt spid="58"/>
                                        </p:tgtEl>
                                      </p:cBhvr>
                                    </p:animEffect>
                                  </p:childTnLst>
                                </p:cTn>
                              </p:par>
                              <p:par>
                                <p:cTn id="58" presetID="64" presetClass="path" presetSubtype="0" accel="36000" decel="64000" fill="hold" nodeType="withEffect">
                                  <p:stCondLst>
                                    <p:cond delay="300"/>
                                  </p:stCondLst>
                                  <p:childTnLst>
                                    <p:animMotion origin="layout" path="M -3.95833E-6 0.04699 L -3.95833E-6 -2.96296E-6 " pathEditMode="relative" rAng="0" ptsTypes="AA">
                                      <p:cBhvr>
                                        <p:cTn id="59" dur="1000" fill="hold"/>
                                        <p:tgtEl>
                                          <p:spTgt spid="58"/>
                                        </p:tgtEl>
                                        <p:attrNameLst>
                                          <p:attrName>ppt_x</p:attrName>
                                          <p:attrName>ppt_y</p:attrName>
                                        </p:attrNameLst>
                                      </p:cBhvr>
                                      <p:rCtr x="0" y="-2361"/>
                                    </p:animMotion>
                                  </p:childTnLst>
                                </p:cTn>
                              </p:par>
                              <p:par>
                                <p:cTn id="60" presetID="10" presetClass="entr" presetSubtype="0" fill="hold" nodeType="withEffect">
                                  <p:stCondLst>
                                    <p:cond delay="50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500"/>
                                        <p:tgtEl>
                                          <p:spTgt spid="63"/>
                                        </p:tgtEl>
                                      </p:cBhvr>
                                    </p:animEffect>
                                  </p:childTnLst>
                                </p:cTn>
                              </p:par>
                              <p:par>
                                <p:cTn id="63" presetID="64" presetClass="path" presetSubtype="0" accel="36000" decel="64000" fill="hold" nodeType="withEffect">
                                  <p:stCondLst>
                                    <p:cond delay="500"/>
                                  </p:stCondLst>
                                  <p:childTnLst>
                                    <p:animMotion origin="layout" path="M -3.95833E-6 0.04699 L -3.95833E-6 -4.07407E-6 " pathEditMode="relative" rAng="0" ptsTypes="AA">
                                      <p:cBhvr>
                                        <p:cTn id="64" dur="1000" fill="hold"/>
                                        <p:tgtEl>
                                          <p:spTgt spid="63"/>
                                        </p:tgtEl>
                                        <p:attrNameLst>
                                          <p:attrName>ppt_x</p:attrName>
                                          <p:attrName>ppt_y</p:attrName>
                                        </p:attrNameLst>
                                      </p:cBhvr>
                                      <p:rCtr x="0" y="-2361"/>
                                    </p:animMotion>
                                  </p:childTnLst>
                                </p:cTn>
                              </p:par>
                              <p:par>
                                <p:cTn id="65" presetID="10" presetClass="entr" presetSubtype="0" fill="hold" grpId="0" nodeType="withEffect">
                                  <p:stCondLst>
                                    <p:cond delay="800"/>
                                  </p:stCondLst>
                                  <p:childTnLst>
                                    <p:set>
                                      <p:cBhvr>
                                        <p:cTn id="66" dur="1" fill="hold">
                                          <p:stCondLst>
                                            <p:cond delay="0"/>
                                          </p:stCondLst>
                                        </p:cTn>
                                        <p:tgtEl>
                                          <p:spTgt spid="56"/>
                                        </p:tgtEl>
                                        <p:attrNameLst>
                                          <p:attrName>style.visibility</p:attrName>
                                        </p:attrNameLst>
                                      </p:cBhvr>
                                      <p:to>
                                        <p:strVal val="visible"/>
                                      </p:to>
                                    </p:set>
                                    <p:animEffect transition="in" filter="fade">
                                      <p:cBhvr>
                                        <p:cTn id="67" dur="500"/>
                                        <p:tgtEl>
                                          <p:spTgt spid="56"/>
                                        </p:tgtEl>
                                      </p:cBhvr>
                                    </p:animEffect>
                                  </p:childTnLst>
                                </p:cTn>
                              </p:par>
                              <p:par>
                                <p:cTn id="68" presetID="63" presetClass="path" presetSubtype="0" accel="35000" decel="65000" fill="hold" grpId="1" nodeType="withEffect">
                                  <p:stCondLst>
                                    <p:cond delay="800"/>
                                  </p:stCondLst>
                                  <p:childTnLst>
                                    <p:animMotion origin="layout" path="M -0.02109 -1.48148E-6 L -4.16667E-6 -1.48148E-6 " pathEditMode="relative" rAng="0" ptsTypes="AA">
                                      <p:cBhvr>
                                        <p:cTn id="69" dur="1000" fill="hold"/>
                                        <p:tgtEl>
                                          <p:spTgt spid="56"/>
                                        </p:tgtEl>
                                        <p:attrNameLst>
                                          <p:attrName>ppt_x</p:attrName>
                                          <p:attrName>ppt_y</p:attrName>
                                        </p:attrNameLst>
                                      </p:cBhvr>
                                      <p:rCtr x="1055" y="0"/>
                                    </p:animMotion>
                                  </p:childTnLst>
                                </p:cTn>
                              </p:par>
                              <p:par>
                                <p:cTn id="70" presetID="10" presetClass="entr" presetSubtype="0" fill="hold" grpId="0" nodeType="withEffect">
                                  <p:stCondLst>
                                    <p:cond delay="1000"/>
                                  </p:stCondLst>
                                  <p:childTnLst>
                                    <p:set>
                                      <p:cBhvr>
                                        <p:cTn id="71" dur="1" fill="hold">
                                          <p:stCondLst>
                                            <p:cond delay="0"/>
                                          </p:stCondLst>
                                        </p:cTn>
                                        <p:tgtEl>
                                          <p:spTgt spid="57"/>
                                        </p:tgtEl>
                                        <p:attrNameLst>
                                          <p:attrName>style.visibility</p:attrName>
                                        </p:attrNameLst>
                                      </p:cBhvr>
                                      <p:to>
                                        <p:strVal val="visible"/>
                                      </p:to>
                                    </p:set>
                                    <p:animEffect transition="in" filter="fade">
                                      <p:cBhvr>
                                        <p:cTn id="72" dur="500"/>
                                        <p:tgtEl>
                                          <p:spTgt spid="57"/>
                                        </p:tgtEl>
                                      </p:cBhvr>
                                    </p:animEffect>
                                  </p:childTnLst>
                                </p:cTn>
                              </p:par>
                              <p:par>
                                <p:cTn id="73" presetID="63" presetClass="path" presetSubtype="0" accel="35000" decel="65000" fill="hold" grpId="1" nodeType="withEffect">
                                  <p:stCondLst>
                                    <p:cond delay="1000"/>
                                  </p:stCondLst>
                                  <p:childTnLst>
                                    <p:animMotion origin="layout" path="M -0.02057 4.81481E-6 L -4.16667E-6 4.81481E-6 " pathEditMode="relative" rAng="0" ptsTypes="AA">
                                      <p:cBhvr>
                                        <p:cTn id="74" dur="1000" fill="hold"/>
                                        <p:tgtEl>
                                          <p:spTgt spid="57"/>
                                        </p:tgtEl>
                                        <p:attrNameLst>
                                          <p:attrName>ppt_x</p:attrName>
                                          <p:attrName>ppt_y</p:attrName>
                                        </p:attrNameLst>
                                      </p:cBhvr>
                                      <p:rCtr x="1029" y="0"/>
                                    </p:animMotion>
                                  </p:childTnLst>
                                </p:cTn>
                              </p:par>
                              <p:par>
                                <p:cTn id="75" presetID="10" presetClass="entr" presetSubtype="0" fill="hold" nodeType="withEffect">
                                  <p:stCondLst>
                                    <p:cond delay="500"/>
                                  </p:stCondLst>
                                  <p:childTnLst>
                                    <p:set>
                                      <p:cBhvr>
                                        <p:cTn id="76" dur="1" fill="hold">
                                          <p:stCondLst>
                                            <p:cond delay="0"/>
                                          </p:stCondLst>
                                        </p:cTn>
                                        <p:tgtEl>
                                          <p:spTgt spid="69"/>
                                        </p:tgtEl>
                                        <p:attrNameLst>
                                          <p:attrName>style.visibility</p:attrName>
                                        </p:attrNameLst>
                                      </p:cBhvr>
                                      <p:to>
                                        <p:strVal val="visible"/>
                                      </p:to>
                                    </p:set>
                                    <p:animEffect transition="in" filter="fade">
                                      <p:cBhvr>
                                        <p:cTn id="77" dur="500"/>
                                        <p:tgtEl>
                                          <p:spTgt spid="69"/>
                                        </p:tgtEl>
                                      </p:cBhvr>
                                    </p:animEffect>
                                  </p:childTnLst>
                                </p:cTn>
                              </p:par>
                              <p:par>
                                <p:cTn id="78" presetID="64" presetClass="path" presetSubtype="0" accel="36000" decel="64000" fill="hold" nodeType="withEffect">
                                  <p:stCondLst>
                                    <p:cond delay="500"/>
                                  </p:stCondLst>
                                  <p:childTnLst>
                                    <p:animMotion origin="layout" path="M -3.95833E-6 0.04699 L -3.95833E-6 7.40741E-7 " pathEditMode="relative" rAng="0" ptsTypes="AA">
                                      <p:cBhvr>
                                        <p:cTn id="79" dur="1000" fill="hold"/>
                                        <p:tgtEl>
                                          <p:spTgt spid="69"/>
                                        </p:tgtEl>
                                        <p:attrNameLst>
                                          <p:attrName>ppt_x</p:attrName>
                                          <p:attrName>ppt_y</p:attrName>
                                        </p:attrNameLst>
                                      </p:cBhvr>
                                      <p:rCtr x="0" y="-2361"/>
                                    </p:animMotion>
                                  </p:childTnLst>
                                </p:cTn>
                              </p:par>
                              <p:par>
                                <p:cTn id="80" presetID="10" presetClass="entr" presetSubtype="0" fill="hold" grpId="0" nodeType="withEffect">
                                  <p:stCondLst>
                                    <p:cond delay="1000"/>
                                  </p:stCondLst>
                                  <p:childTnLst>
                                    <p:set>
                                      <p:cBhvr>
                                        <p:cTn id="81" dur="1" fill="hold">
                                          <p:stCondLst>
                                            <p:cond delay="0"/>
                                          </p:stCondLst>
                                        </p:cTn>
                                        <p:tgtEl>
                                          <p:spTgt spid="68"/>
                                        </p:tgtEl>
                                        <p:attrNameLst>
                                          <p:attrName>style.visibility</p:attrName>
                                        </p:attrNameLst>
                                      </p:cBhvr>
                                      <p:to>
                                        <p:strVal val="visible"/>
                                      </p:to>
                                    </p:set>
                                    <p:animEffect transition="in" filter="fade">
                                      <p:cBhvr>
                                        <p:cTn id="82" dur="500"/>
                                        <p:tgtEl>
                                          <p:spTgt spid="68"/>
                                        </p:tgtEl>
                                      </p:cBhvr>
                                    </p:animEffect>
                                  </p:childTnLst>
                                </p:cTn>
                              </p:par>
                              <p:par>
                                <p:cTn id="83" presetID="63" presetClass="path" presetSubtype="0" accel="35000" decel="65000" fill="hold" grpId="1" nodeType="withEffect">
                                  <p:stCondLst>
                                    <p:cond delay="1000"/>
                                  </p:stCondLst>
                                  <p:childTnLst>
                                    <p:animMotion origin="layout" path="M -0.02057 -1.85185E-6 L -4.16667E-6 -1.85185E-6 " pathEditMode="relative" rAng="0" ptsTypes="AA">
                                      <p:cBhvr>
                                        <p:cTn id="84" dur="1000" fill="hold"/>
                                        <p:tgtEl>
                                          <p:spTgt spid="68"/>
                                        </p:tgtEl>
                                        <p:attrNameLst>
                                          <p:attrName>ppt_x</p:attrName>
                                          <p:attrName>ppt_y</p:attrName>
                                        </p:attrNameLst>
                                      </p:cBhvr>
                                      <p:rCtr x="1029" y="0"/>
                                    </p:animMotion>
                                  </p:childTnLst>
                                </p:cTn>
                              </p:par>
                              <p:par>
                                <p:cTn id="85" presetID="10" presetClass="entr" presetSubtype="0" fill="hold" nodeType="withEffect">
                                  <p:stCondLst>
                                    <p:cond delay="1500"/>
                                  </p:stCondLst>
                                  <p:childTnLst>
                                    <p:set>
                                      <p:cBhvr>
                                        <p:cTn id="86" dur="1" fill="hold">
                                          <p:stCondLst>
                                            <p:cond delay="0"/>
                                          </p:stCondLst>
                                        </p:cTn>
                                        <p:tgtEl>
                                          <p:spTgt spid="74"/>
                                        </p:tgtEl>
                                        <p:attrNameLst>
                                          <p:attrName>style.visibility</p:attrName>
                                        </p:attrNameLst>
                                      </p:cBhvr>
                                      <p:to>
                                        <p:strVal val="visible"/>
                                      </p:to>
                                    </p:set>
                                    <p:animEffect transition="in" filter="fade">
                                      <p:cBhvr>
                                        <p:cTn id="87" dur="500"/>
                                        <p:tgtEl>
                                          <p:spTgt spid="74"/>
                                        </p:tgtEl>
                                      </p:cBhvr>
                                    </p:animEffect>
                                  </p:childTnLst>
                                </p:cTn>
                              </p:par>
                              <p:par>
                                <p:cTn id="88" presetID="64" presetClass="path" presetSubtype="0" accel="36000" decel="64000" fill="hold" nodeType="withEffect">
                                  <p:stCondLst>
                                    <p:cond delay="1500"/>
                                  </p:stCondLst>
                                  <p:childTnLst>
                                    <p:animMotion origin="layout" path="M -0.02708 1.85185E-6 L 1.45833E-6 1.85185E-6 " pathEditMode="relative" rAng="0" ptsTypes="AA">
                                      <p:cBhvr>
                                        <p:cTn id="89" dur="1000" fill="hold"/>
                                        <p:tgtEl>
                                          <p:spTgt spid="74"/>
                                        </p:tgtEl>
                                        <p:attrNameLst>
                                          <p:attrName>ppt_x</p:attrName>
                                          <p:attrName>ppt_y</p:attrName>
                                        </p:attrNameLst>
                                      </p:cBhvr>
                                      <p:rCtr x="135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6" grpId="0"/>
      <p:bldP spid="56" grpId="1"/>
      <p:bldP spid="57" grpId="0"/>
      <p:bldP spid="57" grpId="1"/>
      <p:bldP spid="68" grpId="0"/>
      <p:bldP spid="68" grpId="1"/>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Interactive_Catalo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8110C9-F426-7765-B29D-FA10C62A835D}"/>
              </a:ext>
            </a:extLst>
          </p:cNvPr>
          <p:cNvSpPr txBox="1"/>
          <p:nvPr/>
        </p:nvSpPr>
        <p:spPr>
          <a:xfrm>
            <a:off x="2388951" y="1538954"/>
            <a:ext cx="7414099"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หนังสือ </a:t>
            </a:r>
            <a:r>
              <a:rPr lang="en-US" sz="2600" b="1" dirty="0">
                <a:solidFill>
                  <a:schemeClr val="tx1"/>
                </a:solidFill>
                <a:cs typeface="LINE Seed Sans TH" panose="020B0303020203020204" pitchFamily="34" charset="-34"/>
              </a:rPr>
              <a:t>Catalog </a:t>
            </a:r>
            <a:r>
              <a:rPr lang="th-TH" sz="2600" b="1" dirty="0">
                <a:solidFill>
                  <a:schemeClr val="tx1"/>
                </a:solidFill>
                <a:cs typeface="LINE Seed Sans TH" panose="020B0303020203020204" pitchFamily="34" charset="-34"/>
              </a:rPr>
              <a:t>หลักสูตรของ </a:t>
            </a:r>
            <a:r>
              <a:rPr lang="en-US" sz="2600" b="1" dirty="0">
                <a:solidFill>
                  <a:schemeClr val="tx1"/>
                </a:solidFill>
                <a:cs typeface="LINE Seed Sans TH" panose="020B0303020203020204" pitchFamily="34" charset="-34"/>
              </a:rPr>
              <a:t>9Expert Training</a:t>
            </a:r>
          </a:p>
        </p:txBody>
      </p:sp>
      <p:sp>
        <p:nvSpPr>
          <p:cNvPr id="6" name="TextBox 5">
            <a:extLst>
              <a:ext uri="{FF2B5EF4-FFF2-40B4-BE49-F238E27FC236}">
                <a16:creationId xmlns:a16="http://schemas.microsoft.com/office/drawing/2014/main" id="{3196DA23-8974-06AE-B0C9-C97C5F3495BF}"/>
              </a:ext>
            </a:extLst>
          </p:cNvPr>
          <p:cNvSpPr txBox="1"/>
          <p:nvPr/>
        </p:nvSpPr>
        <p:spPr bwMode="hidden">
          <a:xfrm>
            <a:off x="2257936" y="675420"/>
            <a:ext cx="7676128" cy="892552"/>
          </a:xfrm>
          <a:prstGeom prst="rect">
            <a:avLst/>
          </a:prstGeom>
          <a:noFill/>
        </p:spPr>
        <p:txBody>
          <a:bodyPr wrap="square">
            <a:spAutoFit/>
          </a:bodyPr>
          <a:lstStyle/>
          <a:p>
            <a:pPr algn="ctr"/>
            <a:r>
              <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Interactive Catalog</a:t>
            </a:r>
          </a:p>
        </p:txBody>
      </p:sp>
      <p:sp>
        <p:nvSpPr>
          <p:cNvPr id="7" name="TextBox 6">
            <a:extLst>
              <a:ext uri="{FF2B5EF4-FFF2-40B4-BE49-F238E27FC236}">
                <a16:creationId xmlns:a16="http://schemas.microsoft.com/office/drawing/2014/main" id="{A95DE902-6FCE-C7C4-891A-ADEF0F346500}"/>
              </a:ext>
            </a:extLst>
          </p:cNvPr>
          <p:cNvSpPr txBox="1"/>
          <p:nvPr/>
        </p:nvSpPr>
        <p:spPr>
          <a:xfrm>
            <a:off x="2258166" y="675420"/>
            <a:ext cx="7676130" cy="892552"/>
          </a:xfrm>
          <a:prstGeom prst="rect">
            <a:avLst/>
          </a:prstGeom>
          <a:noFill/>
        </p:spPr>
        <p:txBody>
          <a:bodyPr wrap="square">
            <a:spAutoFit/>
          </a:bodyPr>
          <a:lstStyle/>
          <a:p>
            <a:pPr algn="ctr"/>
            <a:r>
              <a:rPr lang="en-US" sz="5200" b="1" kern="1200" dirty="0">
                <a:solidFill>
                  <a:schemeClr val="accent2"/>
                </a:solidFill>
                <a:effectLst/>
                <a:latin typeface="+mn-lt"/>
                <a:ea typeface="+mj-ea"/>
                <a:cs typeface="LINE Seed Sans TH" panose="020B0303020203020204" pitchFamily="34" charset="-34"/>
              </a:rPr>
              <a:t>Interactive Catalog</a:t>
            </a:r>
          </a:p>
        </p:txBody>
      </p:sp>
      <p:pic>
        <p:nvPicPr>
          <p:cNvPr id="8" name="Picture 7">
            <a:extLst>
              <a:ext uri="{FF2B5EF4-FFF2-40B4-BE49-F238E27FC236}">
                <a16:creationId xmlns:a16="http://schemas.microsoft.com/office/drawing/2014/main" id="{5A00FBC5-CC92-DE41-9C4B-6DFB533C733B}"/>
              </a:ext>
            </a:extLst>
          </p:cNvPr>
          <p:cNvPicPr>
            <a:picLocks noChangeAspect="1"/>
          </p:cNvPicPr>
          <p:nvPr/>
        </p:nvPicPr>
        <p:blipFill>
          <a:blip r:embed="rId3">
            <a:extLst>
              <a:ext uri="{28A0092B-C50C-407E-A947-70E740481C1C}">
                <a14:useLocalDpi xmlns:a14="http://schemas.microsoft.com/office/drawing/2010/main" val="0"/>
              </a:ext>
            </a:extLst>
          </a:blip>
          <a:srcRect t="30" b="30"/>
          <a:stretch/>
        </p:blipFill>
        <p:spPr>
          <a:xfrm>
            <a:off x="838202" y="2099104"/>
            <a:ext cx="5200650" cy="3679012"/>
          </a:xfrm>
          <a:prstGeom prst="roundRect">
            <a:avLst>
              <a:gd name="adj" fmla="val 5329"/>
            </a:avLst>
          </a:prstGeom>
          <a:solidFill>
            <a:schemeClr val="bg1">
              <a:alpha val="11000"/>
            </a:schemeClr>
          </a:solidFill>
          <a:ln>
            <a:gradFill>
              <a:gsLst>
                <a:gs pos="0">
                  <a:srgbClr val="F8FAFD">
                    <a:alpha val="0"/>
                  </a:srgbClr>
                </a:gs>
                <a:gs pos="52000">
                  <a:schemeClr val="bg2"/>
                </a:gs>
                <a:gs pos="100000">
                  <a:schemeClr val="bg1">
                    <a:alpha val="6000"/>
                  </a:schemeClr>
                </a:gs>
              </a:gsLst>
              <a:lin ang="13200000" scaled="0"/>
            </a:gradFill>
            <a:headEnd type="none" w="med" len="med"/>
            <a:tailEnd type="triangle" w="lg" len="lg"/>
          </a:ln>
          <a:effectLst>
            <a:outerShdw blurRad="50800" dist="38100" dir="5400000" algn="t" rotWithShape="0">
              <a:prstClr val="black">
                <a:alpha val="40000"/>
              </a:prstClr>
            </a:outerShdw>
          </a:effectLst>
        </p:spPr>
      </p:pic>
      <p:pic>
        <p:nvPicPr>
          <p:cNvPr id="9" name="Picture 2">
            <a:extLst>
              <a:ext uri="{FF2B5EF4-FFF2-40B4-BE49-F238E27FC236}">
                <a16:creationId xmlns:a16="http://schemas.microsoft.com/office/drawing/2014/main" id="{5120AEA4-A9FC-E494-E38F-9192E0FDB0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6250" y="2961304"/>
            <a:ext cx="1954612" cy="1954612"/>
          </a:xfrm>
          <a:prstGeom prst="roundRect">
            <a:avLst>
              <a:gd name="adj" fmla="val 6188"/>
            </a:avLst>
          </a:prstGeom>
          <a:noFill/>
          <a:ln>
            <a:noFill/>
          </a:ln>
          <a:effectLst/>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E8217D8C-6091-43C1-9A4E-110E124F97D0}"/>
              </a:ext>
            </a:extLst>
          </p:cNvPr>
          <p:cNvCxnSpPr>
            <a:cxnSpLocks/>
          </p:cNvCxnSpPr>
          <p:nvPr/>
        </p:nvCxnSpPr>
        <p:spPr>
          <a:xfrm>
            <a:off x="6781800" y="2769755"/>
            <a:ext cx="0" cy="2238375"/>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914F050-E711-2BD3-3891-7300953E92F7}"/>
              </a:ext>
            </a:extLst>
          </p:cNvPr>
          <p:cNvSpPr txBox="1"/>
          <p:nvPr/>
        </p:nvSpPr>
        <p:spPr>
          <a:xfrm>
            <a:off x="7558652" y="2308090"/>
            <a:ext cx="3029810" cy="461665"/>
          </a:xfrm>
          <a:prstGeom prst="rect">
            <a:avLst/>
          </a:prstGeom>
          <a:noFill/>
        </p:spPr>
        <p:txBody>
          <a:bodyPr wrap="square" rtlCol="0">
            <a:spAutoFit/>
          </a:bodyPr>
          <a:lstStyle/>
          <a:p>
            <a:pPr algn="ctr"/>
            <a:r>
              <a:rPr lang="th-TH" sz="2400" dirty="0"/>
              <a:t>สแกนเพื่อดู</a:t>
            </a:r>
            <a:r>
              <a:rPr lang="th-TH" sz="2400" baseline="0" dirty="0"/>
              <a:t> </a:t>
            </a:r>
            <a:r>
              <a:rPr lang="en-US" sz="2400" baseline="0" dirty="0"/>
              <a:t>Catalog</a:t>
            </a:r>
            <a:r>
              <a:rPr lang="en-US" sz="2400" dirty="0"/>
              <a:t>: </a:t>
            </a:r>
          </a:p>
        </p:txBody>
      </p:sp>
      <p:sp>
        <p:nvSpPr>
          <p:cNvPr id="17" name="Footer Placeholder 4">
            <a:extLst>
              <a:ext uri="{FF2B5EF4-FFF2-40B4-BE49-F238E27FC236}">
                <a16:creationId xmlns:a16="http://schemas.microsoft.com/office/drawing/2014/main" id="{52F14A1F-97AE-6B68-0D89-493C5E1D9500}"/>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8" name="Slide Number Placeholder 5">
            <a:extLst>
              <a:ext uri="{FF2B5EF4-FFF2-40B4-BE49-F238E27FC236}">
                <a16:creationId xmlns:a16="http://schemas.microsoft.com/office/drawing/2014/main" id="{1D0594C0-B5CB-1D55-16EF-6F9788B004B3}"/>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744540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Social Medi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descr="A blue circle with a white letter f in it&#10;&#10;Description automatically generated">
            <a:extLst>
              <a:ext uri="{FF2B5EF4-FFF2-40B4-BE49-F238E27FC236}">
                <a16:creationId xmlns:a16="http://schemas.microsoft.com/office/drawing/2014/main" id="{15548DAC-B48F-E6C5-77FB-6E133D10E3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84316" y="2492346"/>
            <a:ext cx="731520" cy="741570"/>
          </a:xfrm>
          <a:prstGeom prst="rect">
            <a:avLst/>
          </a:prstGeom>
        </p:spPr>
      </p:pic>
      <p:pic>
        <p:nvPicPr>
          <p:cNvPr id="1026" name="Picture 2">
            <a:extLst>
              <a:ext uri="{FF2B5EF4-FFF2-40B4-BE49-F238E27FC236}">
                <a16:creationId xmlns:a16="http://schemas.microsoft.com/office/drawing/2014/main" id="{AF83CF77-06D8-4F96-A8D5-6A261D624F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6084" y="3423524"/>
            <a:ext cx="1616483" cy="1616483"/>
          </a:xfrm>
          <a:prstGeom prst="roundRect">
            <a:avLst>
              <a:gd name="adj" fmla="val 0"/>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1D447071-37C1-2023-0983-8FF016946E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5287758" y="3423524"/>
            <a:ext cx="1616483" cy="1616483"/>
          </a:xfrm>
          <a:prstGeom prst="roundRect">
            <a:avLst>
              <a:gd name="adj" fmla="val 0"/>
            </a:avLst>
          </a:prstGeom>
          <a:noFill/>
          <a:extLst>
            <a:ext uri="{909E8E84-426E-40DD-AFC4-6F175D3DCCD1}">
              <a14:hiddenFill xmlns:a14="http://schemas.microsoft.com/office/drawing/2010/main">
                <a:solidFill>
                  <a:srgbClr val="FFFFFF"/>
                </a:solidFill>
              </a14:hiddenFill>
            </a:ext>
          </a:extLst>
        </p:spPr>
      </p:pic>
      <p:pic>
        <p:nvPicPr>
          <p:cNvPr id="19" name="Picture 18" descr="A red and white logo&#10;&#10;Description automatically generated">
            <a:extLst>
              <a:ext uri="{FF2B5EF4-FFF2-40B4-BE49-F238E27FC236}">
                <a16:creationId xmlns:a16="http://schemas.microsoft.com/office/drawing/2014/main" id="{0E4AE009-05D4-BDD9-D37C-FD277973332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47438" y="2492798"/>
            <a:ext cx="740664" cy="740664"/>
          </a:xfrm>
          <a:prstGeom prst="rect">
            <a:avLst/>
          </a:prstGeom>
        </p:spPr>
      </p:pic>
      <p:pic>
        <p:nvPicPr>
          <p:cNvPr id="20" name="Picture 2">
            <a:extLst>
              <a:ext uri="{FF2B5EF4-FFF2-40B4-BE49-F238E27FC236}">
                <a16:creationId xmlns:a16="http://schemas.microsoft.com/office/drawing/2014/main" id="{9109692B-D2C4-9AB6-799A-C85C3B05D3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p:blipFill>
        <p:spPr bwMode="auto">
          <a:xfrm>
            <a:off x="8939435" y="3423524"/>
            <a:ext cx="1616483" cy="1616483"/>
          </a:xfrm>
          <a:prstGeom prst="roundRect">
            <a:avLst>
              <a:gd name="adj" fmla="val 0"/>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1EB85D2F-38E7-9A62-D1FE-E8F66F2C6283}"/>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9395984" y="2492798"/>
            <a:ext cx="740664" cy="740664"/>
          </a:xfrm>
          <a:prstGeom prst="rect">
            <a:avLst/>
          </a:prstGeom>
        </p:spPr>
      </p:pic>
      <p:sp>
        <p:nvSpPr>
          <p:cNvPr id="10" name="TextBox 9">
            <a:extLst>
              <a:ext uri="{FF2B5EF4-FFF2-40B4-BE49-F238E27FC236}">
                <a16:creationId xmlns:a16="http://schemas.microsoft.com/office/drawing/2014/main" id="{22C0F968-6B04-7C76-72BC-DC2D941E0324}"/>
              </a:ext>
            </a:extLst>
          </p:cNvPr>
          <p:cNvSpPr txBox="1"/>
          <p:nvPr/>
        </p:nvSpPr>
        <p:spPr>
          <a:xfrm>
            <a:off x="1022024" y="5097944"/>
            <a:ext cx="2794570" cy="707886"/>
          </a:xfrm>
          <a:prstGeom prst="rect">
            <a:avLst/>
          </a:prstGeom>
          <a:noFill/>
        </p:spPr>
        <p:txBody>
          <a:bodyPr wrap="square" rtlCol="0">
            <a:spAutoFit/>
          </a:bodyPr>
          <a:lstStyle/>
          <a:p>
            <a:pPr algn="ctr"/>
            <a:r>
              <a:rPr lang="en-US" sz="2000" b="1" dirty="0">
                <a:solidFill>
                  <a:schemeClr val="tx1"/>
                </a:solidFill>
              </a:rPr>
              <a:t>Facebook Page:</a:t>
            </a:r>
            <a:r>
              <a:rPr lang="en-US" sz="2000" dirty="0">
                <a:solidFill>
                  <a:schemeClr val="tx1"/>
                </a:solidFill>
              </a:rPr>
              <a:t> 9Expert Training</a:t>
            </a:r>
          </a:p>
        </p:txBody>
      </p:sp>
      <p:sp>
        <p:nvSpPr>
          <p:cNvPr id="4" name="TextBox 3">
            <a:extLst>
              <a:ext uri="{FF2B5EF4-FFF2-40B4-BE49-F238E27FC236}">
                <a16:creationId xmlns:a16="http://schemas.microsoft.com/office/drawing/2014/main" id="{DAB71885-2B06-3580-6E5E-C81DB632FB1E}"/>
              </a:ext>
            </a:extLst>
          </p:cNvPr>
          <p:cNvSpPr txBox="1"/>
          <p:nvPr/>
        </p:nvSpPr>
        <p:spPr>
          <a:xfrm>
            <a:off x="1449354" y="1804175"/>
            <a:ext cx="9293290" cy="523220"/>
          </a:xfrm>
          <a:prstGeom prst="rect">
            <a:avLst/>
          </a:prstGeom>
          <a:noFill/>
        </p:spPr>
        <p:txBody>
          <a:bodyPr wrap="square" rtlCol="0" anchor="ctr">
            <a:spAutoFit/>
          </a:bodyPr>
          <a:lstStyle/>
          <a:p>
            <a:pPr algn="ctr"/>
            <a:r>
              <a:rPr lang="th-TH" sz="2800" b="1" dirty="0">
                <a:solidFill>
                  <a:schemeClr val="tx1"/>
                </a:solidFill>
                <a:cs typeface="LINE Seed Sans TH" panose="020B0303020203020204" pitchFamily="34" charset="-34"/>
              </a:rPr>
              <a:t>ช่องทางการติดตามของ 9</a:t>
            </a:r>
            <a:r>
              <a:rPr lang="en-US" sz="2800" b="1" dirty="0">
                <a:solidFill>
                  <a:schemeClr val="tx1"/>
                </a:solidFill>
                <a:cs typeface="LINE Seed Sans TH" panose="020B0303020203020204" pitchFamily="34" charset="-34"/>
              </a:rPr>
              <a:t>Expert Training</a:t>
            </a:r>
            <a:endParaRPr lang="en-US" sz="3200" b="1" dirty="0">
              <a:solidFill>
                <a:schemeClr val="tx1"/>
              </a:solidFill>
              <a:cs typeface="LINE Seed Sans TH" panose="020B0303020203020204" pitchFamily="34" charset="-34"/>
            </a:endParaRPr>
          </a:p>
        </p:txBody>
      </p:sp>
      <p:sp>
        <p:nvSpPr>
          <p:cNvPr id="7" name="TextBox 6">
            <a:extLst>
              <a:ext uri="{FF2B5EF4-FFF2-40B4-BE49-F238E27FC236}">
                <a16:creationId xmlns:a16="http://schemas.microsoft.com/office/drawing/2014/main" id="{02567DB8-A687-2DD7-1774-030B4536F512}"/>
              </a:ext>
            </a:extLst>
          </p:cNvPr>
          <p:cNvSpPr txBox="1"/>
          <p:nvPr/>
        </p:nvSpPr>
        <p:spPr bwMode="hidden">
          <a:xfrm>
            <a:off x="3048000" y="693196"/>
            <a:ext cx="6096000" cy="1015663"/>
          </a:xfrm>
          <a:prstGeom prst="rect">
            <a:avLst/>
          </a:prstGeom>
          <a:noFill/>
        </p:spPr>
        <p:txBody>
          <a:bodyPr wrap="square">
            <a:spAutoFit/>
          </a:bodyPr>
          <a:lstStyle>
            <a:defPPr>
              <a:defRPr lang="th-TH"/>
            </a:defPPr>
            <a:lvl1pPr algn="ctr">
              <a:defRPr sz="5200" b="1">
                <a:solidFill>
                  <a:schemeClr val="accent2"/>
                </a:solidFill>
                <a:effectLst>
                  <a:reflection blurRad="76200" stA="28000" endPos="28000" dir="5400000" sy="-100000" algn="bl" rotWithShape="0"/>
                </a:effectLst>
                <a:cs typeface="LINE Seed Sans TH" panose="020B0303020203020204" pitchFamily="34" charset="-34"/>
              </a:defRPr>
            </a:lvl1pPr>
          </a:lstStyle>
          <a:p>
            <a:pPr lvl="0"/>
            <a:r>
              <a:rPr lang="en-US" sz="6000" dirty="0">
                <a:effectLst>
                  <a:reflection blurRad="76200" stA="28000" endPos="38000" dir="5400000" sy="-100000" algn="bl" rotWithShape="0"/>
                </a:effectLst>
              </a:rPr>
              <a:t>Social Media</a:t>
            </a:r>
          </a:p>
        </p:txBody>
      </p:sp>
      <p:cxnSp>
        <p:nvCxnSpPr>
          <p:cNvPr id="23" name="Straight Connector 22">
            <a:extLst>
              <a:ext uri="{FF2B5EF4-FFF2-40B4-BE49-F238E27FC236}">
                <a16:creationId xmlns:a16="http://schemas.microsoft.com/office/drawing/2014/main" id="{E5E0FA80-F1EC-751F-616B-1A08D8D3EFD6}"/>
              </a:ext>
            </a:extLst>
          </p:cNvPr>
          <p:cNvCxnSpPr/>
          <p:nvPr/>
        </p:nvCxnSpPr>
        <p:spPr>
          <a:xfrm>
            <a:off x="4267199" y="2987008"/>
            <a:ext cx="0" cy="2307771"/>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B6E2032-326A-400E-40C5-82FE9BF71D0A}"/>
              </a:ext>
            </a:extLst>
          </p:cNvPr>
          <p:cNvCxnSpPr/>
          <p:nvPr/>
        </p:nvCxnSpPr>
        <p:spPr>
          <a:xfrm>
            <a:off x="7968341" y="2987008"/>
            <a:ext cx="0" cy="2307771"/>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CF210E97-9743-499B-954A-C0ACA3C8135D}"/>
              </a:ext>
            </a:extLst>
          </p:cNvPr>
          <p:cNvSpPr txBox="1"/>
          <p:nvPr/>
        </p:nvSpPr>
        <p:spPr>
          <a:xfrm>
            <a:off x="4698714" y="5097945"/>
            <a:ext cx="2794570" cy="707886"/>
          </a:xfrm>
          <a:prstGeom prst="rect">
            <a:avLst/>
          </a:prstGeom>
          <a:noFill/>
        </p:spPr>
        <p:txBody>
          <a:bodyPr wrap="square" rtlCol="0">
            <a:spAutoFit/>
          </a:bodyPr>
          <a:lstStyle/>
          <a:p>
            <a:pPr algn="ctr"/>
            <a:r>
              <a:rPr lang="en-US" sz="2000" b="1" dirty="0">
                <a:solidFill>
                  <a:schemeClr val="tx1"/>
                </a:solidFill>
              </a:rPr>
              <a:t>YouTube:</a:t>
            </a:r>
            <a:br>
              <a:rPr lang="en-US" sz="2000" b="1" dirty="0">
                <a:solidFill>
                  <a:schemeClr val="tx1"/>
                </a:solidFill>
              </a:rPr>
            </a:br>
            <a:r>
              <a:rPr lang="en-US" sz="2000" b="0" dirty="0">
                <a:solidFill>
                  <a:schemeClr val="tx1"/>
                </a:solidFill>
              </a:rPr>
              <a:t>9Expert</a:t>
            </a:r>
            <a:endParaRPr lang="en-US" sz="2000" dirty="0">
              <a:solidFill>
                <a:schemeClr val="tx1"/>
              </a:solidFill>
            </a:endParaRPr>
          </a:p>
        </p:txBody>
      </p:sp>
      <p:sp>
        <p:nvSpPr>
          <p:cNvPr id="26" name="TextBox 25">
            <a:extLst>
              <a:ext uri="{FF2B5EF4-FFF2-40B4-BE49-F238E27FC236}">
                <a16:creationId xmlns:a16="http://schemas.microsoft.com/office/drawing/2014/main" id="{FDF65938-A5AF-7BD7-3777-D53B2EE72E75}"/>
              </a:ext>
            </a:extLst>
          </p:cNvPr>
          <p:cNvSpPr txBox="1"/>
          <p:nvPr/>
        </p:nvSpPr>
        <p:spPr>
          <a:xfrm>
            <a:off x="8298470" y="5097945"/>
            <a:ext cx="2794570" cy="707886"/>
          </a:xfrm>
          <a:prstGeom prst="rect">
            <a:avLst/>
          </a:prstGeom>
          <a:noFill/>
        </p:spPr>
        <p:txBody>
          <a:bodyPr wrap="square" rtlCol="0">
            <a:spAutoFit/>
          </a:bodyPr>
          <a:lstStyle/>
          <a:p>
            <a:pPr algn="ctr"/>
            <a:r>
              <a:rPr lang="en-US" sz="2000" b="1" dirty="0">
                <a:solidFill>
                  <a:schemeClr val="tx1"/>
                </a:solidFill>
              </a:rPr>
              <a:t>TikTok:</a:t>
            </a:r>
            <a:br>
              <a:rPr lang="en-US" sz="2000" b="1" dirty="0">
                <a:solidFill>
                  <a:schemeClr val="tx1"/>
                </a:solidFill>
              </a:rPr>
            </a:br>
            <a:r>
              <a:rPr lang="en-US" sz="2000" b="1" dirty="0">
                <a:solidFill>
                  <a:schemeClr val="tx1"/>
                </a:solidFill>
              </a:rPr>
              <a:t>@</a:t>
            </a:r>
            <a:r>
              <a:rPr lang="en-US" sz="2000" b="0" dirty="0">
                <a:solidFill>
                  <a:schemeClr val="tx1"/>
                </a:solidFill>
              </a:rPr>
              <a:t>9Expert</a:t>
            </a:r>
            <a:endParaRPr lang="en-US" sz="2000" dirty="0">
              <a:solidFill>
                <a:schemeClr val="tx1"/>
              </a:solidFill>
            </a:endParaRPr>
          </a:p>
        </p:txBody>
      </p:sp>
      <p:sp>
        <p:nvSpPr>
          <p:cNvPr id="27" name="TextBox 26">
            <a:extLst>
              <a:ext uri="{FF2B5EF4-FFF2-40B4-BE49-F238E27FC236}">
                <a16:creationId xmlns:a16="http://schemas.microsoft.com/office/drawing/2014/main" id="{3DA08863-F50E-B684-5B02-9FE9FCE59B7B}"/>
              </a:ext>
            </a:extLst>
          </p:cNvPr>
          <p:cNvSpPr txBox="1">
            <a:spLocks/>
          </p:cNvSpPr>
          <p:nvPr/>
        </p:nvSpPr>
        <p:spPr>
          <a:xfrm>
            <a:off x="3048000" y="693196"/>
            <a:ext cx="6096000" cy="1015663"/>
          </a:xfrm>
          <a:prstGeom prst="rect">
            <a:avLst/>
          </a:prstGeom>
          <a:noFill/>
        </p:spPr>
        <p:txBody>
          <a:bodyPr wrap="square">
            <a:spAutoFit/>
          </a:bodyPr>
          <a:lstStyle>
            <a:defPPr>
              <a:defRPr lang="th-TH"/>
            </a:defPPr>
            <a:lvl1pPr algn="ctr">
              <a:defRPr sz="5200" b="1">
                <a:solidFill>
                  <a:schemeClr val="accent2"/>
                </a:solidFill>
                <a:effectLst>
                  <a:reflection blurRad="76200" stA="28000" endPos="28000" dir="5400000" sy="-100000" algn="bl" rotWithShape="0"/>
                </a:effectLst>
                <a:cs typeface="LINE Seed Sans TH" panose="020B0303020203020204" pitchFamily="34" charset="-34"/>
              </a:defRPr>
            </a:lvl1pPr>
          </a:lstStyle>
          <a:p>
            <a:pPr lvl="0"/>
            <a:r>
              <a:rPr lang="en-US" sz="6000" dirty="0">
                <a:effectLst/>
              </a:rPr>
              <a:t>Social Media</a:t>
            </a:r>
          </a:p>
        </p:txBody>
      </p:sp>
      <p:sp>
        <p:nvSpPr>
          <p:cNvPr id="28" name="Footer Placeholder 4">
            <a:extLst>
              <a:ext uri="{FF2B5EF4-FFF2-40B4-BE49-F238E27FC236}">
                <a16:creationId xmlns:a16="http://schemas.microsoft.com/office/drawing/2014/main" id="{FF91A315-0876-2294-1768-A90822C9C9CF}"/>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9" name="Slide Number Placeholder 5">
            <a:extLst>
              <a:ext uri="{FF2B5EF4-FFF2-40B4-BE49-F238E27FC236}">
                <a16:creationId xmlns:a16="http://schemas.microsoft.com/office/drawing/2014/main" id="{643208A2-A6DC-ECF3-80C9-2A812D284E72}"/>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37255890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Get Rewar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88AF8BE6-8AD6-DDEA-EA7F-35C329AFB6FC}"/>
              </a:ext>
            </a:extLst>
          </p:cNvPr>
          <p:cNvSpPr txBox="1"/>
          <p:nvPr/>
        </p:nvSpPr>
        <p:spPr>
          <a:xfrm>
            <a:off x="1449354" y="1538949"/>
            <a:ext cx="9293290"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โดยทำตามขั้นตอนด้านล่างนี้</a:t>
            </a:r>
            <a:endParaRPr lang="en-US" sz="2600" b="1" dirty="0">
              <a:solidFill>
                <a:schemeClr val="tx1"/>
              </a:solidFill>
              <a:cs typeface="LINE Seed Sans TH" panose="020B0303020203020204" pitchFamily="34" charset="-34"/>
            </a:endParaRPr>
          </a:p>
        </p:txBody>
      </p:sp>
      <p:sp>
        <p:nvSpPr>
          <p:cNvPr id="23" name="TextBox 22">
            <a:extLst>
              <a:ext uri="{FF2B5EF4-FFF2-40B4-BE49-F238E27FC236}">
                <a16:creationId xmlns:a16="http://schemas.microsoft.com/office/drawing/2014/main" id="{AF3F5242-AE56-E910-6076-7BA61BFDFEA8}"/>
              </a:ext>
            </a:extLst>
          </p:cNvPr>
          <p:cNvSpPr txBox="1"/>
          <p:nvPr/>
        </p:nvSpPr>
        <p:spPr bwMode="hidden">
          <a:xfrm>
            <a:off x="2506099" y="675420"/>
            <a:ext cx="7179805" cy="892552"/>
          </a:xfrm>
          <a:prstGeom prst="rect">
            <a:avLst/>
          </a:prstGeom>
          <a:noFill/>
        </p:spPr>
        <p:txBody>
          <a:bodyPr wrap="square">
            <a:spAutoFit/>
          </a:bodyPr>
          <a:lstStyle/>
          <a:p>
            <a:pPr algn="ctr"/>
            <a:r>
              <a:rPr lang="th-TH" sz="5200" b="1" dirty="0">
                <a:solidFill>
                  <a:schemeClr val="accent2"/>
                </a:solidFill>
                <a:effectLst>
                  <a:reflection blurRad="76200" stA="28000" endPos="38000" dir="5400000" sy="-100000" algn="bl" rotWithShape="0"/>
                </a:effectLst>
                <a:cs typeface="LINE Seed Sans TH" panose="020B0303020203020204" pitchFamily="34" charset="-34"/>
              </a:rPr>
              <a:t>รับ</a:t>
            </a:r>
            <a:r>
              <a:rPr lang="th-TH"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ฟรี</a:t>
            </a:r>
            <a:r>
              <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 Sticker LINE</a:t>
            </a:r>
          </a:p>
        </p:txBody>
      </p:sp>
      <p:pic>
        <p:nvPicPr>
          <p:cNvPr id="42" name="Picture 41">
            <a:extLst>
              <a:ext uri="{FF2B5EF4-FFF2-40B4-BE49-F238E27FC236}">
                <a16:creationId xmlns:a16="http://schemas.microsoft.com/office/drawing/2014/main" id="{C40016EF-D482-BBCE-0013-45393DC015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82221" y="3121177"/>
            <a:ext cx="1868557" cy="1684333"/>
          </a:xfrm>
          <a:prstGeom prst="roundRect">
            <a:avLst>
              <a:gd name="adj" fmla="val 5738"/>
            </a:avLst>
          </a:prstGeom>
        </p:spPr>
      </p:pic>
      <p:pic>
        <p:nvPicPr>
          <p:cNvPr id="54" name="Picture 53">
            <a:extLst>
              <a:ext uri="{FF2B5EF4-FFF2-40B4-BE49-F238E27FC236}">
                <a16:creationId xmlns:a16="http://schemas.microsoft.com/office/drawing/2014/main" id="{5F4DC25D-E0C6-035A-63CE-C912A2ED96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717880" y="3083112"/>
            <a:ext cx="1796143" cy="1796143"/>
          </a:xfrm>
          <a:prstGeom prst="roundRect">
            <a:avLst>
              <a:gd name="adj" fmla="val 10657"/>
            </a:avLst>
          </a:prstGeom>
          <a:ln>
            <a:solidFill>
              <a:schemeClr val="tx1">
                <a:lumMod val="75000"/>
                <a:lumOff val="25000"/>
              </a:schemeClr>
            </a:solidFill>
          </a:ln>
        </p:spPr>
      </p:pic>
      <p:sp>
        <p:nvSpPr>
          <p:cNvPr id="1042" name="TextBox 1041">
            <a:extLst>
              <a:ext uri="{FF2B5EF4-FFF2-40B4-BE49-F238E27FC236}">
                <a16:creationId xmlns:a16="http://schemas.microsoft.com/office/drawing/2014/main" id="{01A6D6CB-6641-3EB5-03E1-819A4AEDAD97}"/>
              </a:ext>
            </a:extLst>
          </p:cNvPr>
          <p:cNvSpPr txBox="1"/>
          <p:nvPr/>
        </p:nvSpPr>
        <p:spPr>
          <a:xfrm>
            <a:off x="6638050" y="4963988"/>
            <a:ext cx="1955801" cy="572593"/>
          </a:xfrm>
          <a:prstGeom prst="rect">
            <a:avLst/>
          </a:prstGeom>
          <a:noFill/>
        </p:spPr>
        <p:txBody>
          <a:bodyPr wrap="square">
            <a:spAutoFit/>
          </a:bodyPr>
          <a:lstStyle>
            <a:defPPr>
              <a:defRPr lang="th-TH"/>
            </a:defPPr>
            <a:lvl1pPr indent="0" algn="ctr">
              <a:lnSpc>
                <a:spcPts val="1900"/>
              </a:lnSpc>
              <a:spcBef>
                <a:spcPts val="0"/>
              </a:spcBef>
              <a:spcAft>
                <a:spcPts val="0"/>
              </a:spcAft>
              <a:buNone/>
              <a:defRPr sz="1400">
                <a:solidFill>
                  <a:schemeClr val="tx2"/>
                </a:solidFill>
              </a:defRPr>
            </a:lvl1pPr>
          </a:lstStyle>
          <a:p>
            <a:pPr lvl="0"/>
            <a:r>
              <a:rPr lang="th-TH" sz="1400" dirty="0"/>
              <a:t> ส่งภาพแคปทั้ง 2 มาที่ </a:t>
            </a:r>
            <a:br>
              <a:rPr lang="th-TH" sz="1400" dirty="0"/>
            </a:br>
            <a:r>
              <a:rPr lang="en-US" sz="1400" dirty="0"/>
              <a:t>LINE @9Expert</a:t>
            </a:r>
          </a:p>
        </p:txBody>
      </p:sp>
      <p:sp>
        <p:nvSpPr>
          <p:cNvPr id="56" name="TextBox 55">
            <a:extLst>
              <a:ext uri="{FF2B5EF4-FFF2-40B4-BE49-F238E27FC236}">
                <a16:creationId xmlns:a16="http://schemas.microsoft.com/office/drawing/2014/main" id="{4A1A7BA3-E5A5-F7A2-C2D7-051DED33F35B}"/>
              </a:ext>
            </a:extLst>
          </p:cNvPr>
          <p:cNvSpPr txBox="1"/>
          <p:nvPr/>
        </p:nvSpPr>
        <p:spPr>
          <a:xfrm>
            <a:off x="838202" y="4919810"/>
            <a:ext cx="2346947" cy="816249"/>
          </a:xfrm>
          <a:prstGeom prst="rect">
            <a:avLst/>
          </a:prstGeom>
          <a:noFill/>
        </p:spPr>
        <p:txBody>
          <a:bodyPr wrap="square">
            <a:spAutoFit/>
          </a:bodyPr>
          <a:lstStyle/>
          <a:p>
            <a:pPr marL="0" indent="0" algn="ctr">
              <a:lnSpc>
                <a:spcPts val="1900"/>
              </a:lnSpc>
              <a:spcBef>
                <a:spcPts val="0"/>
              </a:spcBef>
              <a:spcAft>
                <a:spcPts val="0"/>
              </a:spcAft>
              <a:buNone/>
            </a:pPr>
            <a:r>
              <a:rPr lang="th-TH" sz="1400" dirty="0">
                <a:solidFill>
                  <a:schemeClr val="tx2"/>
                </a:solidFill>
              </a:rPr>
              <a:t>กดติดตามเพจ </a:t>
            </a:r>
            <a:r>
              <a:rPr lang="en-US" sz="1400" b="0" u="none" dirty="0">
                <a:solidFill>
                  <a:schemeClr val="tx2"/>
                </a:solidFill>
              </a:rPr>
              <a:t>Facebook</a:t>
            </a:r>
            <a:r>
              <a:rPr lang="en-US" sz="1400" dirty="0">
                <a:solidFill>
                  <a:schemeClr val="tx2"/>
                </a:solidFill>
              </a:rPr>
              <a:t> </a:t>
            </a:r>
            <a:br>
              <a:rPr lang="th-TH" sz="1400" dirty="0">
                <a:solidFill>
                  <a:schemeClr val="tx2"/>
                </a:solidFill>
              </a:rPr>
            </a:br>
            <a:r>
              <a:rPr lang="en-US" sz="1400" dirty="0">
                <a:solidFill>
                  <a:schemeClr val="tx2"/>
                </a:solidFill>
              </a:rPr>
              <a:t>9Expert Training</a:t>
            </a:r>
            <a:r>
              <a:rPr lang="en-US" sz="1400" baseline="0" dirty="0">
                <a:solidFill>
                  <a:schemeClr val="tx2"/>
                </a:solidFill>
              </a:rPr>
              <a:t> </a:t>
            </a:r>
            <a:br>
              <a:rPr lang="en-US" sz="1400" baseline="0" dirty="0">
                <a:solidFill>
                  <a:schemeClr val="tx2"/>
                </a:solidFill>
              </a:rPr>
            </a:br>
            <a:r>
              <a:rPr lang="th-TH" sz="1400" dirty="0">
                <a:solidFill>
                  <a:schemeClr val="tx2"/>
                </a:solidFill>
              </a:rPr>
              <a:t>และ </a:t>
            </a:r>
            <a:r>
              <a:rPr lang="en-US" sz="1400" dirty="0">
                <a:solidFill>
                  <a:schemeClr val="tx2"/>
                </a:solidFill>
              </a:rPr>
              <a:t>Capture</a:t>
            </a:r>
            <a:r>
              <a:rPr lang="th-TH" sz="1400" dirty="0">
                <a:solidFill>
                  <a:schemeClr val="tx2"/>
                </a:solidFill>
              </a:rPr>
              <a:t> เก็บไว้</a:t>
            </a:r>
            <a:endParaRPr lang="en-US" sz="1400" dirty="0">
              <a:solidFill>
                <a:schemeClr val="tx2"/>
              </a:solidFill>
            </a:endParaRPr>
          </a:p>
        </p:txBody>
      </p:sp>
      <p:grpSp>
        <p:nvGrpSpPr>
          <p:cNvPr id="1032" name="Group 1031">
            <a:extLst>
              <a:ext uri="{FF2B5EF4-FFF2-40B4-BE49-F238E27FC236}">
                <a16:creationId xmlns:a16="http://schemas.microsoft.com/office/drawing/2014/main" id="{CA96E00A-4A61-DD4C-9AFC-9979F17036C4}"/>
              </a:ext>
            </a:extLst>
          </p:cNvPr>
          <p:cNvGrpSpPr/>
          <p:nvPr/>
        </p:nvGrpSpPr>
        <p:grpSpPr>
          <a:xfrm>
            <a:off x="1003338" y="3083112"/>
            <a:ext cx="2016671" cy="1736470"/>
            <a:chOff x="1011005" y="2725198"/>
            <a:chExt cx="2864378" cy="2466394"/>
          </a:xfrm>
        </p:grpSpPr>
        <p:pic>
          <p:nvPicPr>
            <p:cNvPr id="62" name="Picture 61">
              <a:extLst>
                <a:ext uri="{FF2B5EF4-FFF2-40B4-BE49-F238E27FC236}">
                  <a16:creationId xmlns:a16="http://schemas.microsoft.com/office/drawing/2014/main" id="{FE236A38-3366-1B4B-0603-34C8BC5BBF5B}"/>
                </a:ext>
              </a:extLst>
            </p:cNvPr>
            <p:cNvPicPr>
              <a:picLocks noChangeAspect="1"/>
            </p:cNvPicPr>
            <p:nvPr/>
          </p:nvPicPr>
          <p:blipFill>
            <a:blip r:embed="rId5" cstate="print">
              <a:extLst>
                <a:ext uri="{28A0092B-C50C-407E-A947-70E740481C1C}">
                  <a14:useLocalDpi xmlns:a14="http://schemas.microsoft.com/office/drawing/2010/main" val="0"/>
                </a:ext>
              </a:extLst>
            </a:blip>
            <a:srcRect t="-16" b="58604"/>
            <a:stretch>
              <a:fillRect/>
            </a:stretch>
          </p:blipFill>
          <p:spPr>
            <a:xfrm>
              <a:off x="1141124" y="2821189"/>
              <a:ext cx="2606964" cy="2340471"/>
            </a:xfrm>
            <a:prstGeom prst="roundRect">
              <a:avLst>
                <a:gd name="adj" fmla="val 14632"/>
              </a:avLst>
            </a:prstGeom>
          </p:spPr>
        </p:pic>
        <p:sp>
          <p:nvSpPr>
            <p:cNvPr id="1024" name="Rectangle 1023">
              <a:extLst>
                <a:ext uri="{FF2B5EF4-FFF2-40B4-BE49-F238E27FC236}">
                  <a16:creationId xmlns:a16="http://schemas.microsoft.com/office/drawing/2014/main" id="{261F2B0D-57BC-676C-838F-0997D6B5BACD}"/>
                </a:ext>
              </a:extLst>
            </p:cNvPr>
            <p:cNvSpPr/>
            <p:nvPr/>
          </p:nvSpPr>
          <p:spPr bwMode="hidden">
            <a:xfrm>
              <a:off x="1141124" y="4805363"/>
              <a:ext cx="2606964" cy="356297"/>
            </a:xfrm>
            <a:prstGeom prst="rect">
              <a:avLst/>
            </a:prstGeom>
            <a:solidFill>
              <a:srgbClr val="FFFFFF"/>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58" name="Picture 57">
              <a:extLst>
                <a:ext uri="{FF2B5EF4-FFF2-40B4-BE49-F238E27FC236}">
                  <a16:creationId xmlns:a16="http://schemas.microsoft.com/office/drawing/2014/main" id="{A0587321-1143-B5A0-5EBD-22B49B7CC8A6}"/>
                </a:ext>
              </a:extLst>
            </p:cNvPr>
            <p:cNvPicPr>
              <a:picLocks noChangeAspect="1"/>
            </p:cNvPicPr>
            <p:nvPr/>
          </p:nvPicPr>
          <p:blipFill>
            <a:blip r:embed="rId6" cstate="print">
              <a:extLst>
                <a:ext uri="{28A0092B-C50C-407E-A947-70E740481C1C}">
                  <a14:useLocalDpi xmlns:a14="http://schemas.microsoft.com/office/drawing/2010/main" val="0"/>
                </a:ext>
              </a:extLst>
            </a:blip>
            <a:srcRect b="57808"/>
            <a:stretch>
              <a:fillRect/>
            </a:stretch>
          </p:blipFill>
          <p:spPr>
            <a:xfrm>
              <a:off x="1011005" y="2725198"/>
              <a:ext cx="2864378" cy="2466394"/>
            </a:xfrm>
            <a:prstGeom prst="rect">
              <a:avLst/>
            </a:prstGeom>
          </p:spPr>
        </p:pic>
      </p:grpSp>
      <p:pic>
        <p:nvPicPr>
          <p:cNvPr id="1043" name="Picture 1042" descr="A blue circle with a white letter f in it&#10;&#10;Description automatically generated">
            <a:extLst>
              <a:ext uri="{FF2B5EF4-FFF2-40B4-BE49-F238E27FC236}">
                <a16:creationId xmlns:a16="http://schemas.microsoft.com/office/drawing/2014/main" id="{404F77A1-618B-33FD-4600-41AB37E73BA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619986" y="4238410"/>
            <a:ext cx="610108" cy="618490"/>
          </a:xfrm>
          <a:prstGeom prst="rect">
            <a:avLst/>
          </a:prstGeom>
        </p:spPr>
      </p:pic>
      <p:grpSp>
        <p:nvGrpSpPr>
          <p:cNvPr id="1034" name="Group 1033">
            <a:extLst>
              <a:ext uri="{FF2B5EF4-FFF2-40B4-BE49-F238E27FC236}">
                <a16:creationId xmlns:a16="http://schemas.microsoft.com/office/drawing/2014/main" id="{BB833639-7000-C3DE-5039-F1C25475D9C6}"/>
              </a:ext>
            </a:extLst>
          </p:cNvPr>
          <p:cNvGrpSpPr/>
          <p:nvPr/>
        </p:nvGrpSpPr>
        <p:grpSpPr>
          <a:xfrm>
            <a:off x="3865197" y="3100103"/>
            <a:ext cx="2031219" cy="1748996"/>
            <a:chOff x="1011007" y="2748948"/>
            <a:chExt cx="2864378" cy="2466395"/>
          </a:xfrm>
        </p:grpSpPr>
        <p:pic>
          <p:nvPicPr>
            <p:cNvPr id="1035" name="Picture 1034">
              <a:extLst>
                <a:ext uri="{FF2B5EF4-FFF2-40B4-BE49-F238E27FC236}">
                  <a16:creationId xmlns:a16="http://schemas.microsoft.com/office/drawing/2014/main" id="{6C52A13F-1CE5-8F4F-2389-1A8CD98F2A11}"/>
                </a:ext>
              </a:extLst>
            </p:cNvPr>
            <p:cNvPicPr>
              <a:picLocks noChangeAspect="1"/>
            </p:cNvPicPr>
            <p:nvPr/>
          </p:nvPicPr>
          <p:blipFill>
            <a:blip r:embed="rId8" cstate="print">
              <a:extLst>
                <a:ext uri="{28A0092B-C50C-407E-A947-70E740481C1C}">
                  <a14:useLocalDpi xmlns:a14="http://schemas.microsoft.com/office/drawing/2010/main" val="0"/>
                </a:ext>
              </a:extLst>
            </a:blip>
            <a:srcRect t="16" b="58572"/>
            <a:stretch>
              <a:fillRect/>
            </a:stretch>
          </p:blipFill>
          <p:spPr>
            <a:xfrm>
              <a:off x="1141124" y="2821189"/>
              <a:ext cx="2606964" cy="2340471"/>
            </a:xfrm>
            <a:prstGeom prst="roundRect">
              <a:avLst>
                <a:gd name="adj" fmla="val 14632"/>
              </a:avLst>
            </a:prstGeom>
          </p:spPr>
        </p:pic>
        <p:pic>
          <p:nvPicPr>
            <p:cNvPr id="1037" name="Picture 1036">
              <a:extLst>
                <a:ext uri="{FF2B5EF4-FFF2-40B4-BE49-F238E27FC236}">
                  <a16:creationId xmlns:a16="http://schemas.microsoft.com/office/drawing/2014/main" id="{53FA71FA-D44E-FFD1-EE15-5652708E7193}"/>
                </a:ext>
              </a:extLst>
            </p:cNvPr>
            <p:cNvPicPr>
              <a:picLocks noChangeAspect="1"/>
            </p:cNvPicPr>
            <p:nvPr/>
          </p:nvPicPr>
          <p:blipFill>
            <a:blip r:embed="rId9" cstate="print">
              <a:extLst>
                <a:ext uri="{28A0092B-C50C-407E-A947-70E740481C1C}">
                  <a14:useLocalDpi xmlns:a14="http://schemas.microsoft.com/office/drawing/2010/main" val="0"/>
                </a:ext>
              </a:extLst>
            </a:blip>
            <a:srcRect b="57808"/>
            <a:stretch>
              <a:fillRect/>
            </a:stretch>
          </p:blipFill>
          <p:spPr>
            <a:xfrm>
              <a:off x="1011007" y="2748948"/>
              <a:ext cx="2864378" cy="2466395"/>
            </a:xfrm>
            <a:prstGeom prst="rect">
              <a:avLst/>
            </a:prstGeom>
          </p:spPr>
        </p:pic>
      </p:grpSp>
      <p:sp>
        <p:nvSpPr>
          <p:cNvPr id="1038" name="TextBox 1037">
            <a:extLst>
              <a:ext uri="{FF2B5EF4-FFF2-40B4-BE49-F238E27FC236}">
                <a16:creationId xmlns:a16="http://schemas.microsoft.com/office/drawing/2014/main" id="{8D72FA84-F666-B1CB-4996-F4B39E5D64F9}"/>
              </a:ext>
            </a:extLst>
          </p:cNvPr>
          <p:cNvSpPr txBox="1"/>
          <p:nvPr/>
        </p:nvSpPr>
        <p:spPr>
          <a:xfrm>
            <a:off x="3532538" y="4933210"/>
            <a:ext cx="2696536" cy="572593"/>
          </a:xfrm>
          <a:prstGeom prst="rect">
            <a:avLst/>
          </a:prstGeom>
          <a:noFill/>
        </p:spPr>
        <p:txBody>
          <a:bodyPr wrap="square">
            <a:spAutoFit/>
          </a:bodyPr>
          <a:lstStyle>
            <a:defPPr>
              <a:defRPr lang="th-TH"/>
            </a:defPPr>
            <a:lvl1pPr indent="0" algn="ctr">
              <a:lnSpc>
                <a:spcPts val="1900"/>
              </a:lnSpc>
              <a:spcBef>
                <a:spcPts val="0"/>
              </a:spcBef>
              <a:spcAft>
                <a:spcPts val="0"/>
              </a:spcAft>
              <a:buNone/>
              <a:defRPr sz="1400">
                <a:solidFill>
                  <a:schemeClr val="tx2"/>
                </a:solidFill>
              </a:defRPr>
            </a:lvl1pPr>
          </a:lstStyle>
          <a:p>
            <a:pPr lvl="0"/>
            <a:r>
              <a:rPr lang="th-TH" sz="1400" dirty="0"/>
              <a:t>กด </a:t>
            </a:r>
            <a:r>
              <a:rPr lang="en-US" sz="1400" dirty="0"/>
              <a:t>Subscribe </a:t>
            </a:r>
            <a:r>
              <a:rPr lang="th-TH" sz="1400" dirty="0"/>
              <a:t>ช่อง </a:t>
            </a:r>
            <a:r>
              <a:rPr lang="en-US" sz="1400" dirty="0"/>
              <a:t>YouTube 9Expert </a:t>
            </a:r>
            <a:r>
              <a:rPr lang="th-TH" sz="1400" dirty="0"/>
              <a:t>และ </a:t>
            </a:r>
            <a:r>
              <a:rPr lang="en-US" sz="1400" dirty="0"/>
              <a:t>Capture </a:t>
            </a:r>
            <a:r>
              <a:rPr lang="th-TH" sz="1400" dirty="0"/>
              <a:t>เก็บไว้</a:t>
            </a:r>
          </a:p>
        </p:txBody>
      </p:sp>
      <p:pic>
        <p:nvPicPr>
          <p:cNvPr id="1044" name="Picture 1043" descr="A red and white logo&#10;&#10;Description automatically generated">
            <a:extLst>
              <a:ext uri="{FF2B5EF4-FFF2-40B4-BE49-F238E27FC236}">
                <a16:creationId xmlns:a16="http://schemas.microsoft.com/office/drawing/2014/main" id="{20BBBE5F-09C9-64E0-F532-E39E425E55F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495050" y="4246896"/>
            <a:ext cx="622190" cy="622190"/>
          </a:xfrm>
          <a:prstGeom prst="rect">
            <a:avLst/>
          </a:prstGeom>
        </p:spPr>
      </p:pic>
      <p:sp>
        <p:nvSpPr>
          <p:cNvPr id="1051" name="TextBox 1050">
            <a:extLst>
              <a:ext uri="{FF2B5EF4-FFF2-40B4-BE49-F238E27FC236}">
                <a16:creationId xmlns:a16="http://schemas.microsoft.com/office/drawing/2014/main" id="{BFEF8D74-BC81-DFDD-7DB8-86D9A9959EA9}"/>
              </a:ext>
            </a:extLst>
          </p:cNvPr>
          <p:cNvSpPr txBox="1"/>
          <p:nvPr/>
        </p:nvSpPr>
        <p:spPr>
          <a:xfrm>
            <a:off x="9043025" y="4963988"/>
            <a:ext cx="2346947" cy="811569"/>
          </a:xfrm>
          <a:prstGeom prst="rect">
            <a:avLst/>
          </a:prstGeom>
          <a:noFill/>
        </p:spPr>
        <p:txBody>
          <a:bodyPr wrap="square">
            <a:spAutoFit/>
          </a:bodyPr>
          <a:lstStyle>
            <a:defPPr>
              <a:defRPr lang="th-TH"/>
            </a:defPPr>
            <a:lvl1pPr indent="0" algn="ctr">
              <a:lnSpc>
                <a:spcPts val="1900"/>
              </a:lnSpc>
              <a:spcBef>
                <a:spcPts val="0"/>
              </a:spcBef>
              <a:spcAft>
                <a:spcPts val="0"/>
              </a:spcAft>
              <a:buNone/>
              <a:defRPr sz="1400">
                <a:solidFill>
                  <a:schemeClr val="tx2"/>
                </a:solidFill>
              </a:defRPr>
            </a:lvl1pPr>
          </a:lstStyle>
          <a:p>
            <a:pPr lvl="0"/>
            <a:r>
              <a:rPr lang="th-TH" sz="1400" dirty="0"/>
              <a:t>พิมพ์คำว่า “รับรางวัล”แล้วเลือก </a:t>
            </a:r>
            <a:r>
              <a:rPr lang="en-US" sz="1400" dirty="0"/>
              <a:t>Sticker LINE </a:t>
            </a:r>
            <a:r>
              <a:rPr lang="th-TH" sz="1400" dirty="0"/>
              <a:t>ของ 9</a:t>
            </a:r>
            <a:r>
              <a:rPr lang="en-US" sz="1400" dirty="0"/>
              <a:t>Expert </a:t>
            </a:r>
            <a:r>
              <a:rPr lang="th-TH" sz="1400" dirty="0"/>
              <a:t>ได้เลย</a:t>
            </a:r>
          </a:p>
        </p:txBody>
      </p:sp>
      <p:sp>
        <p:nvSpPr>
          <p:cNvPr id="1053" name="Oval 1052">
            <a:extLst>
              <a:ext uri="{FF2B5EF4-FFF2-40B4-BE49-F238E27FC236}">
                <a16:creationId xmlns:a16="http://schemas.microsoft.com/office/drawing/2014/main" id="{23E22F5A-23D6-52EE-E962-68FFBBF74EB6}"/>
              </a:ext>
            </a:extLst>
          </p:cNvPr>
          <p:cNvSpPr/>
          <p:nvPr/>
        </p:nvSpPr>
        <p:spPr bwMode="ltGray">
          <a:xfrm>
            <a:off x="1730095" y="2251411"/>
            <a:ext cx="563159" cy="563159"/>
          </a:xfrm>
          <a:prstGeom prst="ellipse">
            <a:avLst/>
          </a:prstGeom>
          <a:solidFill>
            <a:schemeClr val="accent5"/>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en-US" sz="1800" b="1" dirty="0">
                <a:solidFill>
                  <a:schemeClr val="tx2"/>
                </a:solidFill>
              </a:rPr>
              <a:t>1</a:t>
            </a:r>
            <a:endParaRPr lang="th-TH" sz="1800" b="1" dirty="0">
              <a:solidFill>
                <a:schemeClr val="tx2"/>
              </a:solidFill>
            </a:endParaRPr>
          </a:p>
        </p:txBody>
      </p:sp>
      <p:sp>
        <p:nvSpPr>
          <p:cNvPr id="1054" name="Oval 1053">
            <a:extLst>
              <a:ext uri="{FF2B5EF4-FFF2-40B4-BE49-F238E27FC236}">
                <a16:creationId xmlns:a16="http://schemas.microsoft.com/office/drawing/2014/main" id="{C2ADF51E-1D39-B3CD-8D1A-86D8F0A470A5}"/>
              </a:ext>
            </a:extLst>
          </p:cNvPr>
          <p:cNvSpPr/>
          <p:nvPr/>
        </p:nvSpPr>
        <p:spPr bwMode="ltGray">
          <a:xfrm>
            <a:off x="4611030" y="2251411"/>
            <a:ext cx="563159" cy="563159"/>
          </a:xfrm>
          <a:prstGeom prst="ellipse">
            <a:avLst/>
          </a:prstGeom>
          <a:solidFill>
            <a:schemeClr val="accent5"/>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en-US" sz="1800" b="1" dirty="0">
                <a:solidFill>
                  <a:schemeClr val="tx2"/>
                </a:solidFill>
              </a:rPr>
              <a:t>2</a:t>
            </a:r>
            <a:endParaRPr lang="th-TH" sz="1800" b="1" dirty="0">
              <a:solidFill>
                <a:schemeClr val="tx2"/>
              </a:solidFill>
            </a:endParaRPr>
          </a:p>
        </p:txBody>
      </p:sp>
      <p:sp>
        <p:nvSpPr>
          <p:cNvPr id="1055" name="Oval 1054">
            <a:extLst>
              <a:ext uri="{FF2B5EF4-FFF2-40B4-BE49-F238E27FC236}">
                <a16:creationId xmlns:a16="http://schemas.microsoft.com/office/drawing/2014/main" id="{8C028075-E20D-787F-BFBD-1254664A2B74}"/>
              </a:ext>
            </a:extLst>
          </p:cNvPr>
          <p:cNvSpPr/>
          <p:nvPr/>
        </p:nvSpPr>
        <p:spPr bwMode="ltGray">
          <a:xfrm>
            <a:off x="7300062" y="2251411"/>
            <a:ext cx="563159" cy="563159"/>
          </a:xfrm>
          <a:prstGeom prst="ellipse">
            <a:avLst/>
          </a:prstGeom>
          <a:solidFill>
            <a:schemeClr val="accent5"/>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en-US" sz="1800" b="1" dirty="0">
                <a:solidFill>
                  <a:schemeClr val="tx2"/>
                </a:solidFill>
              </a:rPr>
              <a:t>3</a:t>
            </a:r>
            <a:endParaRPr lang="th-TH" sz="1800" b="1" dirty="0">
              <a:solidFill>
                <a:schemeClr val="tx2"/>
              </a:solidFill>
            </a:endParaRPr>
          </a:p>
        </p:txBody>
      </p:sp>
      <p:sp>
        <p:nvSpPr>
          <p:cNvPr id="1056" name="Oval 1055">
            <a:extLst>
              <a:ext uri="{FF2B5EF4-FFF2-40B4-BE49-F238E27FC236}">
                <a16:creationId xmlns:a16="http://schemas.microsoft.com/office/drawing/2014/main" id="{AA64C14F-794D-640F-330F-FD84B6C28B27}"/>
              </a:ext>
            </a:extLst>
          </p:cNvPr>
          <p:cNvSpPr/>
          <p:nvPr/>
        </p:nvSpPr>
        <p:spPr bwMode="ltGray">
          <a:xfrm>
            <a:off x="9934918" y="2251411"/>
            <a:ext cx="563159" cy="563159"/>
          </a:xfrm>
          <a:prstGeom prst="ellipse">
            <a:avLst/>
          </a:prstGeom>
          <a:solidFill>
            <a:schemeClr val="accent5"/>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en-US" sz="1800" b="1" dirty="0">
                <a:solidFill>
                  <a:schemeClr val="tx2"/>
                </a:solidFill>
              </a:rPr>
              <a:t>4</a:t>
            </a:r>
            <a:endParaRPr lang="th-TH" sz="1800" b="1" dirty="0">
              <a:solidFill>
                <a:schemeClr val="tx2"/>
              </a:solidFill>
            </a:endParaRPr>
          </a:p>
        </p:txBody>
      </p:sp>
      <p:cxnSp>
        <p:nvCxnSpPr>
          <p:cNvPr id="1058" name="Straight Arrow Connector 1057">
            <a:extLst>
              <a:ext uri="{FF2B5EF4-FFF2-40B4-BE49-F238E27FC236}">
                <a16:creationId xmlns:a16="http://schemas.microsoft.com/office/drawing/2014/main" id="{019E196D-7DF5-4126-616C-6EE529B1A62A}"/>
              </a:ext>
            </a:extLst>
          </p:cNvPr>
          <p:cNvCxnSpPr>
            <a:cxnSpLocks/>
          </p:cNvCxnSpPr>
          <p:nvPr/>
        </p:nvCxnSpPr>
        <p:spPr bwMode="ltGray">
          <a:xfrm>
            <a:off x="2497220" y="2536370"/>
            <a:ext cx="2036680" cy="0"/>
          </a:xfrm>
          <a:prstGeom prst="straightConnector1">
            <a:avLst/>
          </a:prstGeom>
          <a:ln>
            <a:solidFill>
              <a:srgbClr val="B7C3D4"/>
            </a:solidFill>
            <a:tailEnd type="triangle"/>
          </a:ln>
        </p:spPr>
        <p:style>
          <a:lnRef idx="2">
            <a:schemeClr val="accent3"/>
          </a:lnRef>
          <a:fillRef idx="0">
            <a:schemeClr val="accent3"/>
          </a:fillRef>
          <a:effectRef idx="1">
            <a:schemeClr val="accent3"/>
          </a:effectRef>
          <a:fontRef idx="minor">
            <a:schemeClr val="tx1"/>
          </a:fontRef>
        </p:style>
      </p:cxnSp>
      <p:cxnSp>
        <p:nvCxnSpPr>
          <p:cNvPr id="1059" name="Straight Arrow Connector 1058">
            <a:extLst>
              <a:ext uri="{FF2B5EF4-FFF2-40B4-BE49-F238E27FC236}">
                <a16:creationId xmlns:a16="http://schemas.microsoft.com/office/drawing/2014/main" id="{BB6FE562-B37C-5DFB-D0E5-4AF925E25621}"/>
              </a:ext>
            </a:extLst>
          </p:cNvPr>
          <p:cNvCxnSpPr/>
          <p:nvPr/>
        </p:nvCxnSpPr>
        <p:spPr bwMode="ltGray">
          <a:xfrm>
            <a:off x="5288044" y="2536370"/>
            <a:ext cx="1932737" cy="0"/>
          </a:xfrm>
          <a:prstGeom prst="straightConnector1">
            <a:avLst/>
          </a:prstGeom>
          <a:ln>
            <a:solidFill>
              <a:srgbClr val="B7C3D4"/>
            </a:solidFill>
            <a:tailEnd type="triangle"/>
          </a:ln>
        </p:spPr>
        <p:style>
          <a:lnRef idx="2">
            <a:schemeClr val="accent3"/>
          </a:lnRef>
          <a:fillRef idx="0">
            <a:schemeClr val="accent3"/>
          </a:fillRef>
          <a:effectRef idx="1">
            <a:schemeClr val="accent3"/>
          </a:effectRef>
          <a:fontRef idx="minor">
            <a:schemeClr val="tx1"/>
          </a:fontRef>
        </p:style>
      </p:cxnSp>
      <p:cxnSp>
        <p:nvCxnSpPr>
          <p:cNvPr id="1060" name="Straight Arrow Connector 1059">
            <a:extLst>
              <a:ext uri="{FF2B5EF4-FFF2-40B4-BE49-F238E27FC236}">
                <a16:creationId xmlns:a16="http://schemas.microsoft.com/office/drawing/2014/main" id="{68CC84BE-865A-5B7C-D068-B2041986DAA9}"/>
              </a:ext>
            </a:extLst>
          </p:cNvPr>
          <p:cNvCxnSpPr/>
          <p:nvPr/>
        </p:nvCxnSpPr>
        <p:spPr bwMode="ltGray">
          <a:xfrm>
            <a:off x="7942503" y="2536370"/>
            <a:ext cx="1932737" cy="0"/>
          </a:xfrm>
          <a:prstGeom prst="straightConnector1">
            <a:avLst/>
          </a:prstGeom>
          <a:ln>
            <a:solidFill>
              <a:srgbClr val="B7C3D4"/>
            </a:solidFill>
            <a:tailEnd type="triangle"/>
          </a:ln>
        </p:spPr>
        <p:style>
          <a:lnRef idx="2">
            <a:schemeClr val="accent3"/>
          </a:lnRef>
          <a:fillRef idx="0">
            <a:schemeClr val="accent3"/>
          </a:fillRef>
          <a:effectRef idx="1">
            <a:schemeClr val="accent3"/>
          </a:effectRef>
          <a:fontRef idx="minor">
            <a:schemeClr val="tx1"/>
          </a:fontRef>
        </p:style>
      </p:cxnSp>
      <p:sp>
        <p:nvSpPr>
          <p:cNvPr id="1061" name="TextBox 1060">
            <a:extLst>
              <a:ext uri="{FF2B5EF4-FFF2-40B4-BE49-F238E27FC236}">
                <a16:creationId xmlns:a16="http://schemas.microsoft.com/office/drawing/2014/main" id="{D734586A-B6CE-E63F-4408-B920C7733205}"/>
              </a:ext>
            </a:extLst>
          </p:cNvPr>
          <p:cNvSpPr txBox="1"/>
          <p:nvPr/>
        </p:nvSpPr>
        <p:spPr>
          <a:xfrm>
            <a:off x="2506098" y="675420"/>
            <a:ext cx="7179805" cy="892552"/>
          </a:xfrm>
          <a:prstGeom prst="rect">
            <a:avLst/>
          </a:prstGeom>
          <a:noFill/>
        </p:spPr>
        <p:txBody>
          <a:bodyPr wrap="square">
            <a:spAutoFit/>
          </a:bodyPr>
          <a:lstStyle/>
          <a:p>
            <a:pPr algn="ctr"/>
            <a:r>
              <a:rPr lang="th-TH" sz="5200" b="1" dirty="0">
                <a:solidFill>
                  <a:schemeClr val="accent2"/>
                </a:solidFill>
                <a:effectLst/>
                <a:cs typeface="LINE Seed Sans TH" panose="020B0303020203020204" pitchFamily="34" charset="-34"/>
              </a:rPr>
              <a:t>รับ</a:t>
            </a:r>
            <a:r>
              <a:rPr lang="th-TH" sz="5200" b="1" kern="1200" dirty="0">
                <a:solidFill>
                  <a:schemeClr val="accent2"/>
                </a:solidFill>
                <a:effectLst/>
                <a:latin typeface="+mn-lt"/>
                <a:ea typeface="+mj-ea"/>
                <a:cs typeface="LINE Seed Sans TH" panose="020B0303020203020204" pitchFamily="34" charset="-34"/>
              </a:rPr>
              <a:t>ฟรี</a:t>
            </a:r>
            <a:r>
              <a:rPr lang="en-US" sz="5200" b="1" kern="1200" dirty="0">
                <a:solidFill>
                  <a:schemeClr val="accent2"/>
                </a:solidFill>
                <a:effectLst/>
                <a:latin typeface="+mn-lt"/>
                <a:ea typeface="+mj-ea"/>
                <a:cs typeface="LINE Seed Sans TH" panose="020B0303020203020204" pitchFamily="34" charset="-34"/>
              </a:rPr>
              <a:t>! Sticker LINE</a:t>
            </a:r>
          </a:p>
        </p:txBody>
      </p:sp>
      <p:sp>
        <p:nvSpPr>
          <p:cNvPr id="1063" name="Footer Placeholder 4">
            <a:extLst>
              <a:ext uri="{FF2B5EF4-FFF2-40B4-BE49-F238E27FC236}">
                <a16:creationId xmlns:a16="http://schemas.microsoft.com/office/drawing/2014/main" id="{DDD93699-2ECF-467F-9F08-9E837249460C}"/>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064" name="Slide Number Placeholder 5">
            <a:extLst>
              <a:ext uri="{FF2B5EF4-FFF2-40B4-BE49-F238E27FC236}">
                <a16:creationId xmlns:a16="http://schemas.microsoft.com/office/drawing/2014/main" id="{2373594F-5CC9-712D-FDCF-7BD6EDE338CD}"/>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
        <p:nvSpPr>
          <p:cNvPr id="4" name="Rectangle: Rounded Corners 3">
            <a:extLst>
              <a:ext uri="{FF2B5EF4-FFF2-40B4-BE49-F238E27FC236}">
                <a16:creationId xmlns:a16="http://schemas.microsoft.com/office/drawing/2014/main" id="{1AEA633F-37C7-12D8-25A2-BEF07FCF76E2}"/>
              </a:ext>
            </a:extLst>
          </p:cNvPr>
          <p:cNvSpPr/>
          <p:nvPr/>
        </p:nvSpPr>
        <p:spPr bwMode="white">
          <a:xfrm>
            <a:off x="10081956" y="3170413"/>
            <a:ext cx="269081" cy="90487"/>
          </a:xfrm>
          <a:prstGeom prst="roundRect">
            <a:avLst>
              <a:gd name="adj" fmla="val 50000"/>
            </a:avLst>
          </a:prstGeom>
          <a:solidFill>
            <a:srgbClr val="FFFFFF"/>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6" name="Picture 5">
            <a:extLst>
              <a:ext uri="{FF2B5EF4-FFF2-40B4-BE49-F238E27FC236}">
                <a16:creationId xmlns:a16="http://schemas.microsoft.com/office/drawing/2014/main" id="{22FA8244-D3CE-25B2-1158-99E3C3EE9B2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bwMode="black">
          <a:xfrm>
            <a:off x="10129453" y="3187136"/>
            <a:ext cx="171153" cy="56127"/>
          </a:xfrm>
          <a:prstGeom prst="rect">
            <a:avLst/>
          </a:prstGeom>
        </p:spPr>
      </p:pic>
    </p:spTree>
    <p:extLst>
      <p:ext uri="{BB962C8B-B14F-4D97-AF65-F5344CB8AC3E}">
        <p14:creationId xmlns:p14="http://schemas.microsoft.com/office/powerpoint/2010/main" val="378659183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Facebook_Grou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E2BBD1-48DD-38E4-F063-B5E488841A12}"/>
              </a:ext>
            </a:extLst>
          </p:cNvPr>
          <p:cNvPicPr>
            <a:picLocks noChangeAspect="1"/>
          </p:cNvPicPr>
          <p:nvPr/>
        </p:nvPicPr>
        <p:blipFill>
          <a:blip r:embed="rId3"/>
          <a:stretch>
            <a:fillRect/>
          </a:stretch>
        </p:blipFill>
        <p:spPr>
          <a:xfrm>
            <a:off x="1508249" y="2366258"/>
            <a:ext cx="4415904" cy="2981414"/>
          </a:xfrm>
          <a:prstGeom prst="rect">
            <a:avLst/>
          </a:prstGeom>
        </p:spPr>
      </p:pic>
      <p:sp>
        <p:nvSpPr>
          <p:cNvPr id="10" name="TextBox 9">
            <a:extLst>
              <a:ext uri="{FF2B5EF4-FFF2-40B4-BE49-F238E27FC236}">
                <a16:creationId xmlns:a16="http://schemas.microsoft.com/office/drawing/2014/main" id="{88AF8BE6-8AD6-DDEA-EA7F-35C329AFB6FC}"/>
              </a:ext>
            </a:extLst>
          </p:cNvPr>
          <p:cNvSpPr txBox="1"/>
          <p:nvPr/>
        </p:nvSpPr>
        <p:spPr>
          <a:xfrm>
            <a:off x="1449354" y="1538949"/>
            <a:ext cx="9293290"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กลุ่ม </a:t>
            </a:r>
            <a:r>
              <a:rPr lang="en-US" sz="2600" b="1" dirty="0">
                <a:solidFill>
                  <a:schemeClr val="tx1"/>
                </a:solidFill>
                <a:cs typeface="LINE Seed Sans TH" panose="020B0303020203020204" pitchFamily="34" charset="-34"/>
              </a:rPr>
              <a:t>Facebook Community </a:t>
            </a:r>
            <a:r>
              <a:rPr lang="th-TH" sz="2600" b="1" dirty="0">
                <a:solidFill>
                  <a:schemeClr val="tx1"/>
                </a:solidFill>
                <a:cs typeface="LINE Seed Sans TH" panose="020B0303020203020204" pitchFamily="34" charset="-34"/>
              </a:rPr>
              <a:t>ด้านต่างๆ </a:t>
            </a:r>
            <a:endParaRPr lang="en-US" sz="2600" b="1" dirty="0">
              <a:solidFill>
                <a:schemeClr val="tx1"/>
              </a:solidFill>
              <a:cs typeface="LINE Seed Sans TH" panose="020B0303020203020204" pitchFamily="34" charset="-34"/>
            </a:endParaRPr>
          </a:p>
        </p:txBody>
      </p:sp>
      <p:sp>
        <p:nvSpPr>
          <p:cNvPr id="23" name="TextBox 22">
            <a:extLst>
              <a:ext uri="{FF2B5EF4-FFF2-40B4-BE49-F238E27FC236}">
                <a16:creationId xmlns:a16="http://schemas.microsoft.com/office/drawing/2014/main" id="{AF3F5242-AE56-E910-6076-7BA61BFDFEA8}"/>
              </a:ext>
            </a:extLst>
          </p:cNvPr>
          <p:cNvSpPr txBox="1"/>
          <p:nvPr/>
        </p:nvSpPr>
        <p:spPr bwMode="hidden">
          <a:xfrm>
            <a:off x="2257936" y="675420"/>
            <a:ext cx="7676128" cy="892552"/>
          </a:xfrm>
          <a:prstGeom prst="rect">
            <a:avLst/>
          </a:prstGeom>
          <a:noFill/>
        </p:spPr>
        <p:txBody>
          <a:bodyPr wrap="square">
            <a:spAutoFit/>
          </a:bodyPr>
          <a:lstStyle/>
          <a:p>
            <a:pPr algn="ctr"/>
            <a:r>
              <a:rPr lang="en-US" sz="5200" b="1" dirty="0">
                <a:solidFill>
                  <a:schemeClr val="accent2"/>
                </a:solidFill>
                <a:effectLst>
                  <a:reflection blurRad="76200" stA="28000" endPos="38000" dir="5400000" sy="-100000" algn="bl" rotWithShape="0"/>
                </a:effectLst>
                <a:cs typeface="LINE Seed Sans TH" panose="020B0303020203020204" pitchFamily="34" charset="-34"/>
              </a:rPr>
              <a:t>Facebook Community</a:t>
            </a:r>
            <a:endPar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endParaRPr>
          </a:p>
        </p:txBody>
      </p:sp>
      <p:sp>
        <p:nvSpPr>
          <p:cNvPr id="1061" name="TextBox 1060">
            <a:extLst>
              <a:ext uri="{FF2B5EF4-FFF2-40B4-BE49-F238E27FC236}">
                <a16:creationId xmlns:a16="http://schemas.microsoft.com/office/drawing/2014/main" id="{D734586A-B6CE-E63F-4408-B920C7733205}"/>
              </a:ext>
            </a:extLst>
          </p:cNvPr>
          <p:cNvSpPr txBox="1"/>
          <p:nvPr/>
        </p:nvSpPr>
        <p:spPr>
          <a:xfrm>
            <a:off x="2258166" y="671505"/>
            <a:ext cx="7676130" cy="892552"/>
          </a:xfrm>
          <a:prstGeom prst="rect">
            <a:avLst/>
          </a:prstGeom>
          <a:noFill/>
        </p:spPr>
        <p:txBody>
          <a:bodyPr wrap="square">
            <a:spAutoFit/>
          </a:bodyPr>
          <a:lstStyle/>
          <a:p>
            <a:pPr algn="ctr"/>
            <a:r>
              <a:rPr lang="en-US" sz="5200" b="1" kern="1200" dirty="0">
                <a:solidFill>
                  <a:schemeClr val="accent2"/>
                </a:solidFill>
                <a:effectLst/>
                <a:latin typeface="+mn-lt"/>
                <a:ea typeface="+mj-ea"/>
                <a:cs typeface="LINE Seed Sans TH" panose="020B0303020203020204" pitchFamily="34" charset="-34"/>
              </a:rPr>
              <a:t>Facebook Community</a:t>
            </a:r>
          </a:p>
        </p:txBody>
      </p:sp>
      <p:pic>
        <p:nvPicPr>
          <p:cNvPr id="3" name="Picture 2">
            <a:extLst>
              <a:ext uri="{FF2B5EF4-FFF2-40B4-BE49-F238E27FC236}">
                <a16:creationId xmlns:a16="http://schemas.microsoft.com/office/drawing/2014/main" id="{823AD050-2685-75F0-2420-08BE3D086A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5785" y="1993291"/>
            <a:ext cx="5410200" cy="3606800"/>
          </a:xfrm>
          <a:prstGeom prst="rect">
            <a:avLst/>
          </a:prstGeom>
        </p:spPr>
      </p:pic>
      <p:sp>
        <p:nvSpPr>
          <p:cNvPr id="8" name="TextBox 7">
            <a:extLst>
              <a:ext uri="{FF2B5EF4-FFF2-40B4-BE49-F238E27FC236}">
                <a16:creationId xmlns:a16="http://schemas.microsoft.com/office/drawing/2014/main" id="{9A57E5DF-E620-736E-6B2A-7033ED115E88}"/>
              </a:ext>
            </a:extLst>
          </p:cNvPr>
          <p:cNvSpPr txBox="1"/>
          <p:nvPr/>
        </p:nvSpPr>
        <p:spPr>
          <a:xfrm>
            <a:off x="8255550" y="2462278"/>
            <a:ext cx="2410096" cy="369332"/>
          </a:xfrm>
          <a:prstGeom prst="rect">
            <a:avLst/>
          </a:prstGeom>
          <a:noFill/>
        </p:spPr>
        <p:txBody>
          <a:bodyPr wrap="square" rtlCol="0">
            <a:spAutoFit/>
          </a:bodyPr>
          <a:lstStyle/>
          <a:p>
            <a:pPr algn="ctr"/>
            <a:r>
              <a:rPr lang="th-TH" sz="1800" dirty="0"/>
              <a:t>สแกนเพื่อเข้ากลุ่มต่างๆ </a:t>
            </a:r>
            <a:r>
              <a:rPr lang="en-US" sz="1800" dirty="0"/>
              <a:t>: </a:t>
            </a:r>
          </a:p>
        </p:txBody>
      </p:sp>
      <p:pic>
        <p:nvPicPr>
          <p:cNvPr id="9" name="Picture 2">
            <a:extLst>
              <a:ext uri="{FF2B5EF4-FFF2-40B4-BE49-F238E27FC236}">
                <a16:creationId xmlns:a16="http://schemas.microsoft.com/office/drawing/2014/main" id="{02653FAD-145E-2DA7-E490-6C7F63E3AD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48549" y="3001812"/>
            <a:ext cx="2024099" cy="2024099"/>
          </a:xfrm>
          <a:prstGeom prst="roundRect">
            <a:avLst>
              <a:gd name="adj" fmla="val 7867"/>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430C846C-9237-CFF3-5BB4-EFA4B522E52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60032" y="3708442"/>
            <a:ext cx="2524073" cy="1751722"/>
          </a:xfrm>
          <a:prstGeom prst="rect">
            <a:avLst/>
          </a:prstGeom>
        </p:spPr>
      </p:pic>
      <p:pic>
        <p:nvPicPr>
          <p:cNvPr id="12" name="Picture 11">
            <a:extLst>
              <a:ext uri="{FF2B5EF4-FFF2-40B4-BE49-F238E27FC236}">
                <a16:creationId xmlns:a16="http://schemas.microsoft.com/office/drawing/2014/main" id="{046BCFA8-2692-C6FE-BE13-CE3E0DE9A9D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831891" y="3575993"/>
            <a:ext cx="2791126" cy="2024099"/>
          </a:xfrm>
          <a:prstGeom prst="rect">
            <a:avLst/>
          </a:prstGeom>
        </p:spPr>
      </p:pic>
      <p:pic>
        <p:nvPicPr>
          <p:cNvPr id="18" name="Picture 17">
            <a:extLst>
              <a:ext uri="{FF2B5EF4-FFF2-40B4-BE49-F238E27FC236}">
                <a16:creationId xmlns:a16="http://schemas.microsoft.com/office/drawing/2014/main" id="{54FA830C-C351-4F8D-9C91-021FDD253E8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97830" y="3913318"/>
            <a:ext cx="766662" cy="1662076"/>
          </a:xfrm>
          <a:prstGeom prst="roundRect">
            <a:avLst/>
          </a:prstGeom>
        </p:spPr>
      </p:pic>
      <p:pic>
        <p:nvPicPr>
          <p:cNvPr id="16" name="Picture 15">
            <a:extLst>
              <a:ext uri="{FF2B5EF4-FFF2-40B4-BE49-F238E27FC236}">
                <a16:creationId xmlns:a16="http://schemas.microsoft.com/office/drawing/2014/main" id="{F9105EFE-4EA9-9EFC-69AC-83A7CEEAB30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65853" y="3888942"/>
            <a:ext cx="833547" cy="1701116"/>
          </a:xfrm>
          <a:prstGeom prst="rect">
            <a:avLst/>
          </a:prstGeom>
        </p:spPr>
      </p:pic>
      <p:cxnSp>
        <p:nvCxnSpPr>
          <p:cNvPr id="20" name="Straight Connector 19">
            <a:extLst>
              <a:ext uri="{FF2B5EF4-FFF2-40B4-BE49-F238E27FC236}">
                <a16:creationId xmlns:a16="http://schemas.microsoft.com/office/drawing/2014/main" id="{A513C6F2-A0F4-7BCB-38E3-A7BD4EB080ED}"/>
              </a:ext>
            </a:extLst>
          </p:cNvPr>
          <p:cNvCxnSpPr/>
          <p:nvPr/>
        </p:nvCxnSpPr>
        <p:spPr>
          <a:xfrm>
            <a:off x="7553325" y="2769755"/>
            <a:ext cx="0" cy="2238375"/>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sp>
        <p:nvSpPr>
          <p:cNvPr id="21" name="Footer Placeholder 4">
            <a:extLst>
              <a:ext uri="{FF2B5EF4-FFF2-40B4-BE49-F238E27FC236}">
                <a16:creationId xmlns:a16="http://schemas.microsoft.com/office/drawing/2014/main" id="{CB0DB02C-F168-ED5B-0EF2-63459AAA9C33}"/>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2" name="Slide Number Placeholder 5">
            <a:extLst>
              <a:ext uri="{FF2B5EF4-FFF2-40B4-BE49-F238E27FC236}">
                <a16:creationId xmlns:a16="http://schemas.microsoft.com/office/drawing/2014/main" id="{013D2CB7-3307-DC4F-9BD3-5EAB6F46848A}"/>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5289642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Get_Certific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BA1AA9-E971-7758-1D21-22C87999D098}"/>
              </a:ext>
            </a:extLst>
          </p:cNvPr>
          <p:cNvSpPr txBox="1"/>
          <p:nvPr/>
        </p:nvSpPr>
        <p:spPr>
          <a:xfrm>
            <a:off x="3866231" y="1538949"/>
            <a:ext cx="4459539"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เกณฑ์ประเมินการรับวุฒิบัตร</a:t>
            </a:r>
            <a:endParaRPr lang="en-US" sz="2600" b="1" dirty="0">
              <a:solidFill>
                <a:schemeClr val="tx1"/>
              </a:solidFill>
              <a:cs typeface="LINE Seed Sans TH" panose="020B0303020203020204" pitchFamily="34" charset="-34"/>
            </a:endParaRPr>
          </a:p>
        </p:txBody>
      </p:sp>
      <p:sp>
        <p:nvSpPr>
          <p:cNvPr id="6" name="TextBox 5">
            <a:extLst>
              <a:ext uri="{FF2B5EF4-FFF2-40B4-BE49-F238E27FC236}">
                <a16:creationId xmlns:a16="http://schemas.microsoft.com/office/drawing/2014/main" id="{35324275-0409-2459-D431-F1F8770B592D}"/>
              </a:ext>
            </a:extLst>
          </p:cNvPr>
          <p:cNvSpPr txBox="1"/>
          <p:nvPr/>
        </p:nvSpPr>
        <p:spPr bwMode="hidden">
          <a:xfrm>
            <a:off x="2257936" y="675420"/>
            <a:ext cx="7676128" cy="892552"/>
          </a:xfrm>
          <a:prstGeom prst="rect">
            <a:avLst/>
          </a:prstGeom>
          <a:noFill/>
        </p:spPr>
        <p:txBody>
          <a:bodyPr wrap="square">
            <a:spAutoFit/>
          </a:bodyPr>
          <a:lstStyle/>
          <a:p>
            <a:pPr algn="ctr"/>
            <a:r>
              <a:rPr lang="th-TH"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เกณฑ์การรับวุฒิบัตร</a:t>
            </a:r>
            <a:endPar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endParaRPr>
          </a:p>
        </p:txBody>
      </p:sp>
      <p:sp>
        <p:nvSpPr>
          <p:cNvPr id="7" name="TextBox 6">
            <a:extLst>
              <a:ext uri="{FF2B5EF4-FFF2-40B4-BE49-F238E27FC236}">
                <a16:creationId xmlns:a16="http://schemas.microsoft.com/office/drawing/2014/main" id="{412C6CCF-A0E2-C167-8D04-C9476583F5C5}"/>
              </a:ext>
            </a:extLst>
          </p:cNvPr>
          <p:cNvSpPr txBox="1"/>
          <p:nvPr/>
        </p:nvSpPr>
        <p:spPr>
          <a:xfrm>
            <a:off x="2258166" y="675420"/>
            <a:ext cx="7676130" cy="892552"/>
          </a:xfrm>
          <a:prstGeom prst="rect">
            <a:avLst/>
          </a:prstGeom>
          <a:noFill/>
        </p:spPr>
        <p:txBody>
          <a:bodyPr wrap="square">
            <a:spAutoFit/>
          </a:bodyPr>
          <a:lstStyle/>
          <a:p>
            <a:pPr algn="ctr"/>
            <a:r>
              <a:rPr lang="th-TH" sz="5200" b="1" kern="1200" dirty="0">
                <a:solidFill>
                  <a:schemeClr val="accent2"/>
                </a:solidFill>
                <a:effectLst/>
                <a:latin typeface="+mn-lt"/>
                <a:ea typeface="+mj-ea"/>
                <a:cs typeface="LINE Seed Sans TH" panose="020B0303020203020204" pitchFamily="34" charset="-34"/>
              </a:rPr>
              <a:t>เกณฑ์การรับวุฒิบัตร</a:t>
            </a:r>
            <a:endParaRPr lang="en-US" sz="5200" b="1" kern="1200" dirty="0">
              <a:solidFill>
                <a:schemeClr val="accent2"/>
              </a:solidFill>
              <a:effectLst/>
              <a:latin typeface="+mn-lt"/>
              <a:ea typeface="+mj-ea"/>
              <a:cs typeface="LINE Seed Sans TH" panose="020B0303020203020204" pitchFamily="34" charset="-34"/>
            </a:endParaRPr>
          </a:p>
        </p:txBody>
      </p:sp>
      <p:sp>
        <p:nvSpPr>
          <p:cNvPr id="8" name="Arc 7">
            <a:extLst>
              <a:ext uri="{FF2B5EF4-FFF2-40B4-BE49-F238E27FC236}">
                <a16:creationId xmlns:a16="http://schemas.microsoft.com/office/drawing/2014/main" id="{282DF750-7425-4FF1-F2AA-348BDFB130A3}"/>
              </a:ext>
            </a:extLst>
          </p:cNvPr>
          <p:cNvSpPr/>
          <p:nvPr/>
        </p:nvSpPr>
        <p:spPr>
          <a:xfrm>
            <a:off x="838201" y="3247106"/>
            <a:ext cx="1581504" cy="1581504"/>
          </a:xfrm>
          <a:prstGeom prst="arc">
            <a:avLst>
              <a:gd name="adj1" fmla="val 16200000"/>
              <a:gd name="adj2" fmla="val 12050041"/>
            </a:avLst>
          </a:prstGeom>
          <a:ln w="273050" cap="rnd">
            <a:gradFill flip="none" rotWithShape="1">
              <a:gsLst>
                <a:gs pos="0">
                  <a:schemeClr val="accent3"/>
                </a:gs>
                <a:gs pos="57000">
                  <a:schemeClr val="accent2"/>
                </a:gs>
                <a:gs pos="100000">
                  <a:schemeClr val="accent1"/>
                </a:gs>
              </a:gsLst>
              <a:lin ang="16800000" scaled="0"/>
              <a:tileRect/>
            </a:gra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th-TH" sz="1800"/>
          </a:p>
        </p:txBody>
      </p:sp>
      <p:sp>
        <p:nvSpPr>
          <p:cNvPr id="10" name="TextBox 9">
            <a:extLst>
              <a:ext uri="{FF2B5EF4-FFF2-40B4-BE49-F238E27FC236}">
                <a16:creationId xmlns:a16="http://schemas.microsoft.com/office/drawing/2014/main" id="{53D4B181-BBDE-2B68-E862-FD72DEFCF119}"/>
              </a:ext>
            </a:extLst>
          </p:cNvPr>
          <p:cNvSpPr txBox="1"/>
          <p:nvPr/>
        </p:nvSpPr>
        <p:spPr>
          <a:xfrm>
            <a:off x="916670" y="3778458"/>
            <a:ext cx="1424571" cy="584775"/>
          </a:xfrm>
          <a:prstGeom prst="rect">
            <a:avLst/>
          </a:prstGeom>
          <a:noFill/>
        </p:spPr>
        <p:txBody>
          <a:bodyPr wrap="square" rtlCol="0">
            <a:spAutoFit/>
          </a:bodyPr>
          <a:lstStyle/>
          <a:p>
            <a:pPr algn="ctr"/>
            <a:r>
              <a:rPr lang="en-US" sz="3200" b="1" dirty="0">
                <a:solidFill>
                  <a:schemeClr val="tx1"/>
                </a:solidFill>
              </a:rPr>
              <a:t>80%</a:t>
            </a:r>
            <a:endParaRPr lang="th-TH" sz="3200" b="1" dirty="0">
              <a:solidFill>
                <a:schemeClr val="tx1"/>
              </a:solidFill>
            </a:endParaRPr>
          </a:p>
        </p:txBody>
      </p:sp>
      <p:sp>
        <p:nvSpPr>
          <p:cNvPr id="17" name="TextBox 16">
            <a:extLst>
              <a:ext uri="{FF2B5EF4-FFF2-40B4-BE49-F238E27FC236}">
                <a16:creationId xmlns:a16="http://schemas.microsoft.com/office/drawing/2014/main" id="{6B1DFC4D-91F7-B834-5FF2-E06D2C422066}"/>
              </a:ext>
            </a:extLst>
          </p:cNvPr>
          <p:cNvSpPr txBox="1"/>
          <p:nvPr/>
        </p:nvSpPr>
        <p:spPr>
          <a:xfrm>
            <a:off x="892028" y="2450189"/>
            <a:ext cx="1473853" cy="461665"/>
          </a:xfrm>
          <a:prstGeom prst="rect">
            <a:avLst/>
          </a:prstGeom>
          <a:noFill/>
        </p:spPr>
        <p:txBody>
          <a:bodyPr wrap="square" rtlCol="0">
            <a:spAutoFit/>
          </a:bodyPr>
          <a:lstStyle/>
          <a:p>
            <a:pPr algn="ctr"/>
            <a:r>
              <a:rPr lang="en-US" sz="2400" b="1" dirty="0">
                <a:solidFill>
                  <a:schemeClr val="tx1"/>
                </a:solidFill>
              </a:rPr>
              <a:t>Time</a:t>
            </a:r>
          </a:p>
        </p:txBody>
      </p:sp>
      <p:sp>
        <p:nvSpPr>
          <p:cNvPr id="18" name="TextBox 17">
            <a:extLst>
              <a:ext uri="{FF2B5EF4-FFF2-40B4-BE49-F238E27FC236}">
                <a16:creationId xmlns:a16="http://schemas.microsoft.com/office/drawing/2014/main" id="{2F06AD13-BD24-2DDC-C7BD-87347180BABB}"/>
              </a:ext>
            </a:extLst>
          </p:cNvPr>
          <p:cNvSpPr txBox="1"/>
          <p:nvPr/>
        </p:nvSpPr>
        <p:spPr>
          <a:xfrm>
            <a:off x="5475850" y="2450188"/>
            <a:ext cx="1473853" cy="461665"/>
          </a:xfrm>
          <a:prstGeom prst="rect">
            <a:avLst/>
          </a:prstGeom>
          <a:noFill/>
        </p:spPr>
        <p:txBody>
          <a:bodyPr wrap="square" rtlCol="0">
            <a:spAutoFit/>
          </a:bodyPr>
          <a:lstStyle/>
          <a:p>
            <a:pPr algn="ctr"/>
            <a:r>
              <a:rPr lang="en-US" sz="2400" b="1" dirty="0">
                <a:solidFill>
                  <a:schemeClr val="tx1"/>
                </a:solidFill>
              </a:rPr>
              <a:t>Posttest</a:t>
            </a:r>
          </a:p>
        </p:txBody>
      </p:sp>
      <p:sp>
        <p:nvSpPr>
          <p:cNvPr id="19" name="TextBox 18">
            <a:extLst>
              <a:ext uri="{FF2B5EF4-FFF2-40B4-BE49-F238E27FC236}">
                <a16:creationId xmlns:a16="http://schemas.microsoft.com/office/drawing/2014/main" id="{72E743A3-C790-7459-E859-F0E41B2B96CC}"/>
              </a:ext>
            </a:extLst>
          </p:cNvPr>
          <p:cNvSpPr txBox="1"/>
          <p:nvPr/>
        </p:nvSpPr>
        <p:spPr>
          <a:xfrm>
            <a:off x="3032828" y="2450188"/>
            <a:ext cx="1856735" cy="461665"/>
          </a:xfrm>
          <a:prstGeom prst="rect">
            <a:avLst/>
          </a:prstGeom>
          <a:noFill/>
        </p:spPr>
        <p:txBody>
          <a:bodyPr wrap="square" rtlCol="0">
            <a:spAutoFit/>
          </a:bodyPr>
          <a:lstStyle/>
          <a:p>
            <a:pPr algn="ctr"/>
            <a:r>
              <a:rPr lang="en-US" sz="2400" b="1" dirty="0">
                <a:solidFill>
                  <a:schemeClr val="tx1"/>
                </a:solidFill>
              </a:rPr>
              <a:t>Workshop</a:t>
            </a:r>
          </a:p>
        </p:txBody>
      </p:sp>
      <p:sp>
        <p:nvSpPr>
          <p:cNvPr id="20" name="Arc 19">
            <a:extLst>
              <a:ext uri="{FF2B5EF4-FFF2-40B4-BE49-F238E27FC236}">
                <a16:creationId xmlns:a16="http://schemas.microsoft.com/office/drawing/2014/main" id="{6E0E5CCA-D5F8-623B-81AC-088FAE1DFAAA}"/>
              </a:ext>
            </a:extLst>
          </p:cNvPr>
          <p:cNvSpPr/>
          <p:nvPr/>
        </p:nvSpPr>
        <p:spPr>
          <a:xfrm>
            <a:off x="3124108" y="3247106"/>
            <a:ext cx="1581504" cy="1581504"/>
          </a:xfrm>
          <a:prstGeom prst="arc">
            <a:avLst>
              <a:gd name="adj1" fmla="val 16200000"/>
              <a:gd name="adj2" fmla="val 9686684"/>
            </a:avLst>
          </a:prstGeom>
          <a:ln w="273050" cap="rnd">
            <a:gradFill flip="none" rotWithShape="1">
              <a:gsLst>
                <a:gs pos="0">
                  <a:schemeClr val="accent3"/>
                </a:gs>
                <a:gs pos="57000">
                  <a:schemeClr val="accent2"/>
                </a:gs>
                <a:gs pos="100000">
                  <a:schemeClr val="accent1"/>
                </a:gs>
              </a:gsLst>
              <a:lin ang="16800000" scaled="0"/>
              <a:tileRect/>
            </a:gra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th-TH" sz="1800"/>
          </a:p>
        </p:txBody>
      </p:sp>
      <p:sp>
        <p:nvSpPr>
          <p:cNvPr id="21" name="Oval 20">
            <a:extLst>
              <a:ext uri="{FF2B5EF4-FFF2-40B4-BE49-F238E27FC236}">
                <a16:creationId xmlns:a16="http://schemas.microsoft.com/office/drawing/2014/main" id="{0A9DE8A4-5CAF-D7D2-FF27-6D12F114AF6A}"/>
              </a:ext>
            </a:extLst>
          </p:cNvPr>
          <p:cNvSpPr/>
          <p:nvPr/>
        </p:nvSpPr>
        <p:spPr bwMode="black">
          <a:xfrm>
            <a:off x="3787744" y="3112294"/>
            <a:ext cx="254232" cy="271017"/>
          </a:xfrm>
          <a:prstGeom prst="ellipse">
            <a:avLst/>
          </a:prstGeom>
          <a:solidFill>
            <a:srgbClr val="0764FF"/>
          </a:soli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22" name="TextBox 21">
            <a:extLst>
              <a:ext uri="{FF2B5EF4-FFF2-40B4-BE49-F238E27FC236}">
                <a16:creationId xmlns:a16="http://schemas.microsoft.com/office/drawing/2014/main" id="{9E62C3C5-B997-6891-7A7D-942DC5359605}"/>
              </a:ext>
            </a:extLst>
          </p:cNvPr>
          <p:cNvSpPr txBox="1"/>
          <p:nvPr/>
        </p:nvSpPr>
        <p:spPr>
          <a:xfrm>
            <a:off x="3202575" y="3778458"/>
            <a:ext cx="1424571" cy="584775"/>
          </a:xfrm>
          <a:prstGeom prst="rect">
            <a:avLst/>
          </a:prstGeom>
          <a:noFill/>
        </p:spPr>
        <p:txBody>
          <a:bodyPr wrap="square" rtlCol="0">
            <a:spAutoFit/>
          </a:bodyPr>
          <a:lstStyle/>
          <a:p>
            <a:pPr algn="ctr"/>
            <a:r>
              <a:rPr lang="en-US" sz="3200" b="1" dirty="0">
                <a:solidFill>
                  <a:schemeClr val="tx1"/>
                </a:solidFill>
              </a:rPr>
              <a:t>70%</a:t>
            </a:r>
            <a:endParaRPr lang="th-TH" sz="3200" b="1" dirty="0">
              <a:solidFill>
                <a:schemeClr val="tx1"/>
              </a:solidFill>
            </a:endParaRPr>
          </a:p>
        </p:txBody>
      </p:sp>
      <p:sp>
        <p:nvSpPr>
          <p:cNvPr id="23" name="Arc 22">
            <a:extLst>
              <a:ext uri="{FF2B5EF4-FFF2-40B4-BE49-F238E27FC236}">
                <a16:creationId xmlns:a16="http://schemas.microsoft.com/office/drawing/2014/main" id="{7D5DD56D-AD26-A5D2-0F30-2F9AE3F1E26D}"/>
              </a:ext>
            </a:extLst>
          </p:cNvPr>
          <p:cNvSpPr/>
          <p:nvPr/>
        </p:nvSpPr>
        <p:spPr>
          <a:xfrm>
            <a:off x="5475849" y="3247106"/>
            <a:ext cx="1581504" cy="1581504"/>
          </a:xfrm>
          <a:prstGeom prst="arc">
            <a:avLst>
              <a:gd name="adj1" fmla="val 16200000"/>
              <a:gd name="adj2" fmla="val 9686684"/>
            </a:avLst>
          </a:prstGeom>
          <a:ln w="273050" cap="rnd">
            <a:gradFill flip="none" rotWithShape="1">
              <a:gsLst>
                <a:gs pos="0">
                  <a:schemeClr val="accent3"/>
                </a:gs>
                <a:gs pos="57000">
                  <a:schemeClr val="accent2"/>
                </a:gs>
                <a:gs pos="100000">
                  <a:schemeClr val="accent1"/>
                </a:gs>
              </a:gsLst>
              <a:lin ang="16800000" scaled="0"/>
              <a:tileRect/>
            </a:gra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th-TH" sz="1800"/>
          </a:p>
        </p:txBody>
      </p:sp>
      <p:sp>
        <p:nvSpPr>
          <p:cNvPr id="25" name="TextBox 24">
            <a:extLst>
              <a:ext uri="{FF2B5EF4-FFF2-40B4-BE49-F238E27FC236}">
                <a16:creationId xmlns:a16="http://schemas.microsoft.com/office/drawing/2014/main" id="{6D0BEAF4-1334-5193-640F-5A6524534CDE}"/>
              </a:ext>
            </a:extLst>
          </p:cNvPr>
          <p:cNvSpPr txBox="1"/>
          <p:nvPr/>
        </p:nvSpPr>
        <p:spPr>
          <a:xfrm>
            <a:off x="5554316" y="3778458"/>
            <a:ext cx="1424571" cy="584775"/>
          </a:xfrm>
          <a:prstGeom prst="rect">
            <a:avLst/>
          </a:prstGeom>
          <a:noFill/>
        </p:spPr>
        <p:txBody>
          <a:bodyPr wrap="square" rtlCol="0">
            <a:spAutoFit/>
          </a:bodyPr>
          <a:lstStyle/>
          <a:p>
            <a:pPr algn="ctr"/>
            <a:r>
              <a:rPr lang="en-US" sz="3200" b="1" dirty="0">
                <a:solidFill>
                  <a:schemeClr val="tx1"/>
                </a:solidFill>
              </a:rPr>
              <a:t>70%</a:t>
            </a:r>
            <a:endParaRPr lang="th-TH" sz="3200" b="1" dirty="0">
              <a:solidFill>
                <a:schemeClr val="tx1"/>
              </a:solidFill>
            </a:endParaRPr>
          </a:p>
        </p:txBody>
      </p:sp>
      <p:pic>
        <p:nvPicPr>
          <p:cNvPr id="26" name="Picture 25">
            <a:extLst>
              <a:ext uri="{FF2B5EF4-FFF2-40B4-BE49-F238E27FC236}">
                <a16:creationId xmlns:a16="http://schemas.microsoft.com/office/drawing/2014/main" id="{FAB541DC-BB38-94EE-AE3E-160E764792E7}"/>
              </a:ext>
            </a:extLst>
          </p:cNvPr>
          <p:cNvPicPr>
            <a:picLocks noChangeAspect="1"/>
          </p:cNvPicPr>
          <p:nvPr/>
        </p:nvPicPr>
        <p:blipFill>
          <a:blip r:embed="rId3" cstate="print">
            <a:extLst>
              <a:ext uri="{28A0092B-C50C-407E-A947-70E740481C1C}">
                <a14:useLocalDpi xmlns:a14="http://schemas.microsoft.com/office/drawing/2010/main" val="0"/>
              </a:ext>
            </a:extLst>
          </a:blip>
          <a:srcRect l="16" r="16"/>
          <a:stretch/>
        </p:blipFill>
        <p:spPr>
          <a:xfrm>
            <a:off x="7958249" y="2588837"/>
            <a:ext cx="3628000" cy="2564543"/>
          </a:xfrm>
          <a:prstGeom prst="roundRect">
            <a:avLst>
              <a:gd name="adj" fmla="val 5894"/>
            </a:avLst>
          </a:prstGeom>
          <a:ln w="28575">
            <a:solidFill>
              <a:srgbClr val="19B5FE"/>
            </a:solidFill>
          </a:ln>
        </p:spPr>
      </p:pic>
      <p:sp>
        <p:nvSpPr>
          <p:cNvPr id="27" name="TextBox 26">
            <a:extLst>
              <a:ext uri="{FF2B5EF4-FFF2-40B4-BE49-F238E27FC236}">
                <a16:creationId xmlns:a16="http://schemas.microsoft.com/office/drawing/2014/main" id="{3C24D434-165C-9781-AEE2-A9939E47D18B}"/>
              </a:ext>
            </a:extLst>
          </p:cNvPr>
          <p:cNvSpPr txBox="1"/>
          <p:nvPr/>
        </p:nvSpPr>
        <p:spPr>
          <a:xfrm>
            <a:off x="8613009" y="1988522"/>
            <a:ext cx="2318480" cy="461665"/>
          </a:xfrm>
          <a:prstGeom prst="rect">
            <a:avLst/>
          </a:prstGeom>
          <a:noFill/>
        </p:spPr>
        <p:txBody>
          <a:bodyPr wrap="square" rtlCol="0">
            <a:spAutoFit/>
          </a:bodyPr>
          <a:lstStyle/>
          <a:p>
            <a:pPr algn="ctr"/>
            <a:r>
              <a:rPr lang="en-US" sz="2400" b="1" dirty="0">
                <a:solidFill>
                  <a:schemeClr val="tx1"/>
                </a:solidFill>
              </a:rPr>
              <a:t>E-Certificate</a:t>
            </a:r>
          </a:p>
        </p:txBody>
      </p:sp>
      <p:sp>
        <p:nvSpPr>
          <p:cNvPr id="33" name="Footer Placeholder 4">
            <a:extLst>
              <a:ext uri="{FF2B5EF4-FFF2-40B4-BE49-F238E27FC236}">
                <a16:creationId xmlns:a16="http://schemas.microsoft.com/office/drawing/2014/main" id="{CF182FC4-EABA-7FDB-A1D9-14EB03DC40B8}"/>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34" name="Slide Number Placeholder 5">
            <a:extLst>
              <a:ext uri="{FF2B5EF4-FFF2-40B4-BE49-F238E27FC236}">
                <a16:creationId xmlns:a16="http://schemas.microsoft.com/office/drawing/2014/main" id="{94B8EECF-0075-B9BA-6CB4-67D6BEF17901}"/>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
        <p:nvSpPr>
          <p:cNvPr id="35" name="Oval 34">
            <a:extLst>
              <a:ext uri="{FF2B5EF4-FFF2-40B4-BE49-F238E27FC236}">
                <a16:creationId xmlns:a16="http://schemas.microsoft.com/office/drawing/2014/main" id="{54C76493-67AC-15E0-1E71-62FE9BB9D1C7}"/>
              </a:ext>
            </a:extLst>
          </p:cNvPr>
          <p:cNvSpPr/>
          <p:nvPr/>
        </p:nvSpPr>
        <p:spPr bwMode="black">
          <a:xfrm>
            <a:off x="6139484" y="3112294"/>
            <a:ext cx="254232" cy="271017"/>
          </a:xfrm>
          <a:prstGeom prst="ellipse">
            <a:avLst/>
          </a:prstGeom>
          <a:solidFill>
            <a:srgbClr val="0764FF"/>
          </a:soli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36" name="Oval 35">
            <a:extLst>
              <a:ext uri="{FF2B5EF4-FFF2-40B4-BE49-F238E27FC236}">
                <a16:creationId xmlns:a16="http://schemas.microsoft.com/office/drawing/2014/main" id="{B615A674-0170-4686-23F8-0389BAD5CFFE}"/>
              </a:ext>
            </a:extLst>
          </p:cNvPr>
          <p:cNvSpPr/>
          <p:nvPr/>
        </p:nvSpPr>
        <p:spPr bwMode="black">
          <a:xfrm>
            <a:off x="1501837" y="3112294"/>
            <a:ext cx="254232" cy="271017"/>
          </a:xfrm>
          <a:prstGeom prst="ellipse">
            <a:avLst/>
          </a:prstGeom>
          <a:solidFill>
            <a:srgbClr val="0764FF"/>
          </a:soli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2" name="Rectangle 1">
            <a:extLst>
              <a:ext uri="{FF2B5EF4-FFF2-40B4-BE49-F238E27FC236}">
                <a16:creationId xmlns:a16="http://schemas.microsoft.com/office/drawing/2014/main" id="{0079103A-31D5-E002-C6CA-1192C5A1A05F}"/>
              </a:ext>
            </a:extLst>
          </p:cNvPr>
          <p:cNvSpPr/>
          <p:nvPr/>
        </p:nvSpPr>
        <p:spPr bwMode="white">
          <a:xfrm>
            <a:off x="10604500" y="4660900"/>
            <a:ext cx="927100" cy="279400"/>
          </a:xfrm>
          <a:prstGeom prst="rect">
            <a:avLst/>
          </a:prstGeom>
          <a:solidFill>
            <a:srgbClr val="FFFFFF"/>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4" name="Picture 3">
            <a:extLst>
              <a:ext uri="{FF2B5EF4-FFF2-40B4-BE49-F238E27FC236}">
                <a16:creationId xmlns:a16="http://schemas.microsoft.com/office/drawing/2014/main" id="{91763B43-9881-4619-B205-D18F9247855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black">
          <a:xfrm>
            <a:off x="10706112" y="4674708"/>
            <a:ext cx="723876" cy="237382"/>
          </a:xfrm>
          <a:prstGeom prst="rect">
            <a:avLst/>
          </a:prstGeom>
        </p:spPr>
      </p:pic>
    </p:spTree>
    <p:extLst>
      <p:ext uri="{BB962C8B-B14F-4D97-AF65-F5344CB8AC3E}">
        <p14:creationId xmlns:p14="http://schemas.microsoft.com/office/powerpoint/2010/main" val="200622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par>
                                <p:cTn id="13" presetID="21" presetClass="entr" presetSubtype="1"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heel(1)">
                                      <p:cBhvr>
                                        <p:cTn id="15" dur="20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par>
                                <p:cTn id="21" presetID="21" presetClass="entr" presetSubtype="1"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heel(1)">
                                      <p:cBhvr>
                                        <p:cTn id="23" dur="2000"/>
                                        <p:tgtEl>
                                          <p:spTgt spid="23"/>
                                        </p:tgtEl>
                                      </p:cBhvr>
                                    </p:animEffect>
                                  </p:childTnLst>
                                </p:cTn>
                              </p:par>
                              <p:par>
                                <p:cTn id="24" presetID="42"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1000"/>
                                        <p:tgtEl>
                                          <p:spTgt spid="26"/>
                                        </p:tgtEl>
                                      </p:cBhvr>
                                    </p:animEffect>
                                    <p:anim calcmode="lin" valueType="num">
                                      <p:cBhvr>
                                        <p:cTn id="27" dur="1000" fill="hold"/>
                                        <p:tgtEl>
                                          <p:spTgt spid="26"/>
                                        </p:tgtEl>
                                        <p:attrNameLst>
                                          <p:attrName>ppt_x</p:attrName>
                                        </p:attrNameLst>
                                      </p:cBhvr>
                                      <p:tavLst>
                                        <p:tav tm="0">
                                          <p:val>
                                            <p:strVal val="#ppt_x"/>
                                          </p:val>
                                        </p:tav>
                                        <p:tav tm="100000">
                                          <p:val>
                                            <p:strVal val="#ppt_x"/>
                                          </p:val>
                                        </p:tav>
                                      </p:tavLst>
                                    </p:anim>
                                    <p:anim calcmode="lin" valueType="num">
                                      <p:cBhvr>
                                        <p:cTn id="2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animBg="1"/>
      <p:bldP spid="21" grpId="0" animBg="1"/>
      <p:bldP spid="23" grpId="0" animBg="1"/>
      <p:bldP spid="35" grpId="0" animBg="1"/>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Time_Attend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F1BF608-64B0-7080-7588-12E2BF03512D}"/>
              </a:ext>
            </a:extLst>
          </p:cNvPr>
          <p:cNvSpPr txBox="1"/>
          <p:nvPr/>
        </p:nvSpPr>
        <p:spPr>
          <a:xfrm>
            <a:off x="2934449" y="1538951"/>
            <a:ext cx="6323103"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แนะนำเวลาการอบรมกับ </a:t>
            </a:r>
            <a:r>
              <a:rPr lang="en-US" sz="2600" b="1" dirty="0">
                <a:solidFill>
                  <a:schemeClr val="tx1"/>
                </a:solidFill>
                <a:cs typeface="LINE Seed Sans TH" panose="020B0303020203020204" pitchFamily="34" charset="-34"/>
              </a:rPr>
              <a:t>9Expert Training</a:t>
            </a:r>
          </a:p>
        </p:txBody>
      </p:sp>
      <p:sp>
        <p:nvSpPr>
          <p:cNvPr id="10" name="TextBox 9">
            <a:extLst>
              <a:ext uri="{FF2B5EF4-FFF2-40B4-BE49-F238E27FC236}">
                <a16:creationId xmlns:a16="http://schemas.microsoft.com/office/drawing/2014/main" id="{F820E408-4C0F-1204-54E1-FC5839DDD7B9}"/>
              </a:ext>
            </a:extLst>
          </p:cNvPr>
          <p:cNvSpPr txBox="1"/>
          <p:nvPr/>
        </p:nvSpPr>
        <p:spPr bwMode="hidden">
          <a:xfrm>
            <a:off x="2257936" y="675420"/>
            <a:ext cx="7676128" cy="892552"/>
          </a:xfrm>
          <a:prstGeom prst="rect">
            <a:avLst/>
          </a:prstGeom>
          <a:noFill/>
        </p:spPr>
        <p:txBody>
          <a:bodyPr wrap="square">
            <a:spAutoFit/>
          </a:bodyPr>
          <a:lstStyle/>
          <a:p>
            <a:pPr algn="ctr"/>
            <a:r>
              <a:rPr lang="th-TH"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แนะนำเวลาการอบรม</a:t>
            </a:r>
            <a:endPar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endParaRPr>
          </a:p>
        </p:txBody>
      </p:sp>
      <p:sp>
        <p:nvSpPr>
          <p:cNvPr id="11" name="TextBox 10">
            <a:extLst>
              <a:ext uri="{FF2B5EF4-FFF2-40B4-BE49-F238E27FC236}">
                <a16:creationId xmlns:a16="http://schemas.microsoft.com/office/drawing/2014/main" id="{FEBDE5C1-5920-BFDE-1A54-F855C705F7E3}"/>
              </a:ext>
            </a:extLst>
          </p:cNvPr>
          <p:cNvSpPr txBox="1"/>
          <p:nvPr/>
        </p:nvSpPr>
        <p:spPr>
          <a:xfrm>
            <a:off x="2258166" y="675420"/>
            <a:ext cx="7676130" cy="892552"/>
          </a:xfrm>
          <a:prstGeom prst="rect">
            <a:avLst/>
          </a:prstGeom>
          <a:noFill/>
        </p:spPr>
        <p:txBody>
          <a:bodyPr wrap="square">
            <a:spAutoFit/>
          </a:bodyPr>
          <a:lstStyle/>
          <a:p>
            <a:pPr algn="ctr"/>
            <a:r>
              <a:rPr lang="th-TH" sz="5200" b="1" kern="1200" dirty="0">
                <a:solidFill>
                  <a:schemeClr val="accent2"/>
                </a:solidFill>
                <a:effectLst/>
                <a:latin typeface="+mn-lt"/>
                <a:ea typeface="+mj-ea"/>
                <a:cs typeface="LINE Seed Sans TH" panose="020B0303020203020204" pitchFamily="34" charset="-34"/>
              </a:rPr>
              <a:t>แนะนำเวลาการอบรม</a:t>
            </a:r>
            <a:endParaRPr lang="en-US" sz="5200" b="1" kern="1200" dirty="0">
              <a:solidFill>
                <a:schemeClr val="accent2"/>
              </a:solidFill>
              <a:effectLst/>
              <a:latin typeface="+mn-lt"/>
              <a:ea typeface="+mj-ea"/>
              <a:cs typeface="LINE Seed Sans TH" panose="020B0303020203020204" pitchFamily="34" charset="-34"/>
            </a:endParaRPr>
          </a:p>
        </p:txBody>
      </p:sp>
      <p:grpSp>
        <p:nvGrpSpPr>
          <p:cNvPr id="12" name="Group 11">
            <a:extLst>
              <a:ext uri="{FF2B5EF4-FFF2-40B4-BE49-F238E27FC236}">
                <a16:creationId xmlns:a16="http://schemas.microsoft.com/office/drawing/2014/main" id="{098AE5D4-A89B-D3CE-F447-8BB0D05A1425}"/>
              </a:ext>
            </a:extLst>
          </p:cNvPr>
          <p:cNvGrpSpPr/>
          <p:nvPr/>
        </p:nvGrpSpPr>
        <p:grpSpPr>
          <a:xfrm>
            <a:off x="838200" y="2432576"/>
            <a:ext cx="1356982" cy="523220"/>
            <a:chOff x="880475" y="1970559"/>
            <a:chExt cx="1356982" cy="523220"/>
          </a:xfrm>
        </p:grpSpPr>
        <p:grpSp>
          <p:nvGrpSpPr>
            <p:cNvPr id="13" name="Group 12">
              <a:extLst>
                <a:ext uri="{FF2B5EF4-FFF2-40B4-BE49-F238E27FC236}">
                  <a16:creationId xmlns:a16="http://schemas.microsoft.com/office/drawing/2014/main" id="{CBDCF1AD-F5FE-DBCB-A803-6D4C03FDDBD8}"/>
                </a:ext>
              </a:extLst>
            </p:cNvPr>
            <p:cNvGrpSpPr/>
            <p:nvPr/>
          </p:nvGrpSpPr>
          <p:grpSpPr>
            <a:xfrm>
              <a:off x="880475" y="1970854"/>
              <a:ext cx="411480" cy="411480"/>
              <a:chOff x="838199" y="5211096"/>
              <a:chExt cx="885975" cy="885975"/>
            </a:xfrm>
          </p:grpSpPr>
          <p:grpSp>
            <p:nvGrpSpPr>
              <p:cNvPr id="15" name="Group 14">
                <a:extLst>
                  <a:ext uri="{FF2B5EF4-FFF2-40B4-BE49-F238E27FC236}">
                    <a16:creationId xmlns:a16="http://schemas.microsoft.com/office/drawing/2014/main" id="{E7616EF6-E1B0-6C77-5326-055D89B28358}"/>
                  </a:ext>
                </a:extLst>
              </p:cNvPr>
              <p:cNvGrpSpPr/>
              <p:nvPr/>
            </p:nvGrpSpPr>
            <p:grpSpPr bwMode="gray">
              <a:xfrm>
                <a:off x="838199" y="5211096"/>
                <a:ext cx="885975" cy="885975"/>
                <a:chOff x="865641" y="1173737"/>
                <a:chExt cx="868166" cy="868166"/>
              </a:xfrm>
            </p:grpSpPr>
            <p:sp>
              <p:nvSpPr>
                <p:cNvPr id="17" name="Oval 16">
                  <a:extLst>
                    <a:ext uri="{FF2B5EF4-FFF2-40B4-BE49-F238E27FC236}">
                      <a16:creationId xmlns:a16="http://schemas.microsoft.com/office/drawing/2014/main" id="{DE1D6D47-FBDE-19D7-E63B-40FA4F436C78}"/>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18" name="Oval 17">
                  <a:extLst>
                    <a:ext uri="{FF2B5EF4-FFF2-40B4-BE49-F238E27FC236}">
                      <a16:creationId xmlns:a16="http://schemas.microsoft.com/office/drawing/2014/main" id="{CFADDBAB-3AE9-EC0D-9AB2-52EAA57E27FA}"/>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16" name="Graphic 15" descr="Stopwatch with solid fill">
                <a:extLst>
                  <a:ext uri="{FF2B5EF4-FFF2-40B4-BE49-F238E27FC236}">
                    <a16:creationId xmlns:a16="http://schemas.microsoft.com/office/drawing/2014/main" id="{3840ECF9-8ED1-95CE-D5AA-A8E09898CD8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974278" y="5352607"/>
                <a:ext cx="613818" cy="613818"/>
              </a:xfrm>
              <a:prstGeom prst="rect">
                <a:avLst/>
              </a:prstGeom>
            </p:spPr>
          </p:pic>
        </p:grpSp>
        <p:sp>
          <p:nvSpPr>
            <p:cNvPr id="14" name="TextBox 13">
              <a:extLst>
                <a:ext uri="{FF2B5EF4-FFF2-40B4-BE49-F238E27FC236}">
                  <a16:creationId xmlns:a16="http://schemas.microsoft.com/office/drawing/2014/main" id="{C85AE4B9-CFCB-D9EF-44C1-7906EC32CB76}"/>
                </a:ext>
              </a:extLst>
            </p:cNvPr>
            <p:cNvSpPr txBox="1"/>
            <p:nvPr/>
          </p:nvSpPr>
          <p:spPr>
            <a:xfrm>
              <a:off x="1330621" y="1970559"/>
              <a:ext cx="906836" cy="523220"/>
            </a:xfrm>
            <a:prstGeom prst="rect">
              <a:avLst/>
            </a:prstGeom>
            <a:noFill/>
          </p:spPr>
          <p:txBody>
            <a:bodyPr wrap="square" rtlCol="0">
              <a:spAutoFit/>
            </a:bodyPr>
            <a:lstStyle/>
            <a:p>
              <a:pPr algn="l"/>
              <a:r>
                <a:rPr lang="th-TH" sz="1400" b="1" dirty="0">
                  <a:solidFill>
                    <a:schemeClr val="tx1"/>
                  </a:solidFill>
                </a:rPr>
                <a:t>เริ่มเรียน</a:t>
              </a:r>
              <a:r>
                <a:rPr lang="en-US" sz="1400" b="1" dirty="0">
                  <a:solidFill>
                    <a:schemeClr val="tx1"/>
                  </a:solidFill>
                </a:rPr>
                <a:t>:</a:t>
              </a:r>
              <a:r>
                <a:rPr lang="th-TH" sz="1400" b="1" dirty="0">
                  <a:solidFill>
                    <a:schemeClr val="tx1"/>
                  </a:solidFill>
                </a:rPr>
                <a:t> </a:t>
              </a:r>
              <a:br>
                <a:rPr lang="en-US" sz="1400" b="0" dirty="0">
                  <a:solidFill>
                    <a:schemeClr val="tx1"/>
                  </a:solidFill>
                </a:rPr>
              </a:br>
              <a:r>
                <a:rPr lang="en-US" sz="1400" b="0" dirty="0">
                  <a:solidFill>
                    <a:schemeClr val="tx1"/>
                  </a:solidFill>
                </a:rPr>
                <a:t>09:00 </a:t>
              </a:r>
              <a:r>
                <a:rPr lang="th-TH" sz="1400" b="0" dirty="0">
                  <a:solidFill>
                    <a:schemeClr val="tx1"/>
                  </a:solidFill>
                </a:rPr>
                <a:t>น</a:t>
              </a:r>
              <a:r>
                <a:rPr lang="en-US" sz="1400" b="0" dirty="0">
                  <a:solidFill>
                    <a:schemeClr val="tx1"/>
                  </a:solidFill>
                </a:rPr>
                <a:t>.</a:t>
              </a:r>
            </a:p>
          </p:txBody>
        </p:sp>
      </p:grpSp>
      <p:sp>
        <p:nvSpPr>
          <p:cNvPr id="19" name="Rectangle: Rounded Corners 18">
            <a:extLst>
              <a:ext uri="{FF2B5EF4-FFF2-40B4-BE49-F238E27FC236}">
                <a16:creationId xmlns:a16="http://schemas.microsoft.com/office/drawing/2014/main" id="{908EC5AD-102E-684F-7421-FCE16915DA93}"/>
              </a:ext>
            </a:extLst>
          </p:cNvPr>
          <p:cNvSpPr/>
          <p:nvPr/>
        </p:nvSpPr>
        <p:spPr bwMode="black">
          <a:xfrm>
            <a:off x="1347041" y="3297587"/>
            <a:ext cx="9413368" cy="45719"/>
          </a:xfrm>
          <a:prstGeom prst="roundRect">
            <a:avLst>
              <a:gd name="adj" fmla="val 50000"/>
            </a:avLst>
          </a:prstGeom>
          <a:solidFill>
            <a:schemeClr val="accent2"/>
          </a:soli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US" sz="1800" dirty="0">
              <a:solidFill>
                <a:schemeClr val="tx1"/>
              </a:solidFill>
            </a:endParaRPr>
          </a:p>
        </p:txBody>
      </p:sp>
      <p:cxnSp>
        <p:nvCxnSpPr>
          <p:cNvPr id="20" name="Straight Connector 19">
            <a:extLst>
              <a:ext uri="{FF2B5EF4-FFF2-40B4-BE49-F238E27FC236}">
                <a16:creationId xmlns:a16="http://schemas.microsoft.com/office/drawing/2014/main" id="{5B33FE46-C2B7-D0E3-E52E-B673C41771F8}"/>
              </a:ext>
            </a:extLst>
          </p:cNvPr>
          <p:cNvCxnSpPr>
            <a:cxnSpLocks/>
            <a:stCxn id="19" idx="1"/>
          </p:cNvCxnSpPr>
          <p:nvPr/>
        </p:nvCxnSpPr>
        <p:spPr>
          <a:xfrm flipV="1">
            <a:off x="1347041" y="2959740"/>
            <a:ext cx="0" cy="360707"/>
          </a:xfrm>
          <a:prstGeom prst="line">
            <a:avLst/>
          </a:prstGeom>
          <a:ln w="38100" cap="rnd">
            <a:solidFill>
              <a:schemeClr val="accent2"/>
            </a:solidFill>
            <a:prstDash val="solid"/>
            <a:tailEnd type="ova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D2E8CAB8-5C58-DF14-C697-FE1CBD45EBE0}"/>
              </a:ext>
            </a:extLst>
          </p:cNvPr>
          <p:cNvCxnSpPr>
            <a:cxnSpLocks/>
          </p:cNvCxnSpPr>
          <p:nvPr/>
        </p:nvCxnSpPr>
        <p:spPr>
          <a:xfrm flipV="1">
            <a:off x="3675859" y="3027556"/>
            <a:ext cx="0" cy="292890"/>
          </a:xfrm>
          <a:prstGeom prst="line">
            <a:avLst/>
          </a:prstGeom>
          <a:ln w="9525" cap="rnd">
            <a:solidFill>
              <a:schemeClr val="accent2"/>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D1CB218-35D4-AF73-D6DA-16294ECFCFA8}"/>
              </a:ext>
            </a:extLst>
          </p:cNvPr>
          <p:cNvCxnSpPr>
            <a:cxnSpLocks/>
            <a:stCxn id="19" idx="0"/>
          </p:cNvCxnSpPr>
          <p:nvPr/>
        </p:nvCxnSpPr>
        <p:spPr>
          <a:xfrm flipV="1">
            <a:off x="6053725" y="2959740"/>
            <a:ext cx="0" cy="337847"/>
          </a:xfrm>
          <a:prstGeom prst="line">
            <a:avLst/>
          </a:prstGeom>
          <a:ln w="38100" cap="rnd">
            <a:solidFill>
              <a:schemeClr val="accent2"/>
            </a:solidFill>
            <a:prstDash val="solid"/>
            <a:tailEnd type="oval"/>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F616D394-B0FD-A123-E3CF-E6373DD4AD2A}"/>
              </a:ext>
            </a:extLst>
          </p:cNvPr>
          <p:cNvGrpSpPr/>
          <p:nvPr/>
        </p:nvGrpSpPr>
        <p:grpSpPr>
          <a:xfrm>
            <a:off x="3301784" y="2504336"/>
            <a:ext cx="1422417" cy="523220"/>
            <a:chOff x="3433720" y="2077887"/>
            <a:chExt cx="1422417" cy="523220"/>
          </a:xfrm>
        </p:grpSpPr>
        <p:grpSp>
          <p:nvGrpSpPr>
            <p:cNvPr id="24" name="Group 23">
              <a:extLst>
                <a:ext uri="{FF2B5EF4-FFF2-40B4-BE49-F238E27FC236}">
                  <a16:creationId xmlns:a16="http://schemas.microsoft.com/office/drawing/2014/main" id="{0A4D1FE4-ED25-803B-5031-A7509DA31BE7}"/>
                </a:ext>
              </a:extLst>
            </p:cNvPr>
            <p:cNvGrpSpPr/>
            <p:nvPr/>
          </p:nvGrpSpPr>
          <p:grpSpPr>
            <a:xfrm>
              <a:off x="3433720" y="2167566"/>
              <a:ext cx="308181" cy="308181"/>
              <a:chOff x="838199" y="1250239"/>
              <a:chExt cx="885975" cy="885975"/>
            </a:xfrm>
          </p:grpSpPr>
          <p:grpSp>
            <p:nvGrpSpPr>
              <p:cNvPr id="26" name="Group 25">
                <a:extLst>
                  <a:ext uri="{FF2B5EF4-FFF2-40B4-BE49-F238E27FC236}">
                    <a16:creationId xmlns:a16="http://schemas.microsoft.com/office/drawing/2014/main" id="{7DB37443-28AB-7FBB-8EF3-7F1002F9D1F6}"/>
                  </a:ext>
                </a:extLst>
              </p:cNvPr>
              <p:cNvGrpSpPr/>
              <p:nvPr/>
            </p:nvGrpSpPr>
            <p:grpSpPr bwMode="gray">
              <a:xfrm>
                <a:off x="838199" y="1250239"/>
                <a:ext cx="885975" cy="885975"/>
                <a:chOff x="865641" y="1173737"/>
                <a:chExt cx="868166" cy="868166"/>
              </a:xfrm>
            </p:grpSpPr>
            <p:sp>
              <p:nvSpPr>
                <p:cNvPr id="28" name="Oval 27">
                  <a:extLst>
                    <a:ext uri="{FF2B5EF4-FFF2-40B4-BE49-F238E27FC236}">
                      <a16:creationId xmlns:a16="http://schemas.microsoft.com/office/drawing/2014/main" id="{572E25B9-1011-DD44-8C90-9E85CE1BFF06}"/>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29" name="Oval 28">
                  <a:extLst>
                    <a:ext uri="{FF2B5EF4-FFF2-40B4-BE49-F238E27FC236}">
                      <a16:creationId xmlns:a16="http://schemas.microsoft.com/office/drawing/2014/main" id="{9C03E556-6DFD-5314-178D-B3660EC06D63}"/>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27" name="Graphic 26" descr="Burger and drink with solid fill">
                <a:extLst>
                  <a:ext uri="{FF2B5EF4-FFF2-40B4-BE49-F238E27FC236}">
                    <a16:creationId xmlns:a16="http://schemas.microsoft.com/office/drawing/2014/main" id="{70313F5B-DAED-CAED-C86D-9052E922FC6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bwMode="white">
              <a:xfrm>
                <a:off x="945270" y="1357310"/>
                <a:ext cx="671832" cy="671832"/>
              </a:xfrm>
              <a:prstGeom prst="rect">
                <a:avLst/>
              </a:prstGeom>
            </p:spPr>
          </p:pic>
        </p:grpSp>
        <p:sp>
          <p:nvSpPr>
            <p:cNvPr id="25" name="TextBox 24">
              <a:extLst>
                <a:ext uri="{FF2B5EF4-FFF2-40B4-BE49-F238E27FC236}">
                  <a16:creationId xmlns:a16="http://schemas.microsoft.com/office/drawing/2014/main" id="{AF626BA6-9056-0432-CB9D-44007ACDCEDF}"/>
                </a:ext>
              </a:extLst>
            </p:cNvPr>
            <p:cNvSpPr txBox="1"/>
            <p:nvPr/>
          </p:nvSpPr>
          <p:spPr>
            <a:xfrm>
              <a:off x="3752434" y="2077887"/>
              <a:ext cx="1103703" cy="523220"/>
            </a:xfrm>
            <a:prstGeom prst="rect">
              <a:avLst/>
            </a:prstGeom>
            <a:noFill/>
          </p:spPr>
          <p:txBody>
            <a:bodyPr wrap="square" rtlCol="0">
              <a:spAutoFit/>
            </a:bodyPr>
            <a:lstStyle/>
            <a:p>
              <a:pPr algn="l"/>
              <a:r>
                <a:rPr lang="th-TH" sz="1400" b="1" dirty="0">
                  <a:solidFill>
                    <a:schemeClr val="tx1"/>
                  </a:solidFill>
                </a:rPr>
                <a:t>พักเบรก</a:t>
              </a:r>
              <a:r>
                <a:rPr lang="en-US" sz="1400" b="1" dirty="0">
                  <a:solidFill>
                    <a:schemeClr val="tx1"/>
                  </a:solidFill>
                </a:rPr>
                <a:t>(1):</a:t>
              </a:r>
              <a:br>
                <a:rPr lang="en-US" sz="1400" b="1" dirty="0">
                  <a:solidFill>
                    <a:schemeClr val="tx1"/>
                  </a:solidFill>
                </a:rPr>
              </a:br>
              <a:r>
                <a:rPr lang="en-US" sz="1400" b="0" dirty="0">
                  <a:solidFill>
                    <a:schemeClr val="tx1"/>
                  </a:solidFill>
                </a:rPr>
                <a:t>10:30 </a:t>
              </a:r>
              <a:r>
                <a:rPr lang="th-TH" sz="1400" b="0" dirty="0">
                  <a:solidFill>
                    <a:schemeClr val="tx1"/>
                  </a:solidFill>
                </a:rPr>
                <a:t>น</a:t>
              </a:r>
              <a:r>
                <a:rPr lang="en-US" sz="1400" b="0" dirty="0">
                  <a:solidFill>
                    <a:schemeClr val="tx1"/>
                  </a:solidFill>
                </a:rPr>
                <a:t>.</a:t>
              </a:r>
            </a:p>
          </p:txBody>
        </p:sp>
      </p:grpSp>
      <p:grpSp>
        <p:nvGrpSpPr>
          <p:cNvPr id="30" name="Group 29">
            <a:extLst>
              <a:ext uri="{FF2B5EF4-FFF2-40B4-BE49-F238E27FC236}">
                <a16:creationId xmlns:a16="http://schemas.microsoft.com/office/drawing/2014/main" id="{C4EDA369-880D-4D69-CC8F-0E19348A5CA8}"/>
              </a:ext>
            </a:extLst>
          </p:cNvPr>
          <p:cNvGrpSpPr/>
          <p:nvPr/>
        </p:nvGrpSpPr>
        <p:grpSpPr>
          <a:xfrm>
            <a:off x="5617753" y="2432576"/>
            <a:ext cx="1297655" cy="523220"/>
            <a:chOff x="5660027" y="1968869"/>
            <a:chExt cx="1297655" cy="523220"/>
          </a:xfrm>
        </p:grpSpPr>
        <p:sp>
          <p:nvSpPr>
            <p:cNvPr id="31" name="TextBox 30">
              <a:extLst>
                <a:ext uri="{FF2B5EF4-FFF2-40B4-BE49-F238E27FC236}">
                  <a16:creationId xmlns:a16="http://schemas.microsoft.com/office/drawing/2014/main" id="{1860CB5D-024D-BD4C-242C-59F25570028E}"/>
                </a:ext>
              </a:extLst>
            </p:cNvPr>
            <p:cNvSpPr txBox="1"/>
            <p:nvPr/>
          </p:nvSpPr>
          <p:spPr>
            <a:xfrm>
              <a:off x="6111527" y="1968869"/>
              <a:ext cx="846155" cy="523220"/>
            </a:xfrm>
            <a:prstGeom prst="rect">
              <a:avLst/>
            </a:prstGeom>
            <a:noFill/>
          </p:spPr>
          <p:txBody>
            <a:bodyPr wrap="square" rtlCol="0">
              <a:spAutoFit/>
            </a:bodyPr>
            <a:lstStyle/>
            <a:p>
              <a:pPr algn="l"/>
              <a:r>
                <a:rPr lang="th-TH" sz="1400" b="1" dirty="0">
                  <a:solidFill>
                    <a:schemeClr val="tx1"/>
                  </a:solidFill>
                </a:rPr>
                <a:t>พักเที่ยง</a:t>
              </a:r>
              <a:r>
                <a:rPr lang="en-US" sz="1400" b="1" dirty="0">
                  <a:solidFill>
                    <a:schemeClr val="tx1"/>
                  </a:solidFill>
                </a:rPr>
                <a:t>:</a:t>
              </a:r>
              <a:br>
                <a:rPr lang="th-TH" sz="1400" b="1" dirty="0">
                  <a:solidFill>
                    <a:schemeClr val="tx1"/>
                  </a:solidFill>
                </a:rPr>
              </a:br>
              <a:r>
                <a:rPr lang="en-US" sz="1400" b="0" dirty="0">
                  <a:solidFill>
                    <a:schemeClr val="tx1"/>
                  </a:solidFill>
                </a:rPr>
                <a:t>12:00 </a:t>
              </a:r>
              <a:r>
                <a:rPr lang="th-TH" sz="1400" b="0" dirty="0">
                  <a:solidFill>
                    <a:schemeClr val="tx1"/>
                  </a:solidFill>
                </a:rPr>
                <a:t>น</a:t>
              </a:r>
              <a:r>
                <a:rPr lang="en-US" sz="1400" b="0" dirty="0">
                  <a:solidFill>
                    <a:schemeClr val="tx1"/>
                  </a:solidFill>
                </a:rPr>
                <a:t>.</a:t>
              </a:r>
            </a:p>
          </p:txBody>
        </p:sp>
        <p:grpSp>
          <p:nvGrpSpPr>
            <p:cNvPr id="32" name="Group 31">
              <a:extLst>
                <a:ext uri="{FF2B5EF4-FFF2-40B4-BE49-F238E27FC236}">
                  <a16:creationId xmlns:a16="http://schemas.microsoft.com/office/drawing/2014/main" id="{3E1A2A8A-8EF2-C44F-6141-F89581C83DDC}"/>
                </a:ext>
              </a:extLst>
            </p:cNvPr>
            <p:cNvGrpSpPr/>
            <p:nvPr/>
          </p:nvGrpSpPr>
          <p:grpSpPr>
            <a:xfrm>
              <a:off x="5660027" y="1970854"/>
              <a:ext cx="411480" cy="411480"/>
              <a:chOff x="838200" y="2601771"/>
              <a:chExt cx="885975" cy="885975"/>
            </a:xfrm>
          </p:grpSpPr>
          <p:grpSp>
            <p:nvGrpSpPr>
              <p:cNvPr id="33" name="Group 32">
                <a:extLst>
                  <a:ext uri="{FF2B5EF4-FFF2-40B4-BE49-F238E27FC236}">
                    <a16:creationId xmlns:a16="http://schemas.microsoft.com/office/drawing/2014/main" id="{ADA4AB37-5DA5-FD94-F0E4-18E4DD06BCA7}"/>
                  </a:ext>
                </a:extLst>
              </p:cNvPr>
              <p:cNvGrpSpPr/>
              <p:nvPr/>
            </p:nvGrpSpPr>
            <p:grpSpPr bwMode="gray">
              <a:xfrm>
                <a:off x="838200" y="2601771"/>
                <a:ext cx="885975" cy="885975"/>
                <a:chOff x="865641" y="1173737"/>
                <a:chExt cx="868166" cy="868166"/>
              </a:xfrm>
            </p:grpSpPr>
            <p:sp>
              <p:nvSpPr>
                <p:cNvPr id="35" name="Oval 34">
                  <a:extLst>
                    <a:ext uri="{FF2B5EF4-FFF2-40B4-BE49-F238E27FC236}">
                      <a16:creationId xmlns:a16="http://schemas.microsoft.com/office/drawing/2014/main" id="{FD57D941-AF67-0D45-ECCF-AB9732E9B3F5}"/>
                    </a:ext>
                  </a:extLst>
                </p:cNvPr>
                <p:cNvSpPr/>
                <p:nvPr/>
              </p:nvSpPr>
              <p:spPr bwMode="gray">
                <a:xfrm>
                  <a:off x="914223"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36" name="Oval 35">
                  <a:extLst>
                    <a:ext uri="{FF2B5EF4-FFF2-40B4-BE49-F238E27FC236}">
                      <a16:creationId xmlns:a16="http://schemas.microsoft.com/office/drawing/2014/main" id="{D227B1DF-FC38-6AF6-7D67-B013B3AEB486}"/>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34" name="Graphic 33" descr="Table setting with solid fill">
                <a:extLst>
                  <a:ext uri="{FF2B5EF4-FFF2-40B4-BE49-F238E27FC236}">
                    <a16:creationId xmlns:a16="http://schemas.microsoft.com/office/drawing/2014/main" id="{E1567419-D16F-E8C7-0D21-A98CAE7792FA}"/>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bwMode="white">
              <a:xfrm>
                <a:off x="967577" y="2724015"/>
                <a:ext cx="641486" cy="641486"/>
              </a:xfrm>
              <a:prstGeom prst="rect">
                <a:avLst/>
              </a:prstGeom>
            </p:spPr>
          </p:pic>
        </p:grpSp>
      </p:grpSp>
      <p:cxnSp>
        <p:nvCxnSpPr>
          <p:cNvPr id="37" name="Straight Connector 36">
            <a:extLst>
              <a:ext uri="{FF2B5EF4-FFF2-40B4-BE49-F238E27FC236}">
                <a16:creationId xmlns:a16="http://schemas.microsoft.com/office/drawing/2014/main" id="{D7B46216-C230-FCFD-6AF5-0A9E06B13F62}"/>
              </a:ext>
            </a:extLst>
          </p:cNvPr>
          <p:cNvCxnSpPr>
            <a:cxnSpLocks/>
          </p:cNvCxnSpPr>
          <p:nvPr/>
        </p:nvCxnSpPr>
        <p:spPr>
          <a:xfrm flipV="1">
            <a:off x="8261134" y="3027556"/>
            <a:ext cx="0" cy="292890"/>
          </a:xfrm>
          <a:prstGeom prst="line">
            <a:avLst/>
          </a:prstGeom>
          <a:ln w="9525" cap="rnd">
            <a:solidFill>
              <a:schemeClr val="accent2"/>
            </a:solidFill>
            <a:prstDash val="dash"/>
            <a:tailEnd type="oval"/>
          </a:ln>
        </p:spPr>
        <p:style>
          <a:lnRef idx="2">
            <a:schemeClr val="accent1"/>
          </a:lnRef>
          <a:fillRef idx="0">
            <a:schemeClr val="accent1"/>
          </a:fillRef>
          <a:effectRef idx="1">
            <a:schemeClr val="accent1"/>
          </a:effectRef>
          <a:fontRef idx="minor">
            <a:schemeClr val="tx1"/>
          </a:fontRef>
        </p:style>
      </p:cxnSp>
      <p:grpSp>
        <p:nvGrpSpPr>
          <p:cNvPr id="38" name="Group 37">
            <a:extLst>
              <a:ext uri="{FF2B5EF4-FFF2-40B4-BE49-F238E27FC236}">
                <a16:creationId xmlns:a16="http://schemas.microsoft.com/office/drawing/2014/main" id="{263BA115-84EB-3D3B-92A6-4D42EB5BF174}"/>
              </a:ext>
            </a:extLst>
          </p:cNvPr>
          <p:cNvGrpSpPr/>
          <p:nvPr/>
        </p:nvGrpSpPr>
        <p:grpSpPr>
          <a:xfrm>
            <a:off x="7865903" y="2540739"/>
            <a:ext cx="1454439" cy="523220"/>
            <a:chOff x="7952057" y="2090823"/>
            <a:chExt cx="1454439" cy="523220"/>
          </a:xfrm>
        </p:grpSpPr>
        <p:grpSp>
          <p:nvGrpSpPr>
            <p:cNvPr id="39" name="Group 38">
              <a:extLst>
                <a:ext uri="{FF2B5EF4-FFF2-40B4-BE49-F238E27FC236}">
                  <a16:creationId xmlns:a16="http://schemas.microsoft.com/office/drawing/2014/main" id="{35AE7EF1-797A-2FE3-E0CE-986A244F312E}"/>
                </a:ext>
              </a:extLst>
            </p:cNvPr>
            <p:cNvGrpSpPr/>
            <p:nvPr/>
          </p:nvGrpSpPr>
          <p:grpSpPr>
            <a:xfrm>
              <a:off x="7952057" y="2152024"/>
              <a:ext cx="308181" cy="308181"/>
              <a:chOff x="838199" y="1250239"/>
              <a:chExt cx="885975" cy="885975"/>
            </a:xfrm>
          </p:grpSpPr>
          <p:grpSp>
            <p:nvGrpSpPr>
              <p:cNvPr id="41" name="Group 40">
                <a:extLst>
                  <a:ext uri="{FF2B5EF4-FFF2-40B4-BE49-F238E27FC236}">
                    <a16:creationId xmlns:a16="http://schemas.microsoft.com/office/drawing/2014/main" id="{4FEDCBC9-9D15-A9C0-1183-553049FAD1EE}"/>
                  </a:ext>
                </a:extLst>
              </p:cNvPr>
              <p:cNvGrpSpPr/>
              <p:nvPr/>
            </p:nvGrpSpPr>
            <p:grpSpPr bwMode="gray">
              <a:xfrm>
                <a:off x="838199" y="1250239"/>
                <a:ext cx="885975" cy="885975"/>
                <a:chOff x="865641" y="1173737"/>
                <a:chExt cx="868166" cy="868166"/>
              </a:xfrm>
            </p:grpSpPr>
            <p:sp>
              <p:nvSpPr>
                <p:cNvPr id="43" name="Oval 42">
                  <a:extLst>
                    <a:ext uri="{FF2B5EF4-FFF2-40B4-BE49-F238E27FC236}">
                      <a16:creationId xmlns:a16="http://schemas.microsoft.com/office/drawing/2014/main" id="{5CF09E52-818D-236C-461F-385F489DB744}"/>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44" name="Oval 43">
                  <a:extLst>
                    <a:ext uri="{FF2B5EF4-FFF2-40B4-BE49-F238E27FC236}">
                      <a16:creationId xmlns:a16="http://schemas.microsoft.com/office/drawing/2014/main" id="{B45F581A-125B-AF88-275E-2F08CC964780}"/>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42" name="Graphic 41" descr="Burger and drink with solid fill">
                <a:extLst>
                  <a:ext uri="{FF2B5EF4-FFF2-40B4-BE49-F238E27FC236}">
                    <a16:creationId xmlns:a16="http://schemas.microsoft.com/office/drawing/2014/main" id="{7D9B2A75-6E5D-CF6B-D0FC-6CCDA9F3C36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bwMode="white">
              <a:xfrm>
                <a:off x="945270" y="1357310"/>
                <a:ext cx="671832" cy="671832"/>
              </a:xfrm>
              <a:prstGeom prst="rect">
                <a:avLst/>
              </a:prstGeom>
            </p:spPr>
          </p:pic>
        </p:grpSp>
        <p:sp>
          <p:nvSpPr>
            <p:cNvPr id="40" name="TextBox 39">
              <a:extLst>
                <a:ext uri="{FF2B5EF4-FFF2-40B4-BE49-F238E27FC236}">
                  <a16:creationId xmlns:a16="http://schemas.microsoft.com/office/drawing/2014/main" id="{4B92B287-0EF0-BBA7-7A8D-C8FBC183E574}"/>
                </a:ext>
              </a:extLst>
            </p:cNvPr>
            <p:cNvSpPr txBox="1"/>
            <p:nvPr/>
          </p:nvSpPr>
          <p:spPr>
            <a:xfrm>
              <a:off x="8302793" y="2090823"/>
              <a:ext cx="1103703" cy="523220"/>
            </a:xfrm>
            <a:prstGeom prst="rect">
              <a:avLst/>
            </a:prstGeom>
            <a:noFill/>
          </p:spPr>
          <p:txBody>
            <a:bodyPr wrap="square" rtlCol="0">
              <a:spAutoFit/>
            </a:bodyPr>
            <a:lstStyle/>
            <a:p>
              <a:pPr algn="l"/>
              <a:r>
                <a:rPr lang="th-TH" sz="1400" b="1" dirty="0">
                  <a:solidFill>
                    <a:schemeClr val="tx1"/>
                  </a:solidFill>
                </a:rPr>
                <a:t>พักเบรก</a:t>
              </a:r>
              <a:r>
                <a:rPr lang="en-US" sz="1400" b="1" dirty="0">
                  <a:solidFill>
                    <a:schemeClr val="tx1"/>
                  </a:solidFill>
                </a:rPr>
                <a:t>(2):</a:t>
              </a:r>
              <a:br>
                <a:rPr lang="en-US" sz="1400" b="1" dirty="0">
                  <a:solidFill>
                    <a:schemeClr val="tx1"/>
                  </a:solidFill>
                </a:rPr>
              </a:br>
              <a:r>
                <a:rPr lang="en-US" sz="1400" b="0" dirty="0">
                  <a:solidFill>
                    <a:schemeClr val="tx1"/>
                  </a:solidFill>
                </a:rPr>
                <a:t>14:30 </a:t>
              </a:r>
              <a:r>
                <a:rPr lang="th-TH" sz="1400" b="0" dirty="0">
                  <a:solidFill>
                    <a:schemeClr val="tx1"/>
                  </a:solidFill>
                </a:rPr>
                <a:t>น</a:t>
              </a:r>
              <a:r>
                <a:rPr lang="en-US" sz="1400" b="0" dirty="0">
                  <a:solidFill>
                    <a:schemeClr val="tx1"/>
                  </a:solidFill>
                </a:rPr>
                <a:t>.</a:t>
              </a:r>
            </a:p>
          </p:txBody>
        </p:sp>
      </p:grpSp>
      <p:grpSp>
        <p:nvGrpSpPr>
          <p:cNvPr id="45" name="Group 44">
            <a:extLst>
              <a:ext uri="{FF2B5EF4-FFF2-40B4-BE49-F238E27FC236}">
                <a16:creationId xmlns:a16="http://schemas.microsoft.com/office/drawing/2014/main" id="{EFD3B2F4-99AE-0EC4-25C9-846433DB2BF3}"/>
              </a:ext>
            </a:extLst>
          </p:cNvPr>
          <p:cNvGrpSpPr/>
          <p:nvPr/>
        </p:nvGrpSpPr>
        <p:grpSpPr>
          <a:xfrm>
            <a:off x="10250397" y="2432574"/>
            <a:ext cx="1341535" cy="523220"/>
            <a:chOff x="10292671" y="1968869"/>
            <a:chExt cx="1341535" cy="523220"/>
          </a:xfrm>
        </p:grpSpPr>
        <p:grpSp>
          <p:nvGrpSpPr>
            <p:cNvPr id="46" name="Group 45">
              <a:extLst>
                <a:ext uri="{FF2B5EF4-FFF2-40B4-BE49-F238E27FC236}">
                  <a16:creationId xmlns:a16="http://schemas.microsoft.com/office/drawing/2014/main" id="{467C23D3-2697-56C0-0457-CF650E4C401D}"/>
                </a:ext>
              </a:extLst>
            </p:cNvPr>
            <p:cNvGrpSpPr/>
            <p:nvPr/>
          </p:nvGrpSpPr>
          <p:grpSpPr>
            <a:xfrm>
              <a:off x="10292671" y="1991499"/>
              <a:ext cx="411480" cy="411480"/>
              <a:chOff x="838199" y="5211096"/>
              <a:chExt cx="885975" cy="885975"/>
            </a:xfrm>
          </p:grpSpPr>
          <p:grpSp>
            <p:nvGrpSpPr>
              <p:cNvPr id="48" name="Group 47">
                <a:extLst>
                  <a:ext uri="{FF2B5EF4-FFF2-40B4-BE49-F238E27FC236}">
                    <a16:creationId xmlns:a16="http://schemas.microsoft.com/office/drawing/2014/main" id="{F28DECA9-FEA5-DEF8-F77A-8F16CABCEAD3}"/>
                  </a:ext>
                </a:extLst>
              </p:cNvPr>
              <p:cNvGrpSpPr/>
              <p:nvPr/>
            </p:nvGrpSpPr>
            <p:grpSpPr bwMode="gray">
              <a:xfrm>
                <a:off x="838199" y="5211096"/>
                <a:ext cx="885975" cy="885975"/>
                <a:chOff x="865641" y="1173737"/>
                <a:chExt cx="868166" cy="868166"/>
              </a:xfrm>
            </p:grpSpPr>
            <p:sp>
              <p:nvSpPr>
                <p:cNvPr id="50" name="Oval 49">
                  <a:extLst>
                    <a:ext uri="{FF2B5EF4-FFF2-40B4-BE49-F238E27FC236}">
                      <a16:creationId xmlns:a16="http://schemas.microsoft.com/office/drawing/2014/main" id="{B89F2664-EF81-1FDF-AD32-6086482FF94E}"/>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51" name="Oval 50">
                  <a:extLst>
                    <a:ext uri="{FF2B5EF4-FFF2-40B4-BE49-F238E27FC236}">
                      <a16:creationId xmlns:a16="http://schemas.microsoft.com/office/drawing/2014/main" id="{7E3C25B9-882B-D4AC-A567-A457176D82F5}"/>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49" name="Graphic 48" descr="Stopwatch with solid fill">
                <a:extLst>
                  <a:ext uri="{FF2B5EF4-FFF2-40B4-BE49-F238E27FC236}">
                    <a16:creationId xmlns:a16="http://schemas.microsoft.com/office/drawing/2014/main" id="{6CA0A782-EB20-9F2B-686B-83612E3E8FE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974278" y="5352607"/>
                <a:ext cx="613818" cy="613818"/>
              </a:xfrm>
              <a:prstGeom prst="rect">
                <a:avLst/>
              </a:prstGeom>
            </p:spPr>
          </p:pic>
        </p:grpSp>
        <p:sp>
          <p:nvSpPr>
            <p:cNvPr id="47" name="TextBox 46">
              <a:extLst>
                <a:ext uri="{FF2B5EF4-FFF2-40B4-BE49-F238E27FC236}">
                  <a16:creationId xmlns:a16="http://schemas.microsoft.com/office/drawing/2014/main" id="{0B801FC3-C998-D4F2-BCFC-61BDC901B53B}"/>
                </a:ext>
              </a:extLst>
            </p:cNvPr>
            <p:cNvSpPr txBox="1"/>
            <p:nvPr/>
          </p:nvSpPr>
          <p:spPr>
            <a:xfrm>
              <a:off x="10749831" y="1968869"/>
              <a:ext cx="884375" cy="523220"/>
            </a:xfrm>
            <a:prstGeom prst="rect">
              <a:avLst/>
            </a:prstGeom>
            <a:noFill/>
          </p:spPr>
          <p:txBody>
            <a:bodyPr wrap="square" rtlCol="0">
              <a:spAutoFit/>
            </a:bodyPr>
            <a:lstStyle/>
            <a:p>
              <a:pPr algn="l"/>
              <a:r>
                <a:rPr lang="th-TH" sz="1400" b="1" dirty="0">
                  <a:solidFill>
                    <a:schemeClr val="tx1"/>
                  </a:solidFill>
                </a:rPr>
                <a:t>เลิกเรียน</a:t>
              </a:r>
              <a:r>
                <a:rPr lang="en-US" sz="1400" b="1" dirty="0">
                  <a:solidFill>
                    <a:schemeClr val="tx1"/>
                  </a:solidFill>
                </a:rPr>
                <a:t>:</a:t>
              </a:r>
              <a:r>
                <a:rPr lang="th-TH" sz="1400" b="1" dirty="0">
                  <a:solidFill>
                    <a:schemeClr val="tx1"/>
                  </a:solidFill>
                </a:rPr>
                <a:t> </a:t>
              </a:r>
              <a:r>
                <a:rPr lang="en-US" sz="1400" b="0" dirty="0">
                  <a:solidFill>
                    <a:schemeClr val="tx1"/>
                  </a:solidFill>
                </a:rPr>
                <a:t>16:00 </a:t>
              </a:r>
              <a:r>
                <a:rPr lang="th-TH" sz="1400" b="0" dirty="0">
                  <a:solidFill>
                    <a:schemeClr val="tx1"/>
                  </a:solidFill>
                </a:rPr>
                <a:t>น</a:t>
              </a:r>
              <a:r>
                <a:rPr lang="en-US" sz="1400" b="0" dirty="0">
                  <a:solidFill>
                    <a:schemeClr val="tx1"/>
                  </a:solidFill>
                </a:rPr>
                <a:t>.</a:t>
              </a:r>
            </a:p>
          </p:txBody>
        </p:sp>
      </p:grpSp>
      <p:cxnSp>
        <p:nvCxnSpPr>
          <p:cNvPr id="52" name="Straight Connector 51">
            <a:extLst>
              <a:ext uri="{FF2B5EF4-FFF2-40B4-BE49-F238E27FC236}">
                <a16:creationId xmlns:a16="http://schemas.microsoft.com/office/drawing/2014/main" id="{23BEB4D2-B5AD-49B5-2146-452B0DD36997}"/>
              </a:ext>
            </a:extLst>
          </p:cNvPr>
          <p:cNvCxnSpPr>
            <a:cxnSpLocks/>
          </p:cNvCxnSpPr>
          <p:nvPr/>
        </p:nvCxnSpPr>
        <p:spPr>
          <a:xfrm flipV="1">
            <a:off x="10745656" y="2959740"/>
            <a:ext cx="0" cy="360707"/>
          </a:xfrm>
          <a:prstGeom prst="line">
            <a:avLst/>
          </a:prstGeom>
          <a:ln w="38100" cap="rnd">
            <a:solidFill>
              <a:schemeClr val="accent2"/>
            </a:solidFill>
            <a:prstDash val="solid"/>
            <a:tailEnd type="oval"/>
          </a:ln>
        </p:spPr>
        <p:style>
          <a:lnRef idx="2">
            <a:schemeClr val="accent1"/>
          </a:lnRef>
          <a:fillRef idx="0">
            <a:schemeClr val="accent1"/>
          </a:fillRef>
          <a:effectRef idx="1">
            <a:schemeClr val="accent1"/>
          </a:effectRef>
          <a:fontRef idx="minor">
            <a:schemeClr val="tx1"/>
          </a:fontRef>
        </p:style>
      </p:cxnSp>
      <p:grpSp>
        <p:nvGrpSpPr>
          <p:cNvPr id="53" name="Group 52">
            <a:extLst>
              <a:ext uri="{FF2B5EF4-FFF2-40B4-BE49-F238E27FC236}">
                <a16:creationId xmlns:a16="http://schemas.microsoft.com/office/drawing/2014/main" id="{7D0C8619-37C0-FA5E-B70D-FFCC52E55E25}"/>
              </a:ext>
            </a:extLst>
          </p:cNvPr>
          <p:cNvGrpSpPr/>
          <p:nvPr/>
        </p:nvGrpSpPr>
        <p:grpSpPr>
          <a:xfrm>
            <a:off x="838200" y="3685051"/>
            <a:ext cx="1960408" cy="353592"/>
            <a:chOff x="8135153" y="2716368"/>
            <a:chExt cx="1960408" cy="353592"/>
          </a:xfrm>
        </p:grpSpPr>
        <p:sp>
          <p:nvSpPr>
            <p:cNvPr id="54" name="Rectangle: Rounded Corners 53">
              <a:extLst>
                <a:ext uri="{FF2B5EF4-FFF2-40B4-BE49-F238E27FC236}">
                  <a16:creationId xmlns:a16="http://schemas.microsoft.com/office/drawing/2014/main" id="{AFA36BAE-E9A8-9565-0517-6B302BA6AFC3}"/>
                </a:ext>
              </a:extLst>
            </p:cNvPr>
            <p:cNvSpPr/>
            <p:nvPr/>
          </p:nvSpPr>
          <p:spPr>
            <a:xfrm>
              <a:off x="8188780" y="2716368"/>
              <a:ext cx="1883242" cy="344764"/>
            </a:xfrm>
            <a:prstGeom prst="roundRect">
              <a:avLst>
                <a:gd name="adj" fmla="val 50000"/>
              </a:avLst>
            </a:prstGeom>
            <a:solidFill>
              <a:schemeClr val="bg1"/>
            </a:solidFill>
            <a:ln w="28575">
              <a:solidFill>
                <a:srgbClr val="2486FF"/>
              </a:solidFill>
            </a:ln>
            <a:effectLst>
              <a:outerShdw blurRad="50800" dist="38100" dir="2700000" algn="tl" rotWithShape="0">
                <a:prstClr val="black">
                  <a:alpha val="40000"/>
                </a:prstClr>
              </a:outerShdw>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55" name="TextBox 54">
              <a:extLst>
                <a:ext uri="{FF2B5EF4-FFF2-40B4-BE49-F238E27FC236}">
                  <a16:creationId xmlns:a16="http://schemas.microsoft.com/office/drawing/2014/main" id="{0DF15B1F-A6A1-E1EC-9B27-E392014005E8}"/>
                </a:ext>
              </a:extLst>
            </p:cNvPr>
            <p:cNvSpPr txBox="1"/>
            <p:nvPr/>
          </p:nvSpPr>
          <p:spPr>
            <a:xfrm>
              <a:off x="8135153" y="2731406"/>
              <a:ext cx="1960408" cy="338554"/>
            </a:xfrm>
            <a:prstGeom prst="rect">
              <a:avLst/>
            </a:prstGeom>
            <a:noFill/>
          </p:spPr>
          <p:txBody>
            <a:bodyPr wrap="square" rtlCol="0">
              <a:spAutoFit/>
            </a:bodyPr>
            <a:lstStyle/>
            <a:p>
              <a:pPr algn="ctr"/>
              <a:r>
                <a:rPr lang="th-TH" sz="1600" b="1" dirty="0"/>
                <a:t>ช่องทางการติดต่อ</a:t>
              </a:r>
              <a:endParaRPr lang="en-US" sz="1600" b="1" dirty="0"/>
            </a:p>
          </p:txBody>
        </p:sp>
      </p:grpSp>
      <p:sp>
        <p:nvSpPr>
          <p:cNvPr id="56" name="TextBox 55">
            <a:extLst>
              <a:ext uri="{FF2B5EF4-FFF2-40B4-BE49-F238E27FC236}">
                <a16:creationId xmlns:a16="http://schemas.microsoft.com/office/drawing/2014/main" id="{EBA2CD91-F6D7-4B7F-D7AF-85F2353CB384}"/>
              </a:ext>
            </a:extLst>
          </p:cNvPr>
          <p:cNvSpPr txBox="1"/>
          <p:nvPr/>
        </p:nvSpPr>
        <p:spPr>
          <a:xfrm>
            <a:off x="1331172" y="4262119"/>
            <a:ext cx="3038949" cy="307777"/>
          </a:xfrm>
          <a:prstGeom prst="rect">
            <a:avLst/>
          </a:prstGeom>
          <a:noFill/>
        </p:spPr>
        <p:txBody>
          <a:bodyPr wrap="square" rtlCol="0">
            <a:spAutoFit/>
          </a:bodyPr>
          <a:lstStyle/>
          <a:p>
            <a:r>
              <a:rPr lang="en-US" sz="1400" b="1" dirty="0">
                <a:solidFill>
                  <a:schemeClr val="tx1"/>
                </a:solidFill>
              </a:rPr>
              <a:t>Email: </a:t>
            </a:r>
            <a:r>
              <a:rPr lang="en-US" sz="1400" dirty="0">
                <a:solidFill>
                  <a:schemeClr val="tx1"/>
                </a:solidFill>
              </a:rPr>
              <a:t>training@9expert.co.th</a:t>
            </a:r>
          </a:p>
        </p:txBody>
      </p:sp>
      <p:sp>
        <p:nvSpPr>
          <p:cNvPr id="57" name="TextBox 56">
            <a:extLst>
              <a:ext uri="{FF2B5EF4-FFF2-40B4-BE49-F238E27FC236}">
                <a16:creationId xmlns:a16="http://schemas.microsoft.com/office/drawing/2014/main" id="{76FCB55A-5965-5560-D908-F96A798E6A84}"/>
              </a:ext>
            </a:extLst>
          </p:cNvPr>
          <p:cNvSpPr txBox="1"/>
          <p:nvPr/>
        </p:nvSpPr>
        <p:spPr>
          <a:xfrm>
            <a:off x="1331172" y="4760248"/>
            <a:ext cx="3038949" cy="307777"/>
          </a:xfrm>
          <a:prstGeom prst="rect">
            <a:avLst/>
          </a:prstGeom>
          <a:noFill/>
        </p:spPr>
        <p:txBody>
          <a:bodyPr wrap="square" rtlCol="0">
            <a:spAutoFit/>
          </a:bodyPr>
          <a:lstStyle/>
          <a:p>
            <a:r>
              <a:rPr lang="en-US" sz="1400" b="1" dirty="0">
                <a:solidFill>
                  <a:schemeClr val="tx1"/>
                </a:solidFill>
              </a:rPr>
              <a:t>LINE Official Account: </a:t>
            </a:r>
            <a:r>
              <a:rPr lang="en-US" sz="1400" dirty="0">
                <a:solidFill>
                  <a:schemeClr val="tx1"/>
                </a:solidFill>
              </a:rPr>
              <a:t>@9expert</a:t>
            </a:r>
          </a:p>
        </p:txBody>
      </p:sp>
      <p:grpSp>
        <p:nvGrpSpPr>
          <p:cNvPr id="58" name="Group 57">
            <a:extLst>
              <a:ext uri="{FF2B5EF4-FFF2-40B4-BE49-F238E27FC236}">
                <a16:creationId xmlns:a16="http://schemas.microsoft.com/office/drawing/2014/main" id="{54D2D26F-DC5B-50E5-E136-B5309CCC3C61}"/>
              </a:ext>
            </a:extLst>
          </p:cNvPr>
          <p:cNvGrpSpPr/>
          <p:nvPr/>
        </p:nvGrpSpPr>
        <p:grpSpPr>
          <a:xfrm>
            <a:off x="892502" y="4212514"/>
            <a:ext cx="411480" cy="411480"/>
            <a:chOff x="838199" y="5211096"/>
            <a:chExt cx="885975" cy="885975"/>
          </a:xfrm>
        </p:grpSpPr>
        <p:grpSp>
          <p:nvGrpSpPr>
            <p:cNvPr id="59" name="Group 58">
              <a:extLst>
                <a:ext uri="{FF2B5EF4-FFF2-40B4-BE49-F238E27FC236}">
                  <a16:creationId xmlns:a16="http://schemas.microsoft.com/office/drawing/2014/main" id="{E0B80FAE-6992-7946-AECD-A47522D71940}"/>
                </a:ext>
              </a:extLst>
            </p:cNvPr>
            <p:cNvGrpSpPr/>
            <p:nvPr/>
          </p:nvGrpSpPr>
          <p:grpSpPr bwMode="gray">
            <a:xfrm>
              <a:off x="838199" y="5211096"/>
              <a:ext cx="885975" cy="885975"/>
              <a:chOff x="865641" y="1173737"/>
              <a:chExt cx="868166" cy="868166"/>
            </a:xfrm>
          </p:grpSpPr>
          <p:sp>
            <p:nvSpPr>
              <p:cNvPr id="61" name="Oval 60">
                <a:extLst>
                  <a:ext uri="{FF2B5EF4-FFF2-40B4-BE49-F238E27FC236}">
                    <a16:creationId xmlns:a16="http://schemas.microsoft.com/office/drawing/2014/main" id="{254A1D03-E39C-89B6-4BC6-91FCE98D8E8E}"/>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62" name="Oval 61">
                <a:extLst>
                  <a:ext uri="{FF2B5EF4-FFF2-40B4-BE49-F238E27FC236}">
                    <a16:creationId xmlns:a16="http://schemas.microsoft.com/office/drawing/2014/main" id="{108874A5-F92B-DCDE-599B-45BE3425C08B}"/>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60" name="Graphic 59" descr="Email with solid fill">
              <a:extLst>
                <a:ext uri="{FF2B5EF4-FFF2-40B4-BE49-F238E27FC236}">
                  <a16:creationId xmlns:a16="http://schemas.microsoft.com/office/drawing/2014/main" id="{43495FBD-E3A8-D56D-62FA-243E7E2A209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29814" y="5381657"/>
              <a:ext cx="491760" cy="491760"/>
            </a:xfrm>
            <a:prstGeom prst="rect">
              <a:avLst/>
            </a:prstGeom>
          </p:spPr>
        </p:pic>
      </p:grpSp>
      <p:grpSp>
        <p:nvGrpSpPr>
          <p:cNvPr id="63" name="Group 62">
            <a:extLst>
              <a:ext uri="{FF2B5EF4-FFF2-40B4-BE49-F238E27FC236}">
                <a16:creationId xmlns:a16="http://schemas.microsoft.com/office/drawing/2014/main" id="{0A33387A-6636-092F-C0C1-4957AA41EFAE}"/>
              </a:ext>
            </a:extLst>
          </p:cNvPr>
          <p:cNvGrpSpPr/>
          <p:nvPr/>
        </p:nvGrpSpPr>
        <p:grpSpPr>
          <a:xfrm>
            <a:off x="892502" y="4717799"/>
            <a:ext cx="411480" cy="411480"/>
            <a:chOff x="838199" y="5211096"/>
            <a:chExt cx="885975" cy="885975"/>
          </a:xfrm>
        </p:grpSpPr>
        <p:grpSp>
          <p:nvGrpSpPr>
            <p:cNvPr id="64" name="Group 63">
              <a:extLst>
                <a:ext uri="{FF2B5EF4-FFF2-40B4-BE49-F238E27FC236}">
                  <a16:creationId xmlns:a16="http://schemas.microsoft.com/office/drawing/2014/main" id="{AA361F2A-F7ED-4467-EEBA-1DE99E596E05}"/>
                </a:ext>
              </a:extLst>
            </p:cNvPr>
            <p:cNvGrpSpPr/>
            <p:nvPr/>
          </p:nvGrpSpPr>
          <p:grpSpPr bwMode="gray">
            <a:xfrm>
              <a:off x="838199" y="5211096"/>
              <a:ext cx="885975" cy="885975"/>
              <a:chOff x="865641" y="1173737"/>
              <a:chExt cx="868166" cy="868166"/>
            </a:xfrm>
          </p:grpSpPr>
          <p:sp>
            <p:nvSpPr>
              <p:cNvPr id="66" name="Oval 65">
                <a:extLst>
                  <a:ext uri="{FF2B5EF4-FFF2-40B4-BE49-F238E27FC236}">
                    <a16:creationId xmlns:a16="http://schemas.microsoft.com/office/drawing/2014/main" id="{AA4EEE1C-4EE8-5A15-F087-F069947FC283}"/>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67" name="Oval 66">
                <a:extLst>
                  <a:ext uri="{FF2B5EF4-FFF2-40B4-BE49-F238E27FC236}">
                    <a16:creationId xmlns:a16="http://schemas.microsoft.com/office/drawing/2014/main" id="{BF94B0ED-836B-6940-1FEB-2633DF7FFB01}"/>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65" name="Graphic 64" descr="Chat bubble with solid fill">
              <a:extLst>
                <a:ext uri="{FF2B5EF4-FFF2-40B4-BE49-F238E27FC236}">
                  <a16:creationId xmlns:a16="http://schemas.microsoft.com/office/drawing/2014/main" id="{38E5273C-4972-17D1-0221-C89B170D2A3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29814" y="5422873"/>
              <a:ext cx="491760" cy="491760"/>
            </a:xfrm>
            <a:prstGeom prst="rect">
              <a:avLst/>
            </a:prstGeom>
          </p:spPr>
        </p:pic>
      </p:grpSp>
      <p:sp>
        <p:nvSpPr>
          <p:cNvPr id="68" name="TextBox 67">
            <a:extLst>
              <a:ext uri="{FF2B5EF4-FFF2-40B4-BE49-F238E27FC236}">
                <a16:creationId xmlns:a16="http://schemas.microsoft.com/office/drawing/2014/main" id="{ECC10CF1-A33C-F424-0ED9-21374D641752}"/>
              </a:ext>
            </a:extLst>
          </p:cNvPr>
          <p:cNvSpPr txBox="1"/>
          <p:nvPr/>
        </p:nvSpPr>
        <p:spPr>
          <a:xfrm>
            <a:off x="1331172" y="5302130"/>
            <a:ext cx="3038949" cy="307777"/>
          </a:xfrm>
          <a:prstGeom prst="rect">
            <a:avLst/>
          </a:prstGeom>
          <a:noFill/>
        </p:spPr>
        <p:txBody>
          <a:bodyPr wrap="square" rtlCol="0">
            <a:spAutoFit/>
          </a:bodyPr>
          <a:lstStyle/>
          <a:p>
            <a:r>
              <a:rPr lang="en-US" sz="1400" b="1" dirty="0">
                <a:solidFill>
                  <a:schemeClr val="tx1"/>
                </a:solidFill>
              </a:rPr>
              <a:t>Facebook Page: </a:t>
            </a:r>
            <a:r>
              <a:rPr lang="en-US" sz="1400" dirty="0">
                <a:solidFill>
                  <a:schemeClr val="tx1"/>
                </a:solidFill>
              </a:rPr>
              <a:t>9expert Training</a:t>
            </a:r>
          </a:p>
        </p:txBody>
      </p:sp>
      <p:grpSp>
        <p:nvGrpSpPr>
          <p:cNvPr id="69" name="Group 68">
            <a:extLst>
              <a:ext uri="{FF2B5EF4-FFF2-40B4-BE49-F238E27FC236}">
                <a16:creationId xmlns:a16="http://schemas.microsoft.com/office/drawing/2014/main" id="{BD80B680-AAE7-1E49-AE50-956D0BBFB7DA}"/>
              </a:ext>
            </a:extLst>
          </p:cNvPr>
          <p:cNvGrpSpPr/>
          <p:nvPr/>
        </p:nvGrpSpPr>
        <p:grpSpPr>
          <a:xfrm>
            <a:off x="892502" y="5259680"/>
            <a:ext cx="411480" cy="411480"/>
            <a:chOff x="838199" y="5211096"/>
            <a:chExt cx="885975" cy="885975"/>
          </a:xfrm>
        </p:grpSpPr>
        <p:grpSp>
          <p:nvGrpSpPr>
            <p:cNvPr id="70" name="Group 69">
              <a:extLst>
                <a:ext uri="{FF2B5EF4-FFF2-40B4-BE49-F238E27FC236}">
                  <a16:creationId xmlns:a16="http://schemas.microsoft.com/office/drawing/2014/main" id="{A558E9B7-03E4-8CBE-5888-3BA6BB5A6649}"/>
                </a:ext>
              </a:extLst>
            </p:cNvPr>
            <p:cNvGrpSpPr/>
            <p:nvPr/>
          </p:nvGrpSpPr>
          <p:grpSpPr bwMode="gray">
            <a:xfrm>
              <a:off x="838199" y="5211096"/>
              <a:ext cx="885975" cy="885975"/>
              <a:chOff x="865641" y="1173737"/>
              <a:chExt cx="868166" cy="868166"/>
            </a:xfrm>
          </p:grpSpPr>
          <p:sp>
            <p:nvSpPr>
              <p:cNvPr id="72" name="Oval 71">
                <a:extLst>
                  <a:ext uri="{FF2B5EF4-FFF2-40B4-BE49-F238E27FC236}">
                    <a16:creationId xmlns:a16="http://schemas.microsoft.com/office/drawing/2014/main" id="{105B0703-34E8-7D2F-5765-869AA576591A}"/>
                  </a:ext>
                </a:extLst>
              </p:cNvPr>
              <p:cNvSpPr/>
              <p:nvPr/>
            </p:nvSpPr>
            <p:spPr bwMode="gray">
              <a:xfrm>
                <a:off x="909199" y="1217299"/>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73" name="Oval 72">
                <a:extLst>
                  <a:ext uri="{FF2B5EF4-FFF2-40B4-BE49-F238E27FC236}">
                    <a16:creationId xmlns:a16="http://schemas.microsoft.com/office/drawing/2014/main" id="{B09E4D91-3169-432D-6786-587D5C22950C}"/>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71" name="Graphic 70" descr="Influencer with solid fill">
              <a:extLst>
                <a:ext uri="{FF2B5EF4-FFF2-40B4-BE49-F238E27FC236}">
                  <a16:creationId xmlns:a16="http://schemas.microsoft.com/office/drawing/2014/main" id="{0ABD8E14-D7AF-7511-183E-08E479BF58A3}"/>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02152" y="5392246"/>
              <a:ext cx="547081" cy="547081"/>
            </a:xfrm>
            <a:prstGeom prst="rect">
              <a:avLst/>
            </a:prstGeom>
          </p:spPr>
        </p:pic>
      </p:grpSp>
      <p:pic>
        <p:nvPicPr>
          <p:cNvPr id="74" name="Picture 73">
            <a:extLst>
              <a:ext uri="{FF2B5EF4-FFF2-40B4-BE49-F238E27FC236}">
                <a16:creationId xmlns:a16="http://schemas.microsoft.com/office/drawing/2014/main" id="{CB081E27-7E61-5BA0-1D24-E8ACFF44B5C0}"/>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0182227" y="4417598"/>
            <a:ext cx="1253900" cy="1253900"/>
          </a:xfrm>
          <a:prstGeom prst="roundRect">
            <a:avLst>
              <a:gd name="adj" fmla="val 11543"/>
            </a:avLst>
          </a:prstGeom>
          <a:ln>
            <a:noFill/>
          </a:ln>
        </p:spPr>
      </p:pic>
      <p:sp>
        <p:nvSpPr>
          <p:cNvPr id="76" name="Rectangle: Rounded Corners 75">
            <a:extLst>
              <a:ext uri="{FF2B5EF4-FFF2-40B4-BE49-F238E27FC236}">
                <a16:creationId xmlns:a16="http://schemas.microsoft.com/office/drawing/2014/main" id="{12A37FB4-A140-C618-D4E0-19F52446D1DC}"/>
              </a:ext>
            </a:extLst>
          </p:cNvPr>
          <p:cNvSpPr/>
          <p:nvPr/>
        </p:nvSpPr>
        <p:spPr>
          <a:xfrm>
            <a:off x="7116090" y="5175612"/>
            <a:ext cx="2913358" cy="495548"/>
          </a:xfrm>
          <a:prstGeom prst="roundRect">
            <a:avLst>
              <a:gd name="adj" fmla="val 50000"/>
            </a:avLst>
          </a:prstGeom>
          <a:solidFill>
            <a:schemeClr val="accent5"/>
          </a:solidFill>
          <a:ln w="28575">
            <a:noFill/>
          </a:ln>
          <a:effectLst>
            <a:outerShdw blurRad="50800" dist="38100" dir="2700000" algn="tl" rotWithShape="0">
              <a:prstClr val="black">
                <a:alpha val="40000"/>
              </a:prstClr>
            </a:outerShdw>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77" name="TextBox 76">
            <a:extLst>
              <a:ext uri="{FF2B5EF4-FFF2-40B4-BE49-F238E27FC236}">
                <a16:creationId xmlns:a16="http://schemas.microsoft.com/office/drawing/2014/main" id="{024F2443-EF32-8E95-9651-57AA4B932543}"/>
              </a:ext>
            </a:extLst>
          </p:cNvPr>
          <p:cNvSpPr txBox="1"/>
          <p:nvPr/>
        </p:nvSpPr>
        <p:spPr>
          <a:xfrm>
            <a:off x="7325570" y="5302130"/>
            <a:ext cx="2494397" cy="276999"/>
          </a:xfrm>
          <a:prstGeom prst="rect">
            <a:avLst/>
          </a:prstGeom>
          <a:noFill/>
        </p:spPr>
        <p:txBody>
          <a:bodyPr wrap="square" rtlCol="0">
            <a:spAutoFit/>
          </a:bodyPr>
          <a:lstStyle/>
          <a:p>
            <a:pPr algn="ctr"/>
            <a:r>
              <a:rPr lang="th-TH" sz="1200" b="1" dirty="0"/>
              <a:t>สแกนเพื่อดูรายละเอียดเพิ่มเติม</a:t>
            </a:r>
            <a:endParaRPr lang="en-US" sz="1200" b="1" dirty="0"/>
          </a:p>
        </p:txBody>
      </p:sp>
      <p:sp>
        <p:nvSpPr>
          <p:cNvPr id="78" name="Footer Placeholder 4">
            <a:extLst>
              <a:ext uri="{FF2B5EF4-FFF2-40B4-BE49-F238E27FC236}">
                <a16:creationId xmlns:a16="http://schemas.microsoft.com/office/drawing/2014/main" id="{5FC47D4E-643C-D129-DA3F-585393790595}"/>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79" name="Slide Number Placeholder 5">
            <a:extLst>
              <a:ext uri="{FF2B5EF4-FFF2-40B4-BE49-F238E27FC236}">
                <a16:creationId xmlns:a16="http://schemas.microsoft.com/office/drawing/2014/main" id="{2274E87D-6BE2-980E-ACAC-B2D4165F3E85}"/>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110628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par>
                                <p:cTn id="8" presetID="22" presetClass="entr" presetSubtype="4"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64" presetClass="path" presetSubtype="0" accel="36000" decel="64000" fill="hold" nodeType="withEffect">
                                  <p:stCondLst>
                                    <p:cond delay="0"/>
                                  </p:stCondLst>
                                  <p:childTnLst>
                                    <p:animMotion origin="layout" path="M 1.04167E-6 0.04699 L 1.04167E-6 -4.07407E-6 " pathEditMode="relative" rAng="0" ptsTypes="AA">
                                      <p:cBhvr>
                                        <p:cTn id="15" dur="1000" fill="hold"/>
                                        <p:tgtEl>
                                          <p:spTgt spid="12"/>
                                        </p:tgtEl>
                                        <p:attrNameLst>
                                          <p:attrName>ppt_x</p:attrName>
                                          <p:attrName>ppt_y</p:attrName>
                                        </p:attrNameLst>
                                      </p:cBhvr>
                                      <p:rCtr x="0" y="-2361"/>
                                    </p:animMotion>
                                  </p:childTnLst>
                                </p:cTn>
                              </p:par>
                              <p:par>
                                <p:cTn id="16" presetID="22" presetClass="entr" presetSubtype="4" fill="hold" nodeType="withEffect">
                                  <p:stCondLst>
                                    <p:cond delay="200"/>
                                  </p:stCondLst>
                                  <p:childTnLst>
                                    <p:set>
                                      <p:cBhvr>
                                        <p:cTn id="17" dur="1" fill="hold">
                                          <p:stCondLst>
                                            <p:cond delay="0"/>
                                          </p:stCondLst>
                                        </p:cTn>
                                        <p:tgtEl>
                                          <p:spTgt spid="21"/>
                                        </p:tgtEl>
                                        <p:attrNameLst>
                                          <p:attrName>style.visibility</p:attrName>
                                        </p:attrNameLst>
                                      </p:cBhvr>
                                      <p:to>
                                        <p:strVal val="visible"/>
                                      </p:to>
                                    </p:set>
                                    <p:animEffect transition="in" filter="wipe(down)">
                                      <p:cBhvr>
                                        <p:cTn id="18" dur="500"/>
                                        <p:tgtEl>
                                          <p:spTgt spid="21"/>
                                        </p:tgtEl>
                                      </p:cBhvr>
                                    </p:animEffect>
                                  </p:childTnLst>
                                </p:cTn>
                              </p:par>
                              <p:par>
                                <p:cTn id="19" presetID="10" presetClass="entr" presetSubtype="0" fill="hold" nodeType="withEffect">
                                  <p:stCondLst>
                                    <p:cond delay="20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64" presetClass="path" presetSubtype="0" accel="36000" decel="64000" fill="hold" nodeType="withEffect">
                                  <p:stCondLst>
                                    <p:cond delay="200"/>
                                  </p:stCondLst>
                                  <p:childTnLst>
                                    <p:animMotion origin="layout" path="M 3.33333E-6 0.04699 L 3.33333E-6 -7.40741E-7 " pathEditMode="relative" rAng="0" ptsTypes="AA">
                                      <p:cBhvr>
                                        <p:cTn id="23" dur="1000" fill="hold"/>
                                        <p:tgtEl>
                                          <p:spTgt spid="23"/>
                                        </p:tgtEl>
                                        <p:attrNameLst>
                                          <p:attrName>ppt_x</p:attrName>
                                          <p:attrName>ppt_y</p:attrName>
                                        </p:attrNameLst>
                                      </p:cBhvr>
                                      <p:rCtr x="0" y="-2361"/>
                                    </p:animMotion>
                                  </p:childTnLst>
                                </p:cTn>
                              </p:par>
                              <p:par>
                                <p:cTn id="24" presetID="22" presetClass="entr" presetSubtype="4" fill="hold" nodeType="withEffect">
                                  <p:stCondLst>
                                    <p:cond delay="400"/>
                                  </p:stCondLst>
                                  <p:childTnLst>
                                    <p:set>
                                      <p:cBhvr>
                                        <p:cTn id="25" dur="1" fill="hold">
                                          <p:stCondLst>
                                            <p:cond delay="0"/>
                                          </p:stCondLst>
                                        </p:cTn>
                                        <p:tgtEl>
                                          <p:spTgt spid="22"/>
                                        </p:tgtEl>
                                        <p:attrNameLst>
                                          <p:attrName>style.visibility</p:attrName>
                                        </p:attrNameLst>
                                      </p:cBhvr>
                                      <p:to>
                                        <p:strVal val="visible"/>
                                      </p:to>
                                    </p:set>
                                    <p:animEffect transition="in" filter="wipe(down)">
                                      <p:cBhvr>
                                        <p:cTn id="26" dur="500"/>
                                        <p:tgtEl>
                                          <p:spTgt spid="22"/>
                                        </p:tgtEl>
                                      </p:cBhvr>
                                    </p:animEffect>
                                  </p:childTnLst>
                                </p:cTn>
                              </p:par>
                              <p:par>
                                <p:cTn id="27" presetID="10" presetClass="entr" presetSubtype="0" fill="hold" nodeType="withEffect">
                                  <p:stCondLst>
                                    <p:cond delay="30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64" presetClass="path" presetSubtype="0" accel="36000" decel="64000" fill="hold" nodeType="withEffect">
                                  <p:stCondLst>
                                    <p:cond delay="300"/>
                                  </p:stCondLst>
                                  <p:childTnLst>
                                    <p:animMotion origin="layout" path="M -2.29167E-6 0.04699 L -2.29167E-6 -4.07407E-6 " pathEditMode="relative" rAng="0" ptsTypes="AA">
                                      <p:cBhvr>
                                        <p:cTn id="31" dur="1000" fill="hold"/>
                                        <p:tgtEl>
                                          <p:spTgt spid="30"/>
                                        </p:tgtEl>
                                        <p:attrNameLst>
                                          <p:attrName>ppt_x</p:attrName>
                                          <p:attrName>ppt_y</p:attrName>
                                        </p:attrNameLst>
                                      </p:cBhvr>
                                      <p:rCtr x="0" y="-2361"/>
                                    </p:animMotion>
                                  </p:childTnLst>
                                </p:cTn>
                              </p:par>
                              <p:par>
                                <p:cTn id="32" presetID="22" presetClass="entr" presetSubtype="4" fill="hold" nodeType="withEffect">
                                  <p:stCondLst>
                                    <p:cond delay="500"/>
                                  </p:stCondLst>
                                  <p:childTnLst>
                                    <p:set>
                                      <p:cBhvr>
                                        <p:cTn id="33" dur="1" fill="hold">
                                          <p:stCondLst>
                                            <p:cond delay="0"/>
                                          </p:stCondLst>
                                        </p:cTn>
                                        <p:tgtEl>
                                          <p:spTgt spid="37"/>
                                        </p:tgtEl>
                                        <p:attrNameLst>
                                          <p:attrName>style.visibility</p:attrName>
                                        </p:attrNameLst>
                                      </p:cBhvr>
                                      <p:to>
                                        <p:strVal val="visible"/>
                                      </p:to>
                                    </p:set>
                                    <p:animEffect transition="in" filter="wipe(down)">
                                      <p:cBhvr>
                                        <p:cTn id="34" dur="500"/>
                                        <p:tgtEl>
                                          <p:spTgt spid="37"/>
                                        </p:tgtEl>
                                      </p:cBhvr>
                                    </p:animEffect>
                                  </p:childTnLst>
                                </p:cTn>
                              </p:par>
                              <p:par>
                                <p:cTn id="35" presetID="10" presetClass="entr" presetSubtype="0" fill="hold" nodeType="withEffect">
                                  <p:stCondLst>
                                    <p:cond delay="40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childTnLst>
                                </p:cTn>
                              </p:par>
                              <p:par>
                                <p:cTn id="38" presetID="64" presetClass="path" presetSubtype="0" accel="36000" decel="64000" fill="hold" nodeType="withEffect">
                                  <p:stCondLst>
                                    <p:cond delay="400"/>
                                  </p:stCondLst>
                                  <p:childTnLst>
                                    <p:animMotion origin="layout" path="M 2.29167E-6 0.047 L 2.29167E-6 -4.81481E-6 " pathEditMode="relative" rAng="0" ptsTypes="AA">
                                      <p:cBhvr>
                                        <p:cTn id="39" dur="1000" fill="hold"/>
                                        <p:tgtEl>
                                          <p:spTgt spid="38"/>
                                        </p:tgtEl>
                                        <p:attrNameLst>
                                          <p:attrName>ppt_x</p:attrName>
                                          <p:attrName>ppt_y</p:attrName>
                                        </p:attrNameLst>
                                      </p:cBhvr>
                                      <p:rCtr x="0" y="-2361"/>
                                    </p:animMotion>
                                  </p:childTnLst>
                                </p:cTn>
                              </p:par>
                              <p:par>
                                <p:cTn id="40" presetID="10" presetClass="entr" presetSubtype="0" fill="hold" nodeType="withEffect">
                                  <p:stCondLst>
                                    <p:cond delay="50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500"/>
                                        <p:tgtEl>
                                          <p:spTgt spid="45"/>
                                        </p:tgtEl>
                                      </p:cBhvr>
                                    </p:animEffect>
                                  </p:childTnLst>
                                </p:cTn>
                              </p:par>
                              <p:par>
                                <p:cTn id="43" presetID="64" presetClass="path" presetSubtype="0" accel="36000" decel="64000" fill="hold" nodeType="withEffect">
                                  <p:stCondLst>
                                    <p:cond delay="500"/>
                                  </p:stCondLst>
                                  <p:childTnLst>
                                    <p:animMotion origin="layout" path="M -3.125E-6 0.04699 L -3.125E-6 -4.07407E-6 " pathEditMode="relative" rAng="0" ptsTypes="AA">
                                      <p:cBhvr>
                                        <p:cTn id="44" dur="1000" fill="hold"/>
                                        <p:tgtEl>
                                          <p:spTgt spid="45"/>
                                        </p:tgtEl>
                                        <p:attrNameLst>
                                          <p:attrName>ppt_x</p:attrName>
                                          <p:attrName>ppt_y</p:attrName>
                                        </p:attrNameLst>
                                      </p:cBhvr>
                                      <p:rCtr x="0" y="-2361"/>
                                    </p:animMotion>
                                  </p:childTnLst>
                                </p:cTn>
                              </p:par>
                              <p:par>
                                <p:cTn id="45" presetID="22" presetClass="entr" presetSubtype="4" fill="hold" nodeType="with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wipe(down)">
                                      <p:cBhvr>
                                        <p:cTn id="47" dur="500"/>
                                        <p:tgtEl>
                                          <p:spTgt spid="5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500"/>
                                        <p:tgtEl>
                                          <p:spTgt spid="53"/>
                                        </p:tgtEl>
                                      </p:cBhvr>
                                    </p:animEffect>
                                  </p:childTnLst>
                                </p:cTn>
                              </p:par>
                              <p:par>
                                <p:cTn id="53" presetID="63" presetClass="path" presetSubtype="0" accel="35000" decel="65000" fill="hold" nodeType="withEffect">
                                  <p:stCondLst>
                                    <p:cond delay="0"/>
                                  </p:stCondLst>
                                  <p:childTnLst>
                                    <p:animMotion origin="layout" path="M -0.08125 0.00047 L 1.45833E-6 -2.96296E-6 " pathEditMode="relative" rAng="0" ptsTypes="AA">
                                      <p:cBhvr>
                                        <p:cTn id="54" dur="1000" fill="hold"/>
                                        <p:tgtEl>
                                          <p:spTgt spid="53"/>
                                        </p:tgtEl>
                                        <p:attrNameLst>
                                          <p:attrName>ppt_x</p:attrName>
                                          <p:attrName>ppt_y</p:attrName>
                                        </p:attrNameLst>
                                      </p:cBhvr>
                                      <p:rCtr x="4062" y="-23"/>
                                    </p:animMotion>
                                  </p:childTnLst>
                                </p:cTn>
                              </p:par>
                              <p:par>
                                <p:cTn id="55" presetID="10" presetClass="entr" presetSubtype="0" fill="hold" nodeType="withEffect">
                                  <p:stCondLst>
                                    <p:cond delay="300"/>
                                  </p:stCondLst>
                                  <p:childTnLst>
                                    <p:set>
                                      <p:cBhvr>
                                        <p:cTn id="56" dur="1" fill="hold">
                                          <p:stCondLst>
                                            <p:cond delay="0"/>
                                          </p:stCondLst>
                                        </p:cTn>
                                        <p:tgtEl>
                                          <p:spTgt spid="58"/>
                                        </p:tgtEl>
                                        <p:attrNameLst>
                                          <p:attrName>style.visibility</p:attrName>
                                        </p:attrNameLst>
                                      </p:cBhvr>
                                      <p:to>
                                        <p:strVal val="visible"/>
                                      </p:to>
                                    </p:set>
                                    <p:animEffect transition="in" filter="fade">
                                      <p:cBhvr>
                                        <p:cTn id="57" dur="500"/>
                                        <p:tgtEl>
                                          <p:spTgt spid="58"/>
                                        </p:tgtEl>
                                      </p:cBhvr>
                                    </p:animEffect>
                                  </p:childTnLst>
                                </p:cTn>
                              </p:par>
                              <p:par>
                                <p:cTn id="58" presetID="64" presetClass="path" presetSubtype="0" accel="36000" decel="64000" fill="hold" nodeType="withEffect">
                                  <p:stCondLst>
                                    <p:cond delay="300"/>
                                  </p:stCondLst>
                                  <p:childTnLst>
                                    <p:animMotion origin="layout" path="M -3.95833E-6 0.04699 L -3.95833E-6 -2.96296E-6 " pathEditMode="relative" rAng="0" ptsTypes="AA">
                                      <p:cBhvr>
                                        <p:cTn id="59" dur="1000" fill="hold"/>
                                        <p:tgtEl>
                                          <p:spTgt spid="58"/>
                                        </p:tgtEl>
                                        <p:attrNameLst>
                                          <p:attrName>ppt_x</p:attrName>
                                          <p:attrName>ppt_y</p:attrName>
                                        </p:attrNameLst>
                                      </p:cBhvr>
                                      <p:rCtr x="0" y="-2361"/>
                                    </p:animMotion>
                                  </p:childTnLst>
                                </p:cTn>
                              </p:par>
                              <p:par>
                                <p:cTn id="60" presetID="10" presetClass="entr" presetSubtype="0" fill="hold" nodeType="withEffect">
                                  <p:stCondLst>
                                    <p:cond delay="50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500"/>
                                        <p:tgtEl>
                                          <p:spTgt spid="63"/>
                                        </p:tgtEl>
                                      </p:cBhvr>
                                    </p:animEffect>
                                  </p:childTnLst>
                                </p:cTn>
                              </p:par>
                              <p:par>
                                <p:cTn id="63" presetID="64" presetClass="path" presetSubtype="0" accel="36000" decel="64000" fill="hold" nodeType="withEffect">
                                  <p:stCondLst>
                                    <p:cond delay="500"/>
                                  </p:stCondLst>
                                  <p:childTnLst>
                                    <p:animMotion origin="layout" path="M -3.95833E-6 0.04699 L -3.95833E-6 -4.07407E-6 " pathEditMode="relative" rAng="0" ptsTypes="AA">
                                      <p:cBhvr>
                                        <p:cTn id="64" dur="1000" fill="hold"/>
                                        <p:tgtEl>
                                          <p:spTgt spid="63"/>
                                        </p:tgtEl>
                                        <p:attrNameLst>
                                          <p:attrName>ppt_x</p:attrName>
                                          <p:attrName>ppt_y</p:attrName>
                                        </p:attrNameLst>
                                      </p:cBhvr>
                                      <p:rCtr x="0" y="-2361"/>
                                    </p:animMotion>
                                  </p:childTnLst>
                                </p:cTn>
                              </p:par>
                              <p:par>
                                <p:cTn id="65" presetID="10" presetClass="entr" presetSubtype="0" fill="hold" grpId="0" nodeType="withEffect">
                                  <p:stCondLst>
                                    <p:cond delay="800"/>
                                  </p:stCondLst>
                                  <p:childTnLst>
                                    <p:set>
                                      <p:cBhvr>
                                        <p:cTn id="66" dur="1" fill="hold">
                                          <p:stCondLst>
                                            <p:cond delay="0"/>
                                          </p:stCondLst>
                                        </p:cTn>
                                        <p:tgtEl>
                                          <p:spTgt spid="56"/>
                                        </p:tgtEl>
                                        <p:attrNameLst>
                                          <p:attrName>style.visibility</p:attrName>
                                        </p:attrNameLst>
                                      </p:cBhvr>
                                      <p:to>
                                        <p:strVal val="visible"/>
                                      </p:to>
                                    </p:set>
                                    <p:animEffect transition="in" filter="fade">
                                      <p:cBhvr>
                                        <p:cTn id="67" dur="500"/>
                                        <p:tgtEl>
                                          <p:spTgt spid="56"/>
                                        </p:tgtEl>
                                      </p:cBhvr>
                                    </p:animEffect>
                                  </p:childTnLst>
                                </p:cTn>
                              </p:par>
                              <p:par>
                                <p:cTn id="68" presetID="63" presetClass="path" presetSubtype="0" accel="35000" decel="65000" fill="hold" grpId="1" nodeType="withEffect">
                                  <p:stCondLst>
                                    <p:cond delay="800"/>
                                  </p:stCondLst>
                                  <p:childTnLst>
                                    <p:animMotion origin="layout" path="M -0.02109 -1.48148E-6 L -4.16667E-6 -1.48148E-6 " pathEditMode="relative" rAng="0" ptsTypes="AA">
                                      <p:cBhvr>
                                        <p:cTn id="69" dur="1000" fill="hold"/>
                                        <p:tgtEl>
                                          <p:spTgt spid="56"/>
                                        </p:tgtEl>
                                        <p:attrNameLst>
                                          <p:attrName>ppt_x</p:attrName>
                                          <p:attrName>ppt_y</p:attrName>
                                        </p:attrNameLst>
                                      </p:cBhvr>
                                      <p:rCtr x="1055" y="0"/>
                                    </p:animMotion>
                                  </p:childTnLst>
                                </p:cTn>
                              </p:par>
                              <p:par>
                                <p:cTn id="70" presetID="10" presetClass="entr" presetSubtype="0" fill="hold" grpId="0" nodeType="withEffect">
                                  <p:stCondLst>
                                    <p:cond delay="1000"/>
                                  </p:stCondLst>
                                  <p:childTnLst>
                                    <p:set>
                                      <p:cBhvr>
                                        <p:cTn id="71" dur="1" fill="hold">
                                          <p:stCondLst>
                                            <p:cond delay="0"/>
                                          </p:stCondLst>
                                        </p:cTn>
                                        <p:tgtEl>
                                          <p:spTgt spid="57"/>
                                        </p:tgtEl>
                                        <p:attrNameLst>
                                          <p:attrName>style.visibility</p:attrName>
                                        </p:attrNameLst>
                                      </p:cBhvr>
                                      <p:to>
                                        <p:strVal val="visible"/>
                                      </p:to>
                                    </p:set>
                                    <p:animEffect transition="in" filter="fade">
                                      <p:cBhvr>
                                        <p:cTn id="72" dur="500"/>
                                        <p:tgtEl>
                                          <p:spTgt spid="57"/>
                                        </p:tgtEl>
                                      </p:cBhvr>
                                    </p:animEffect>
                                  </p:childTnLst>
                                </p:cTn>
                              </p:par>
                              <p:par>
                                <p:cTn id="73" presetID="63" presetClass="path" presetSubtype="0" accel="35000" decel="65000" fill="hold" grpId="1" nodeType="withEffect">
                                  <p:stCondLst>
                                    <p:cond delay="1000"/>
                                  </p:stCondLst>
                                  <p:childTnLst>
                                    <p:animMotion origin="layout" path="M -0.02057 4.81481E-6 L -4.16667E-6 4.81481E-6 " pathEditMode="relative" rAng="0" ptsTypes="AA">
                                      <p:cBhvr>
                                        <p:cTn id="74" dur="1000" fill="hold"/>
                                        <p:tgtEl>
                                          <p:spTgt spid="57"/>
                                        </p:tgtEl>
                                        <p:attrNameLst>
                                          <p:attrName>ppt_x</p:attrName>
                                          <p:attrName>ppt_y</p:attrName>
                                        </p:attrNameLst>
                                      </p:cBhvr>
                                      <p:rCtr x="1029" y="0"/>
                                    </p:animMotion>
                                  </p:childTnLst>
                                </p:cTn>
                              </p:par>
                              <p:par>
                                <p:cTn id="75" presetID="10" presetClass="entr" presetSubtype="0" fill="hold" nodeType="withEffect">
                                  <p:stCondLst>
                                    <p:cond delay="500"/>
                                  </p:stCondLst>
                                  <p:childTnLst>
                                    <p:set>
                                      <p:cBhvr>
                                        <p:cTn id="76" dur="1" fill="hold">
                                          <p:stCondLst>
                                            <p:cond delay="0"/>
                                          </p:stCondLst>
                                        </p:cTn>
                                        <p:tgtEl>
                                          <p:spTgt spid="69"/>
                                        </p:tgtEl>
                                        <p:attrNameLst>
                                          <p:attrName>style.visibility</p:attrName>
                                        </p:attrNameLst>
                                      </p:cBhvr>
                                      <p:to>
                                        <p:strVal val="visible"/>
                                      </p:to>
                                    </p:set>
                                    <p:animEffect transition="in" filter="fade">
                                      <p:cBhvr>
                                        <p:cTn id="77" dur="500"/>
                                        <p:tgtEl>
                                          <p:spTgt spid="69"/>
                                        </p:tgtEl>
                                      </p:cBhvr>
                                    </p:animEffect>
                                  </p:childTnLst>
                                </p:cTn>
                              </p:par>
                              <p:par>
                                <p:cTn id="78" presetID="64" presetClass="path" presetSubtype="0" accel="36000" decel="64000" fill="hold" nodeType="withEffect">
                                  <p:stCondLst>
                                    <p:cond delay="500"/>
                                  </p:stCondLst>
                                  <p:childTnLst>
                                    <p:animMotion origin="layout" path="M -3.95833E-6 0.04699 L -3.95833E-6 7.40741E-7 " pathEditMode="relative" rAng="0" ptsTypes="AA">
                                      <p:cBhvr>
                                        <p:cTn id="79" dur="1000" fill="hold"/>
                                        <p:tgtEl>
                                          <p:spTgt spid="69"/>
                                        </p:tgtEl>
                                        <p:attrNameLst>
                                          <p:attrName>ppt_x</p:attrName>
                                          <p:attrName>ppt_y</p:attrName>
                                        </p:attrNameLst>
                                      </p:cBhvr>
                                      <p:rCtr x="0" y="-2361"/>
                                    </p:animMotion>
                                  </p:childTnLst>
                                </p:cTn>
                              </p:par>
                              <p:par>
                                <p:cTn id="80" presetID="10" presetClass="entr" presetSubtype="0" fill="hold" grpId="0" nodeType="withEffect">
                                  <p:stCondLst>
                                    <p:cond delay="1000"/>
                                  </p:stCondLst>
                                  <p:childTnLst>
                                    <p:set>
                                      <p:cBhvr>
                                        <p:cTn id="81" dur="1" fill="hold">
                                          <p:stCondLst>
                                            <p:cond delay="0"/>
                                          </p:stCondLst>
                                        </p:cTn>
                                        <p:tgtEl>
                                          <p:spTgt spid="68"/>
                                        </p:tgtEl>
                                        <p:attrNameLst>
                                          <p:attrName>style.visibility</p:attrName>
                                        </p:attrNameLst>
                                      </p:cBhvr>
                                      <p:to>
                                        <p:strVal val="visible"/>
                                      </p:to>
                                    </p:set>
                                    <p:animEffect transition="in" filter="fade">
                                      <p:cBhvr>
                                        <p:cTn id="82" dur="500"/>
                                        <p:tgtEl>
                                          <p:spTgt spid="68"/>
                                        </p:tgtEl>
                                      </p:cBhvr>
                                    </p:animEffect>
                                  </p:childTnLst>
                                </p:cTn>
                              </p:par>
                              <p:par>
                                <p:cTn id="83" presetID="63" presetClass="path" presetSubtype="0" accel="35000" decel="65000" fill="hold" grpId="1" nodeType="withEffect">
                                  <p:stCondLst>
                                    <p:cond delay="1000"/>
                                  </p:stCondLst>
                                  <p:childTnLst>
                                    <p:animMotion origin="layout" path="M -0.02057 -1.85185E-6 L -4.16667E-6 -1.85185E-6 " pathEditMode="relative" rAng="0" ptsTypes="AA">
                                      <p:cBhvr>
                                        <p:cTn id="84" dur="1000" fill="hold"/>
                                        <p:tgtEl>
                                          <p:spTgt spid="68"/>
                                        </p:tgtEl>
                                        <p:attrNameLst>
                                          <p:attrName>ppt_x</p:attrName>
                                          <p:attrName>ppt_y</p:attrName>
                                        </p:attrNameLst>
                                      </p:cBhvr>
                                      <p:rCtr x="1029" y="0"/>
                                    </p:animMotion>
                                  </p:childTnLst>
                                </p:cTn>
                              </p:par>
                              <p:par>
                                <p:cTn id="85" presetID="10" presetClass="entr" presetSubtype="0" fill="hold" nodeType="withEffect">
                                  <p:stCondLst>
                                    <p:cond delay="1500"/>
                                  </p:stCondLst>
                                  <p:childTnLst>
                                    <p:set>
                                      <p:cBhvr>
                                        <p:cTn id="86" dur="1" fill="hold">
                                          <p:stCondLst>
                                            <p:cond delay="0"/>
                                          </p:stCondLst>
                                        </p:cTn>
                                        <p:tgtEl>
                                          <p:spTgt spid="74"/>
                                        </p:tgtEl>
                                        <p:attrNameLst>
                                          <p:attrName>style.visibility</p:attrName>
                                        </p:attrNameLst>
                                      </p:cBhvr>
                                      <p:to>
                                        <p:strVal val="visible"/>
                                      </p:to>
                                    </p:set>
                                    <p:animEffect transition="in" filter="fade">
                                      <p:cBhvr>
                                        <p:cTn id="87" dur="500"/>
                                        <p:tgtEl>
                                          <p:spTgt spid="74"/>
                                        </p:tgtEl>
                                      </p:cBhvr>
                                    </p:animEffect>
                                  </p:childTnLst>
                                </p:cTn>
                              </p:par>
                              <p:par>
                                <p:cTn id="88" presetID="64" presetClass="path" presetSubtype="0" accel="36000" decel="64000" fill="hold" nodeType="withEffect">
                                  <p:stCondLst>
                                    <p:cond delay="1500"/>
                                  </p:stCondLst>
                                  <p:childTnLst>
                                    <p:animMotion origin="layout" path="M -0.02708 1.85185E-6 L 1.45833E-6 1.85185E-6 " pathEditMode="relative" rAng="0" ptsTypes="AA">
                                      <p:cBhvr>
                                        <p:cTn id="89" dur="1000" fill="hold"/>
                                        <p:tgtEl>
                                          <p:spTgt spid="74"/>
                                        </p:tgtEl>
                                        <p:attrNameLst>
                                          <p:attrName>ppt_x</p:attrName>
                                          <p:attrName>ppt_y</p:attrName>
                                        </p:attrNameLst>
                                      </p:cBhvr>
                                      <p:rCtr x="135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6" grpId="0"/>
      <p:bldP spid="56" grpId="1"/>
      <p:bldP spid="57" grpId="0"/>
      <p:bldP spid="57" grpId="1"/>
      <p:bldP spid="68" grpId="0"/>
      <p:bldP spid="68" grpId="1"/>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Interactive_Catalo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8110C9-F426-7765-B29D-FA10C62A835D}"/>
              </a:ext>
            </a:extLst>
          </p:cNvPr>
          <p:cNvSpPr txBox="1"/>
          <p:nvPr/>
        </p:nvSpPr>
        <p:spPr>
          <a:xfrm>
            <a:off x="2388951" y="1538954"/>
            <a:ext cx="7414099"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หนังสือ </a:t>
            </a:r>
            <a:r>
              <a:rPr lang="en-US" sz="2600" b="1" dirty="0">
                <a:solidFill>
                  <a:schemeClr val="tx1"/>
                </a:solidFill>
                <a:cs typeface="LINE Seed Sans TH" panose="020B0303020203020204" pitchFamily="34" charset="-34"/>
              </a:rPr>
              <a:t>Catalog </a:t>
            </a:r>
            <a:r>
              <a:rPr lang="th-TH" sz="2600" b="1" dirty="0">
                <a:solidFill>
                  <a:schemeClr val="tx1"/>
                </a:solidFill>
                <a:cs typeface="LINE Seed Sans TH" panose="020B0303020203020204" pitchFamily="34" charset="-34"/>
              </a:rPr>
              <a:t>หลักสูตรของ </a:t>
            </a:r>
            <a:r>
              <a:rPr lang="en-US" sz="2600" b="1" dirty="0">
                <a:solidFill>
                  <a:schemeClr val="tx1"/>
                </a:solidFill>
                <a:cs typeface="LINE Seed Sans TH" panose="020B0303020203020204" pitchFamily="34" charset="-34"/>
              </a:rPr>
              <a:t>9Expert Training</a:t>
            </a:r>
          </a:p>
        </p:txBody>
      </p:sp>
      <p:sp>
        <p:nvSpPr>
          <p:cNvPr id="6" name="TextBox 5">
            <a:extLst>
              <a:ext uri="{FF2B5EF4-FFF2-40B4-BE49-F238E27FC236}">
                <a16:creationId xmlns:a16="http://schemas.microsoft.com/office/drawing/2014/main" id="{3196DA23-8974-06AE-B0C9-C97C5F3495BF}"/>
              </a:ext>
            </a:extLst>
          </p:cNvPr>
          <p:cNvSpPr txBox="1"/>
          <p:nvPr/>
        </p:nvSpPr>
        <p:spPr bwMode="hidden">
          <a:xfrm>
            <a:off x="2257936" y="675420"/>
            <a:ext cx="7676128" cy="892552"/>
          </a:xfrm>
          <a:prstGeom prst="rect">
            <a:avLst/>
          </a:prstGeom>
          <a:noFill/>
        </p:spPr>
        <p:txBody>
          <a:bodyPr wrap="square">
            <a:spAutoFit/>
          </a:bodyPr>
          <a:lstStyle/>
          <a:p>
            <a:pPr algn="ctr"/>
            <a:r>
              <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Interactive Catalog</a:t>
            </a:r>
          </a:p>
        </p:txBody>
      </p:sp>
      <p:sp>
        <p:nvSpPr>
          <p:cNvPr id="7" name="TextBox 6">
            <a:extLst>
              <a:ext uri="{FF2B5EF4-FFF2-40B4-BE49-F238E27FC236}">
                <a16:creationId xmlns:a16="http://schemas.microsoft.com/office/drawing/2014/main" id="{A95DE902-6FCE-C7C4-891A-ADEF0F346500}"/>
              </a:ext>
            </a:extLst>
          </p:cNvPr>
          <p:cNvSpPr txBox="1"/>
          <p:nvPr/>
        </p:nvSpPr>
        <p:spPr>
          <a:xfrm>
            <a:off x="2258166" y="675420"/>
            <a:ext cx="7676130" cy="892552"/>
          </a:xfrm>
          <a:prstGeom prst="rect">
            <a:avLst/>
          </a:prstGeom>
          <a:noFill/>
        </p:spPr>
        <p:txBody>
          <a:bodyPr wrap="square">
            <a:spAutoFit/>
          </a:bodyPr>
          <a:lstStyle/>
          <a:p>
            <a:pPr algn="ctr"/>
            <a:r>
              <a:rPr lang="en-US" sz="5200" b="1" kern="1200" dirty="0">
                <a:solidFill>
                  <a:schemeClr val="accent2"/>
                </a:solidFill>
                <a:effectLst/>
                <a:latin typeface="+mn-lt"/>
                <a:ea typeface="+mj-ea"/>
                <a:cs typeface="LINE Seed Sans TH" panose="020B0303020203020204" pitchFamily="34" charset="-34"/>
              </a:rPr>
              <a:t>Interactive Catalog</a:t>
            </a:r>
          </a:p>
        </p:txBody>
      </p:sp>
      <p:pic>
        <p:nvPicPr>
          <p:cNvPr id="8" name="Picture 7">
            <a:extLst>
              <a:ext uri="{FF2B5EF4-FFF2-40B4-BE49-F238E27FC236}">
                <a16:creationId xmlns:a16="http://schemas.microsoft.com/office/drawing/2014/main" id="{5A00FBC5-CC92-DE41-9C4B-6DFB533C733B}"/>
              </a:ext>
            </a:extLst>
          </p:cNvPr>
          <p:cNvPicPr>
            <a:picLocks noChangeAspect="1"/>
          </p:cNvPicPr>
          <p:nvPr/>
        </p:nvPicPr>
        <p:blipFill>
          <a:blip r:embed="rId3">
            <a:extLst>
              <a:ext uri="{28A0092B-C50C-407E-A947-70E740481C1C}">
                <a14:useLocalDpi xmlns:a14="http://schemas.microsoft.com/office/drawing/2010/main" val="0"/>
              </a:ext>
            </a:extLst>
          </a:blip>
          <a:srcRect t="30" b="30"/>
          <a:stretch/>
        </p:blipFill>
        <p:spPr>
          <a:xfrm>
            <a:off x="838202" y="2099104"/>
            <a:ext cx="5200650" cy="3679012"/>
          </a:xfrm>
          <a:prstGeom prst="roundRect">
            <a:avLst>
              <a:gd name="adj" fmla="val 5329"/>
            </a:avLst>
          </a:prstGeom>
          <a:solidFill>
            <a:schemeClr val="bg1">
              <a:alpha val="11000"/>
            </a:schemeClr>
          </a:solidFill>
          <a:ln>
            <a:gradFill>
              <a:gsLst>
                <a:gs pos="0">
                  <a:srgbClr val="F8FAFD">
                    <a:alpha val="0"/>
                  </a:srgbClr>
                </a:gs>
                <a:gs pos="52000">
                  <a:schemeClr val="bg2"/>
                </a:gs>
                <a:gs pos="100000">
                  <a:schemeClr val="bg1">
                    <a:alpha val="6000"/>
                  </a:schemeClr>
                </a:gs>
              </a:gsLst>
              <a:lin ang="13200000" scaled="0"/>
            </a:gradFill>
            <a:headEnd type="none" w="med" len="med"/>
            <a:tailEnd type="triangle" w="lg" len="lg"/>
          </a:ln>
          <a:effectLst>
            <a:outerShdw blurRad="50800" dist="38100" dir="5400000" algn="t" rotWithShape="0">
              <a:prstClr val="black">
                <a:alpha val="40000"/>
              </a:prstClr>
            </a:outerShdw>
          </a:effectLst>
        </p:spPr>
      </p:pic>
      <p:pic>
        <p:nvPicPr>
          <p:cNvPr id="9" name="Picture 2">
            <a:extLst>
              <a:ext uri="{FF2B5EF4-FFF2-40B4-BE49-F238E27FC236}">
                <a16:creationId xmlns:a16="http://schemas.microsoft.com/office/drawing/2014/main" id="{5120AEA4-A9FC-E494-E38F-9192E0FDB0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6250" y="2961304"/>
            <a:ext cx="1954612" cy="1954612"/>
          </a:xfrm>
          <a:prstGeom prst="roundRect">
            <a:avLst>
              <a:gd name="adj" fmla="val 6188"/>
            </a:avLst>
          </a:prstGeom>
          <a:noFill/>
          <a:ln>
            <a:noFill/>
          </a:ln>
          <a:effectLst/>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E8217D8C-6091-43C1-9A4E-110E124F97D0}"/>
              </a:ext>
            </a:extLst>
          </p:cNvPr>
          <p:cNvCxnSpPr>
            <a:cxnSpLocks/>
          </p:cNvCxnSpPr>
          <p:nvPr/>
        </p:nvCxnSpPr>
        <p:spPr>
          <a:xfrm>
            <a:off x="6781800" y="2769755"/>
            <a:ext cx="0" cy="2238375"/>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914F050-E711-2BD3-3891-7300953E92F7}"/>
              </a:ext>
            </a:extLst>
          </p:cNvPr>
          <p:cNvSpPr txBox="1"/>
          <p:nvPr/>
        </p:nvSpPr>
        <p:spPr>
          <a:xfrm>
            <a:off x="7558652" y="2308090"/>
            <a:ext cx="3029810" cy="461665"/>
          </a:xfrm>
          <a:prstGeom prst="rect">
            <a:avLst/>
          </a:prstGeom>
          <a:noFill/>
        </p:spPr>
        <p:txBody>
          <a:bodyPr wrap="square" rtlCol="0">
            <a:spAutoFit/>
          </a:bodyPr>
          <a:lstStyle/>
          <a:p>
            <a:pPr algn="ctr"/>
            <a:r>
              <a:rPr lang="th-TH" sz="2400" dirty="0"/>
              <a:t>สแกนเพื่อดู</a:t>
            </a:r>
            <a:r>
              <a:rPr lang="th-TH" sz="2400" baseline="0" dirty="0"/>
              <a:t> </a:t>
            </a:r>
            <a:r>
              <a:rPr lang="en-US" sz="2400" baseline="0" dirty="0"/>
              <a:t>Catalog</a:t>
            </a:r>
            <a:r>
              <a:rPr lang="en-US" sz="2400" dirty="0"/>
              <a:t>: </a:t>
            </a:r>
          </a:p>
        </p:txBody>
      </p:sp>
      <p:sp>
        <p:nvSpPr>
          <p:cNvPr id="17" name="Footer Placeholder 4">
            <a:extLst>
              <a:ext uri="{FF2B5EF4-FFF2-40B4-BE49-F238E27FC236}">
                <a16:creationId xmlns:a16="http://schemas.microsoft.com/office/drawing/2014/main" id="{52F14A1F-97AE-6B68-0D89-493C5E1D9500}"/>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8" name="Slide Number Placeholder 5">
            <a:extLst>
              <a:ext uri="{FF2B5EF4-FFF2-40B4-BE49-F238E27FC236}">
                <a16:creationId xmlns:a16="http://schemas.microsoft.com/office/drawing/2014/main" id="{1D0594C0-B5CB-1D55-16EF-6F9788B004B3}"/>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744540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ocial Medi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descr="A blue circle with a white letter f in it&#10;&#10;Description automatically generated">
            <a:extLst>
              <a:ext uri="{FF2B5EF4-FFF2-40B4-BE49-F238E27FC236}">
                <a16:creationId xmlns:a16="http://schemas.microsoft.com/office/drawing/2014/main" id="{15548DAC-B48F-E6C5-77FB-6E133D10E3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84316" y="2492346"/>
            <a:ext cx="731520" cy="741570"/>
          </a:xfrm>
          <a:prstGeom prst="rect">
            <a:avLst/>
          </a:prstGeom>
        </p:spPr>
      </p:pic>
      <p:pic>
        <p:nvPicPr>
          <p:cNvPr id="1026" name="Picture 2">
            <a:extLst>
              <a:ext uri="{FF2B5EF4-FFF2-40B4-BE49-F238E27FC236}">
                <a16:creationId xmlns:a16="http://schemas.microsoft.com/office/drawing/2014/main" id="{AF83CF77-06D8-4F96-A8D5-6A261D624F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6084" y="3423524"/>
            <a:ext cx="1616483" cy="1616483"/>
          </a:xfrm>
          <a:prstGeom prst="roundRect">
            <a:avLst>
              <a:gd name="adj" fmla="val 0"/>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1D447071-37C1-2023-0983-8FF016946E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5287758" y="3423524"/>
            <a:ext cx="1616483" cy="1616483"/>
          </a:xfrm>
          <a:prstGeom prst="roundRect">
            <a:avLst>
              <a:gd name="adj" fmla="val 0"/>
            </a:avLst>
          </a:prstGeom>
          <a:noFill/>
          <a:extLst>
            <a:ext uri="{909E8E84-426E-40DD-AFC4-6F175D3DCCD1}">
              <a14:hiddenFill xmlns:a14="http://schemas.microsoft.com/office/drawing/2010/main">
                <a:solidFill>
                  <a:srgbClr val="FFFFFF"/>
                </a:solidFill>
              </a14:hiddenFill>
            </a:ext>
          </a:extLst>
        </p:spPr>
      </p:pic>
      <p:pic>
        <p:nvPicPr>
          <p:cNvPr id="19" name="Picture 18" descr="A red and white logo&#10;&#10;Description automatically generated">
            <a:extLst>
              <a:ext uri="{FF2B5EF4-FFF2-40B4-BE49-F238E27FC236}">
                <a16:creationId xmlns:a16="http://schemas.microsoft.com/office/drawing/2014/main" id="{0E4AE009-05D4-BDD9-D37C-FD277973332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47438" y="2492798"/>
            <a:ext cx="740664" cy="740664"/>
          </a:xfrm>
          <a:prstGeom prst="rect">
            <a:avLst/>
          </a:prstGeom>
        </p:spPr>
      </p:pic>
      <p:pic>
        <p:nvPicPr>
          <p:cNvPr id="20" name="Picture 2">
            <a:extLst>
              <a:ext uri="{FF2B5EF4-FFF2-40B4-BE49-F238E27FC236}">
                <a16:creationId xmlns:a16="http://schemas.microsoft.com/office/drawing/2014/main" id="{9109692B-D2C4-9AB6-799A-C85C3B05D3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p:blipFill>
        <p:spPr bwMode="auto">
          <a:xfrm>
            <a:off x="8939435" y="3423524"/>
            <a:ext cx="1616483" cy="1616483"/>
          </a:xfrm>
          <a:prstGeom prst="roundRect">
            <a:avLst>
              <a:gd name="adj" fmla="val 0"/>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1EB85D2F-38E7-9A62-D1FE-E8F66F2C6283}"/>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9395984" y="2492798"/>
            <a:ext cx="740664" cy="740664"/>
          </a:xfrm>
          <a:prstGeom prst="rect">
            <a:avLst/>
          </a:prstGeom>
        </p:spPr>
      </p:pic>
      <p:sp>
        <p:nvSpPr>
          <p:cNvPr id="10" name="TextBox 9">
            <a:extLst>
              <a:ext uri="{FF2B5EF4-FFF2-40B4-BE49-F238E27FC236}">
                <a16:creationId xmlns:a16="http://schemas.microsoft.com/office/drawing/2014/main" id="{22C0F968-6B04-7C76-72BC-DC2D941E0324}"/>
              </a:ext>
            </a:extLst>
          </p:cNvPr>
          <p:cNvSpPr txBox="1"/>
          <p:nvPr/>
        </p:nvSpPr>
        <p:spPr>
          <a:xfrm>
            <a:off x="1022024" y="5097944"/>
            <a:ext cx="2794570" cy="707886"/>
          </a:xfrm>
          <a:prstGeom prst="rect">
            <a:avLst/>
          </a:prstGeom>
          <a:noFill/>
        </p:spPr>
        <p:txBody>
          <a:bodyPr wrap="square" rtlCol="0">
            <a:spAutoFit/>
          </a:bodyPr>
          <a:lstStyle/>
          <a:p>
            <a:pPr algn="ctr"/>
            <a:r>
              <a:rPr lang="en-US" sz="2000" b="1" dirty="0">
                <a:solidFill>
                  <a:schemeClr val="tx1"/>
                </a:solidFill>
              </a:rPr>
              <a:t>Facebook Page:</a:t>
            </a:r>
            <a:r>
              <a:rPr lang="en-US" sz="2000" dirty="0">
                <a:solidFill>
                  <a:schemeClr val="tx1"/>
                </a:solidFill>
              </a:rPr>
              <a:t> 9Expert Training</a:t>
            </a:r>
          </a:p>
        </p:txBody>
      </p:sp>
      <p:sp>
        <p:nvSpPr>
          <p:cNvPr id="4" name="TextBox 3">
            <a:extLst>
              <a:ext uri="{FF2B5EF4-FFF2-40B4-BE49-F238E27FC236}">
                <a16:creationId xmlns:a16="http://schemas.microsoft.com/office/drawing/2014/main" id="{DAB71885-2B06-3580-6E5E-C81DB632FB1E}"/>
              </a:ext>
            </a:extLst>
          </p:cNvPr>
          <p:cNvSpPr txBox="1"/>
          <p:nvPr/>
        </p:nvSpPr>
        <p:spPr>
          <a:xfrm>
            <a:off x="1449354" y="1804175"/>
            <a:ext cx="9293290" cy="523220"/>
          </a:xfrm>
          <a:prstGeom prst="rect">
            <a:avLst/>
          </a:prstGeom>
          <a:noFill/>
        </p:spPr>
        <p:txBody>
          <a:bodyPr wrap="square" rtlCol="0" anchor="ctr">
            <a:spAutoFit/>
          </a:bodyPr>
          <a:lstStyle/>
          <a:p>
            <a:pPr algn="ctr"/>
            <a:r>
              <a:rPr lang="th-TH" sz="2800" b="1" dirty="0">
                <a:solidFill>
                  <a:schemeClr val="tx1"/>
                </a:solidFill>
                <a:cs typeface="LINE Seed Sans TH" panose="020B0303020203020204" pitchFamily="34" charset="-34"/>
              </a:rPr>
              <a:t>ช่องทางการติดตามของ 9</a:t>
            </a:r>
            <a:r>
              <a:rPr lang="en-US" sz="2800" b="1" dirty="0">
                <a:solidFill>
                  <a:schemeClr val="tx1"/>
                </a:solidFill>
                <a:cs typeface="LINE Seed Sans TH" panose="020B0303020203020204" pitchFamily="34" charset="-34"/>
              </a:rPr>
              <a:t>Expert Training</a:t>
            </a:r>
            <a:endParaRPr lang="en-US" sz="3200" b="1" dirty="0">
              <a:solidFill>
                <a:schemeClr val="tx1"/>
              </a:solidFill>
              <a:cs typeface="LINE Seed Sans TH" panose="020B0303020203020204" pitchFamily="34" charset="-34"/>
            </a:endParaRPr>
          </a:p>
        </p:txBody>
      </p:sp>
      <p:sp>
        <p:nvSpPr>
          <p:cNvPr id="7" name="TextBox 6">
            <a:extLst>
              <a:ext uri="{FF2B5EF4-FFF2-40B4-BE49-F238E27FC236}">
                <a16:creationId xmlns:a16="http://schemas.microsoft.com/office/drawing/2014/main" id="{02567DB8-A687-2DD7-1774-030B4536F512}"/>
              </a:ext>
            </a:extLst>
          </p:cNvPr>
          <p:cNvSpPr txBox="1"/>
          <p:nvPr/>
        </p:nvSpPr>
        <p:spPr bwMode="hidden">
          <a:xfrm>
            <a:off x="3048000" y="693196"/>
            <a:ext cx="6096000" cy="1015663"/>
          </a:xfrm>
          <a:prstGeom prst="rect">
            <a:avLst/>
          </a:prstGeom>
          <a:noFill/>
        </p:spPr>
        <p:txBody>
          <a:bodyPr wrap="square">
            <a:spAutoFit/>
          </a:bodyPr>
          <a:lstStyle>
            <a:defPPr>
              <a:defRPr lang="th-TH"/>
            </a:defPPr>
            <a:lvl1pPr algn="ctr">
              <a:defRPr sz="5200" b="1">
                <a:solidFill>
                  <a:schemeClr val="accent2"/>
                </a:solidFill>
                <a:effectLst>
                  <a:reflection blurRad="76200" stA="28000" endPos="28000" dir="5400000" sy="-100000" algn="bl" rotWithShape="0"/>
                </a:effectLst>
                <a:cs typeface="LINE Seed Sans TH" panose="020B0303020203020204" pitchFamily="34" charset="-34"/>
              </a:defRPr>
            </a:lvl1pPr>
          </a:lstStyle>
          <a:p>
            <a:pPr lvl="0"/>
            <a:r>
              <a:rPr lang="en-US" sz="6000" dirty="0">
                <a:effectLst>
                  <a:reflection blurRad="76200" stA="28000" endPos="38000" dir="5400000" sy="-100000" algn="bl" rotWithShape="0"/>
                </a:effectLst>
              </a:rPr>
              <a:t>Social Media</a:t>
            </a:r>
          </a:p>
        </p:txBody>
      </p:sp>
      <p:cxnSp>
        <p:nvCxnSpPr>
          <p:cNvPr id="23" name="Straight Connector 22">
            <a:extLst>
              <a:ext uri="{FF2B5EF4-FFF2-40B4-BE49-F238E27FC236}">
                <a16:creationId xmlns:a16="http://schemas.microsoft.com/office/drawing/2014/main" id="{E5E0FA80-F1EC-751F-616B-1A08D8D3EFD6}"/>
              </a:ext>
            </a:extLst>
          </p:cNvPr>
          <p:cNvCxnSpPr/>
          <p:nvPr/>
        </p:nvCxnSpPr>
        <p:spPr>
          <a:xfrm>
            <a:off x="4267199" y="2987008"/>
            <a:ext cx="0" cy="2307771"/>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B6E2032-326A-400E-40C5-82FE9BF71D0A}"/>
              </a:ext>
            </a:extLst>
          </p:cNvPr>
          <p:cNvCxnSpPr/>
          <p:nvPr/>
        </p:nvCxnSpPr>
        <p:spPr>
          <a:xfrm>
            <a:off x="7968341" y="2987008"/>
            <a:ext cx="0" cy="2307771"/>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CF210E97-9743-499B-954A-C0ACA3C8135D}"/>
              </a:ext>
            </a:extLst>
          </p:cNvPr>
          <p:cNvSpPr txBox="1"/>
          <p:nvPr/>
        </p:nvSpPr>
        <p:spPr>
          <a:xfrm>
            <a:off x="4698714" y="5097945"/>
            <a:ext cx="2794570" cy="707886"/>
          </a:xfrm>
          <a:prstGeom prst="rect">
            <a:avLst/>
          </a:prstGeom>
          <a:noFill/>
        </p:spPr>
        <p:txBody>
          <a:bodyPr wrap="square" rtlCol="0">
            <a:spAutoFit/>
          </a:bodyPr>
          <a:lstStyle/>
          <a:p>
            <a:pPr algn="ctr"/>
            <a:r>
              <a:rPr lang="en-US" sz="2000" b="1" dirty="0">
                <a:solidFill>
                  <a:schemeClr val="tx1"/>
                </a:solidFill>
              </a:rPr>
              <a:t>YouTube:</a:t>
            </a:r>
            <a:br>
              <a:rPr lang="en-US" sz="2000" b="1" dirty="0">
                <a:solidFill>
                  <a:schemeClr val="tx1"/>
                </a:solidFill>
              </a:rPr>
            </a:br>
            <a:r>
              <a:rPr lang="en-US" sz="2000" b="0" dirty="0">
                <a:solidFill>
                  <a:schemeClr val="tx1"/>
                </a:solidFill>
              </a:rPr>
              <a:t>9Expert</a:t>
            </a:r>
            <a:endParaRPr lang="en-US" sz="2000" dirty="0">
              <a:solidFill>
                <a:schemeClr val="tx1"/>
              </a:solidFill>
            </a:endParaRPr>
          </a:p>
        </p:txBody>
      </p:sp>
      <p:sp>
        <p:nvSpPr>
          <p:cNvPr id="26" name="TextBox 25">
            <a:extLst>
              <a:ext uri="{FF2B5EF4-FFF2-40B4-BE49-F238E27FC236}">
                <a16:creationId xmlns:a16="http://schemas.microsoft.com/office/drawing/2014/main" id="{FDF65938-A5AF-7BD7-3777-D53B2EE72E75}"/>
              </a:ext>
            </a:extLst>
          </p:cNvPr>
          <p:cNvSpPr txBox="1"/>
          <p:nvPr/>
        </p:nvSpPr>
        <p:spPr>
          <a:xfrm>
            <a:off x="8298470" y="5097945"/>
            <a:ext cx="2794570" cy="707886"/>
          </a:xfrm>
          <a:prstGeom prst="rect">
            <a:avLst/>
          </a:prstGeom>
          <a:noFill/>
        </p:spPr>
        <p:txBody>
          <a:bodyPr wrap="square" rtlCol="0">
            <a:spAutoFit/>
          </a:bodyPr>
          <a:lstStyle/>
          <a:p>
            <a:pPr algn="ctr"/>
            <a:r>
              <a:rPr lang="en-US" sz="2000" b="1" dirty="0">
                <a:solidFill>
                  <a:schemeClr val="tx1"/>
                </a:solidFill>
              </a:rPr>
              <a:t>TikTok:</a:t>
            </a:r>
            <a:br>
              <a:rPr lang="en-US" sz="2000" b="1" dirty="0">
                <a:solidFill>
                  <a:schemeClr val="tx1"/>
                </a:solidFill>
              </a:rPr>
            </a:br>
            <a:r>
              <a:rPr lang="en-US" sz="2000" b="1" dirty="0">
                <a:solidFill>
                  <a:schemeClr val="tx1"/>
                </a:solidFill>
              </a:rPr>
              <a:t>@</a:t>
            </a:r>
            <a:r>
              <a:rPr lang="en-US" sz="2000" b="0" dirty="0">
                <a:solidFill>
                  <a:schemeClr val="tx1"/>
                </a:solidFill>
              </a:rPr>
              <a:t>9Expert</a:t>
            </a:r>
            <a:endParaRPr lang="en-US" sz="2000" dirty="0">
              <a:solidFill>
                <a:schemeClr val="tx1"/>
              </a:solidFill>
            </a:endParaRPr>
          </a:p>
        </p:txBody>
      </p:sp>
      <p:sp>
        <p:nvSpPr>
          <p:cNvPr id="27" name="TextBox 26">
            <a:extLst>
              <a:ext uri="{FF2B5EF4-FFF2-40B4-BE49-F238E27FC236}">
                <a16:creationId xmlns:a16="http://schemas.microsoft.com/office/drawing/2014/main" id="{3DA08863-F50E-B684-5B02-9FE9FCE59B7B}"/>
              </a:ext>
            </a:extLst>
          </p:cNvPr>
          <p:cNvSpPr txBox="1">
            <a:spLocks/>
          </p:cNvSpPr>
          <p:nvPr/>
        </p:nvSpPr>
        <p:spPr>
          <a:xfrm>
            <a:off x="3048000" y="693196"/>
            <a:ext cx="6096000" cy="1015663"/>
          </a:xfrm>
          <a:prstGeom prst="rect">
            <a:avLst/>
          </a:prstGeom>
          <a:noFill/>
        </p:spPr>
        <p:txBody>
          <a:bodyPr wrap="square">
            <a:spAutoFit/>
          </a:bodyPr>
          <a:lstStyle>
            <a:defPPr>
              <a:defRPr lang="th-TH"/>
            </a:defPPr>
            <a:lvl1pPr algn="ctr">
              <a:defRPr sz="5200" b="1">
                <a:solidFill>
                  <a:schemeClr val="accent2"/>
                </a:solidFill>
                <a:effectLst>
                  <a:reflection blurRad="76200" stA="28000" endPos="28000" dir="5400000" sy="-100000" algn="bl" rotWithShape="0"/>
                </a:effectLst>
                <a:cs typeface="LINE Seed Sans TH" panose="020B0303020203020204" pitchFamily="34" charset="-34"/>
              </a:defRPr>
            </a:lvl1pPr>
          </a:lstStyle>
          <a:p>
            <a:pPr lvl="0"/>
            <a:r>
              <a:rPr lang="en-US" sz="6000" dirty="0">
                <a:effectLst/>
              </a:rPr>
              <a:t>Social Media</a:t>
            </a:r>
          </a:p>
        </p:txBody>
      </p:sp>
      <p:sp>
        <p:nvSpPr>
          <p:cNvPr id="28" name="Footer Placeholder 4">
            <a:extLst>
              <a:ext uri="{FF2B5EF4-FFF2-40B4-BE49-F238E27FC236}">
                <a16:creationId xmlns:a16="http://schemas.microsoft.com/office/drawing/2014/main" id="{FF91A315-0876-2294-1768-A90822C9C9CF}"/>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29" name="Slide Number Placeholder 5">
            <a:extLst>
              <a:ext uri="{FF2B5EF4-FFF2-40B4-BE49-F238E27FC236}">
                <a16:creationId xmlns:a16="http://schemas.microsoft.com/office/drawing/2014/main" id="{643208A2-A6DC-ECF3-80C9-2A812D284E72}"/>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37255890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Get Rewar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88AF8BE6-8AD6-DDEA-EA7F-35C329AFB6FC}"/>
              </a:ext>
            </a:extLst>
          </p:cNvPr>
          <p:cNvSpPr txBox="1"/>
          <p:nvPr/>
        </p:nvSpPr>
        <p:spPr>
          <a:xfrm>
            <a:off x="1449354" y="1538949"/>
            <a:ext cx="9293290"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โดยทำตามขั้นตอนด้านล่างนี้</a:t>
            </a:r>
            <a:endParaRPr lang="en-US" sz="2600" b="1" dirty="0">
              <a:solidFill>
                <a:schemeClr val="tx1"/>
              </a:solidFill>
              <a:cs typeface="LINE Seed Sans TH" panose="020B0303020203020204" pitchFamily="34" charset="-34"/>
            </a:endParaRPr>
          </a:p>
        </p:txBody>
      </p:sp>
      <p:sp>
        <p:nvSpPr>
          <p:cNvPr id="23" name="TextBox 22">
            <a:extLst>
              <a:ext uri="{FF2B5EF4-FFF2-40B4-BE49-F238E27FC236}">
                <a16:creationId xmlns:a16="http://schemas.microsoft.com/office/drawing/2014/main" id="{AF3F5242-AE56-E910-6076-7BA61BFDFEA8}"/>
              </a:ext>
            </a:extLst>
          </p:cNvPr>
          <p:cNvSpPr txBox="1"/>
          <p:nvPr/>
        </p:nvSpPr>
        <p:spPr bwMode="hidden">
          <a:xfrm>
            <a:off x="2506099" y="675420"/>
            <a:ext cx="7179805" cy="892552"/>
          </a:xfrm>
          <a:prstGeom prst="rect">
            <a:avLst/>
          </a:prstGeom>
          <a:noFill/>
        </p:spPr>
        <p:txBody>
          <a:bodyPr wrap="square">
            <a:spAutoFit/>
          </a:bodyPr>
          <a:lstStyle/>
          <a:p>
            <a:pPr algn="ctr"/>
            <a:r>
              <a:rPr lang="th-TH" sz="5200" b="1" dirty="0">
                <a:solidFill>
                  <a:schemeClr val="accent2"/>
                </a:solidFill>
                <a:effectLst>
                  <a:reflection blurRad="76200" stA="28000" endPos="38000" dir="5400000" sy="-100000" algn="bl" rotWithShape="0"/>
                </a:effectLst>
                <a:cs typeface="LINE Seed Sans TH" panose="020B0303020203020204" pitchFamily="34" charset="-34"/>
              </a:rPr>
              <a:t>รับ</a:t>
            </a:r>
            <a:r>
              <a:rPr lang="th-TH"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ฟรี</a:t>
            </a:r>
            <a:r>
              <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 Sticker LINE</a:t>
            </a:r>
          </a:p>
        </p:txBody>
      </p:sp>
      <p:pic>
        <p:nvPicPr>
          <p:cNvPr id="42" name="Picture 41">
            <a:extLst>
              <a:ext uri="{FF2B5EF4-FFF2-40B4-BE49-F238E27FC236}">
                <a16:creationId xmlns:a16="http://schemas.microsoft.com/office/drawing/2014/main" id="{C40016EF-D482-BBCE-0013-45393DC015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82221" y="3121177"/>
            <a:ext cx="1868557" cy="1684333"/>
          </a:xfrm>
          <a:prstGeom prst="roundRect">
            <a:avLst>
              <a:gd name="adj" fmla="val 5738"/>
            </a:avLst>
          </a:prstGeom>
        </p:spPr>
      </p:pic>
      <p:pic>
        <p:nvPicPr>
          <p:cNvPr id="54" name="Picture 53">
            <a:extLst>
              <a:ext uri="{FF2B5EF4-FFF2-40B4-BE49-F238E27FC236}">
                <a16:creationId xmlns:a16="http://schemas.microsoft.com/office/drawing/2014/main" id="{5F4DC25D-E0C6-035A-63CE-C912A2ED96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717880" y="3083112"/>
            <a:ext cx="1796143" cy="1796143"/>
          </a:xfrm>
          <a:prstGeom prst="roundRect">
            <a:avLst>
              <a:gd name="adj" fmla="val 10657"/>
            </a:avLst>
          </a:prstGeom>
          <a:ln>
            <a:solidFill>
              <a:schemeClr val="tx1">
                <a:lumMod val="75000"/>
                <a:lumOff val="25000"/>
              </a:schemeClr>
            </a:solidFill>
          </a:ln>
        </p:spPr>
      </p:pic>
      <p:sp>
        <p:nvSpPr>
          <p:cNvPr id="1042" name="TextBox 1041">
            <a:extLst>
              <a:ext uri="{FF2B5EF4-FFF2-40B4-BE49-F238E27FC236}">
                <a16:creationId xmlns:a16="http://schemas.microsoft.com/office/drawing/2014/main" id="{01A6D6CB-6641-3EB5-03E1-819A4AEDAD97}"/>
              </a:ext>
            </a:extLst>
          </p:cNvPr>
          <p:cNvSpPr txBox="1"/>
          <p:nvPr/>
        </p:nvSpPr>
        <p:spPr>
          <a:xfrm>
            <a:off x="6638050" y="4963988"/>
            <a:ext cx="1955801" cy="572593"/>
          </a:xfrm>
          <a:prstGeom prst="rect">
            <a:avLst/>
          </a:prstGeom>
          <a:noFill/>
        </p:spPr>
        <p:txBody>
          <a:bodyPr wrap="square">
            <a:spAutoFit/>
          </a:bodyPr>
          <a:lstStyle>
            <a:defPPr>
              <a:defRPr lang="th-TH"/>
            </a:defPPr>
            <a:lvl1pPr indent="0" algn="ctr">
              <a:lnSpc>
                <a:spcPts val="1900"/>
              </a:lnSpc>
              <a:spcBef>
                <a:spcPts val="0"/>
              </a:spcBef>
              <a:spcAft>
                <a:spcPts val="0"/>
              </a:spcAft>
              <a:buNone/>
              <a:defRPr sz="1400">
                <a:solidFill>
                  <a:schemeClr val="tx2"/>
                </a:solidFill>
              </a:defRPr>
            </a:lvl1pPr>
          </a:lstStyle>
          <a:p>
            <a:pPr lvl="0"/>
            <a:r>
              <a:rPr lang="th-TH" sz="1400" dirty="0"/>
              <a:t> ส่งภาพแคปทั้ง 2 มาที่ </a:t>
            </a:r>
            <a:br>
              <a:rPr lang="th-TH" sz="1400" dirty="0"/>
            </a:br>
            <a:r>
              <a:rPr lang="en-US" sz="1400" dirty="0"/>
              <a:t>LINE @9Expert</a:t>
            </a:r>
          </a:p>
        </p:txBody>
      </p:sp>
      <p:sp>
        <p:nvSpPr>
          <p:cNvPr id="56" name="TextBox 55">
            <a:extLst>
              <a:ext uri="{FF2B5EF4-FFF2-40B4-BE49-F238E27FC236}">
                <a16:creationId xmlns:a16="http://schemas.microsoft.com/office/drawing/2014/main" id="{4A1A7BA3-E5A5-F7A2-C2D7-051DED33F35B}"/>
              </a:ext>
            </a:extLst>
          </p:cNvPr>
          <p:cNvSpPr txBox="1"/>
          <p:nvPr/>
        </p:nvSpPr>
        <p:spPr>
          <a:xfrm>
            <a:off x="838202" y="4919810"/>
            <a:ext cx="2346947" cy="816249"/>
          </a:xfrm>
          <a:prstGeom prst="rect">
            <a:avLst/>
          </a:prstGeom>
          <a:noFill/>
        </p:spPr>
        <p:txBody>
          <a:bodyPr wrap="square">
            <a:spAutoFit/>
          </a:bodyPr>
          <a:lstStyle/>
          <a:p>
            <a:pPr marL="0" indent="0" algn="ctr">
              <a:lnSpc>
                <a:spcPts val="1900"/>
              </a:lnSpc>
              <a:spcBef>
                <a:spcPts val="0"/>
              </a:spcBef>
              <a:spcAft>
                <a:spcPts val="0"/>
              </a:spcAft>
              <a:buNone/>
            </a:pPr>
            <a:r>
              <a:rPr lang="th-TH" sz="1400" dirty="0">
                <a:solidFill>
                  <a:schemeClr val="tx2"/>
                </a:solidFill>
              </a:rPr>
              <a:t>กดติดตามเพจ </a:t>
            </a:r>
            <a:r>
              <a:rPr lang="en-US" sz="1400" b="0" u="none" dirty="0">
                <a:solidFill>
                  <a:schemeClr val="tx2"/>
                </a:solidFill>
              </a:rPr>
              <a:t>Facebook</a:t>
            </a:r>
            <a:r>
              <a:rPr lang="en-US" sz="1400" dirty="0">
                <a:solidFill>
                  <a:schemeClr val="tx2"/>
                </a:solidFill>
              </a:rPr>
              <a:t> </a:t>
            </a:r>
            <a:br>
              <a:rPr lang="th-TH" sz="1400" dirty="0">
                <a:solidFill>
                  <a:schemeClr val="tx2"/>
                </a:solidFill>
              </a:rPr>
            </a:br>
            <a:r>
              <a:rPr lang="en-US" sz="1400" dirty="0">
                <a:solidFill>
                  <a:schemeClr val="tx2"/>
                </a:solidFill>
              </a:rPr>
              <a:t>9Expert Training</a:t>
            </a:r>
            <a:r>
              <a:rPr lang="en-US" sz="1400" baseline="0" dirty="0">
                <a:solidFill>
                  <a:schemeClr val="tx2"/>
                </a:solidFill>
              </a:rPr>
              <a:t> </a:t>
            </a:r>
            <a:br>
              <a:rPr lang="en-US" sz="1400" baseline="0" dirty="0">
                <a:solidFill>
                  <a:schemeClr val="tx2"/>
                </a:solidFill>
              </a:rPr>
            </a:br>
            <a:r>
              <a:rPr lang="th-TH" sz="1400" dirty="0">
                <a:solidFill>
                  <a:schemeClr val="tx2"/>
                </a:solidFill>
              </a:rPr>
              <a:t>และ </a:t>
            </a:r>
            <a:r>
              <a:rPr lang="en-US" sz="1400" dirty="0">
                <a:solidFill>
                  <a:schemeClr val="tx2"/>
                </a:solidFill>
              </a:rPr>
              <a:t>Capture</a:t>
            </a:r>
            <a:r>
              <a:rPr lang="th-TH" sz="1400" dirty="0">
                <a:solidFill>
                  <a:schemeClr val="tx2"/>
                </a:solidFill>
              </a:rPr>
              <a:t> เก็บไว้</a:t>
            </a:r>
            <a:endParaRPr lang="en-US" sz="1400" dirty="0">
              <a:solidFill>
                <a:schemeClr val="tx2"/>
              </a:solidFill>
            </a:endParaRPr>
          </a:p>
        </p:txBody>
      </p:sp>
      <p:grpSp>
        <p:nvGrpSpPr>
          <p:cNvPr id="1032" name="Group 1031">
            <a:extLst>
              <a:ext uri="{FF2B5EF4-FFF2-40B4-BE49-F238E27FC236}">
                <a16:creationId xmlns:a16="http://schemas.microsoft.com/office/drawing/2014/main" id="{CA96E00A-4A61-DD4C-9AFC-9979F17036C4}"/>
              </a:ext>
            </a:extLst>
          </p:cNvPr>
          <p:cNvGrpSpPr/>
          <p:nvPr/>
        </p:nvGrpSpPr>
        <p:grpSpPr>
          <a:xfrm>
            <a:off x="1003338" y="3083112"/>
            <a:ext cx="2016671" cy="1736470"/>
            <a:chOff x="1011005" y="2725198"/>
            <a:chExt cx="2864378" cy="2466394"/>
          </a:xfrm>
        </p:grpSpPr>
        <p:pic>
          <p:nvPicPr>
            <p:cNvPr id="62" name="Picture 61">
              <a:extLst>
                <a:ext uri="{FF2B5EF4-FFF2-40B4-BE49-F238E27FC236}">
                  <a16:creationId xmlns:a16="http://schemas.microsoft.com/office/drawing/2014/main" id="{FE236A38-3366-1B4B-0603-34C8BC5BBF5B}"/>
                </a:ext>
              </a:extLst>
            </p:cNvPr>
            <p:cNvPicPr>
              <a:picLocks noChangeAspect="1"/>
            </p:cNvPicPr>
            <p:nvPr/>
          </p:nvPicPr>
          <p:blipFill>
            <a:blip r:embed="rId5" cstate="print">
              <a:extLst>
                <a:ext uri="{28A0092B-C50C-407E-A947-70E740481C1C}">
                  <a14:useLocalDpi xmlns:a14="http://schemas.microsoft.com/office/drawing/2010/main" val="0"/>
                </a:ext>
              </a:extLst>
            </a:blip>
            <a:srcRect t="-16" b="58604"/>
            <a:stretch>
              <a:fillRect/>
            </a:stretch>
          </p:blipFill>
          <p:spPr>
            <a:xfrm>
              <a:off x="1141124" y="2821189"/>
              <a:ext cx="2606964" cy="2340471"/>
            </a:xfrm>
            <a:prstGeom prst="roundRect">
              <a:avLst>
                <a:gd name="adj" fmla="val 14632"/>
              </a:avLst>
            </a:prstGeom>
          </p:spPr>
        </p:pic>
        <p:sp>
          <p:nvSpPr>
            <p:cNvPr id="1024" name="Rectangle 1023">
              <a:extLst>
                <a:ext uri="{FF2B5EF4-FFF2-40B4-BE49-F238E27FC236}">
                  <a16:creationId xmlns:a16="http://schemas.microsoft.com/office/drawing/2014/main" id="{261F2B0D-57BC-676C-838F-0997D6B5BACD}"/>
                </a:ext>
              </a:extLst>
            </p:cNvPr>
            <p:cNvSpPr/>
            <p:nvPr/>
          </p:nvSpPr>
          <p:spPr bwMode="hidden">
            <a:xfrm>
              <a:off x="1141124" y="4805363"/>
              <a:ext cx="2606964" cy="356297"/>
            </a:xfrm>
            <a:prstGeom prst="rect">
              <a:avLst/>
            </a:prstGeom>
            <a:solidFill>
              <a:srgbClr val="FFFFFF"/>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58" name="Picture 57">
              <a:extLst>
                <a:ext uri="{FF2B5EF4-FFF2-40B4-BE49-F238E27FC236}">
                  <a16:creationId xmlns:a16="http://schemas.microsoft.com/office/drawing/2014/main" id="{A0587321-1143-B5A0-5EBD-22B49B7CC8A6}"/>
                </a:ext>
              </a:extLst>
            </p:cNvPr>
            <p:cNvPicPr>
              <a:picLocks noChangeAspect="1"/>
            </p:cNvPicPr>
            <p:nvPr/>
          </p:nvPicPr>
          <p:blipFill>
            <a:blip r:embed="rId6" cstate="print">
              <a:extLst>
                <a:ext uri="{28A0092B-C50C-407E-A947-70E740481C1C}">
                  <a14:useLocalDpi xmlns:a14="http://schemas.microsoft.com/office/drawing/2010/main" val="0"/>
                </a:ext>
              </a:extLst>
            </a:blip>
            <a:srcRect b="57808"/>
            <a:stretch>
              <a:fillRect/>
            </a:stretch>
          </p:blipFill>
          <p:spPr>
            <a:xfrm>
              <a:off x="1011005" y="2725198"/>
              <a:ext cx="2864378" cy="2466394"/>
            </a:xfrm>
            <a:prstGeom prst="rect">
              <a:avLst/>
            </a:prstGeom>
          </p:spPr>
        </p:pic>
      </p:grpSp>
      <p:pic>
        <p:nvPicPr>
          <p:cNvPr id="1043" name="Picture 1042" descr="A blue circle with a white letter f in it&#10;&#10;Description automatically generated">
            <a:extLst>
              <a:ext uri="{FF2B5EF4-FFF2-40B4-BE49-F238E27FC236}">
                <a16:creationId xmlns:a16="http://schemas.microsoft.com/office/drawing/2014/main" id="{404F77A1-618B-33FD-4600-41AB37E73BA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619986" y="4238410"/>
            <a:ext cx="610108" cy="618490"/>
          </a:xfrm>
          <a:prstGeom prst="rect">
            <a:avLst/>
          </a:prstGeom>
        </p:spPr>
      </p:pic>
      <p:grpSp>
        <p:nvGrpSpPr>
          <p:cNvPr id="1034" name="Group 1033">
            <a:extLst>
              <a:ext uri="{FF2B5EF4-FFF2-40B4-BE49-F238E27FC236}">
                <a16:creationId xmlns:a16="http://schemas.microsoft.com/office/drawing/2014/main" id="{BB833639-7000-C3DE-5039-F1C25475D9C6}"/>
              </a:ext>
            </a:extLst>
          </p:cNvPr>
          <p:cNvGrpSpPr/>
          <p:nvPr/>
        </p:nvGrpSpPr>
        <p:grpSpPr>
          <a:xfrm>
            <a:off x="3865197" y="3100103"/>
            <a:ext cx="2031219" cy="1748996"/>
            <a:chOff x="1011007" y="2748948"/>
            <a:chExt cx="2864378" cy="2466395"/>
          </a:xfrm>
        </p:grpSpPr>
        <p:pic>
          <p:nvPicPr>
            <p:cNvPr id="1035" name="Picture 1034">
              <a:extLst>
                <a:ext uri="{FF2B5EF4-FFF2-40B4-BE49-F238E27FC236}">
                  <a16:creationId xmlns:a16="http://schemas.microsoft.com/office/drawing/2014/main" id="{6C52A13F-1CE5-8F4F-2389-1A8CD98F2A11}"/>
                </a:ext>
              </a:extLst>
            </p:cNvPr>
            <p:cNvPicPr>
              <a:picLocks noChangeAspect="1"/>
            </p:cNvPicPr>
            <p:nvPr/>
          </p:nvPicPr>
          <p:blipFill>
            <a:blip r:embed="rId8" cstate="print">
              <a:extLst>
                <a:ext uri="{28A0092B-C50C-407E-A947-70E740481C1C}">
                  <a14:useLocalDpi xmlns:a14="http://schemas.microsoft.com/office/drawing/2010/main" val="0"/>
                </a:ext>
              </a:extLst>
            </a:blip>
            <a:srcRect t="16" b="58572"/>
            <a:stretch>
              <a:fillRect/>
            </a:stretch>
          </p:blipFill>
          <p:spPr>
            <a:xfrm>
              <a:off x="1141124" y="2821189"/>
              <a:ext cx="2606964" cy="2340471"/>
            </a:xfrm>
            <a:prstGeom prst="roundRect">
              <a:avLst>
                <a:gd name="adj" fmla="val 14632"/>
              </a:avLst>
            </a:prstGeom>
          </p:spPr>
        </p:pic>
        <p:pic>
          <p:nvPicPr>
            <p:cNvPr id="1037" name="Picture 1036">
              <a:extLst>
                <a:ext uri="{FF2B5EF4-FFF2-40B4-BE49-F238E27FC236}">
                  <a16:creationId xmlns:a16="http://schemas.microsoft.com/office/drawing/2014/main" id="{53FA71FA-D44E-FFD1-EE15-5652708E7193}"/>
                </a:ext>
              </a:extLst>
            </p:cNvPr>
            <p:cNvPicPr>
              <a:picLocks noChangeAspect="1"/>
            </p:cNvPicPr>
            <p:nvPr/>
          </p:nvPicPr>
          <p:blipFill>
            <a:blip r:embed="rId9" cstate="print">
              <a:extLst>
                <a:ext uri="{28A0092B-C50C-407E-A947-70E740481C1C}">
                  <a14:useLocalDpi xmlns:a14="http://schemas.microsoft.com/office/drawing/2010/main" val="0"/>
                </a:ext>
              </a:extLst>
            </a:blip>
            <a:srcRect b="57808"/>
            <a:stretch>
              <a:fillRect/>
            </a:stretch>
          </p:blipFill>
          <p:spPr>
            <a:xfrm>
              <a:off x="1011007" y="2748948"/>
              <a:ext cx="2864378" cy="2466395"/>
            </a:xfrm>
            <a:prstGeom prst="rect">
              <a:avLst/>
            </a:prstGeom>
          </p:spPr>
        </p:pic>
      </p:grpSp>
      <p:sp>
        <p:nvSpPr>
          <p:cNvPr id="1038" name="TextBox 1037">
            <a:extLst>
              <a:ext uri="{FF2B5EF4-FFF2-40B4-BE49-F238E27FC236}">
                <a16:creationId xmlns:a16="http://schemas.microsoft.com/office/drawing/2014/main" id="{8D72FA84-F666-B1CB-4996-F4B39E5D64F9}"/>
              </a:ext>
            </a:extLst>
          </p:cNvPr>
          <p:cNvSpPr txBox="1"/>
          <p:nvPr/>
        </p:nvSpPr>
        <p:spPr>
          <a:xfrm>
            <a:off x="3532538" y="4933210"/>
            <a:ext cx="2696536" cy="572593"/>
          </a:xfrm>
          <a:prstGeom prst="rect">
            <a:avLst/>
          </a:prstGeom>
          <a:noFill/>
        </p:spPr>
        <p:txBody>
          <a:bodyPr wrap="square">
            <a:spAutoFit/>
          </a:bodyPr>
          <a:lstStyle>
            <a:defPPr>
              <a:defRPr lang="th-TH"/>
            </a:defPPr>
            <a:lvl1pPr indent="0" algn="ctr">
              <a:lnSpc>
                <a:spcPts val="1900"/>
              </a:lnSpc>
              <a:spcBef>
                <a:spcPts val="0"/>
              </a:spcBef>
              <a:spcAft>
                <a:spcPts val="0"/>
              </a:spcAft>
              <a:buNone/>
              <a:defRPr sz="1400">
                <a:solidFill>
                  <a:schemeClr val="tx2"/>
                </a:solidFill>
              </a:defRPr>
            </a:lvl1pPr>
          </a:lstStyle>
          <a:p>
            <a:pPr lvl="0"/>
            <a:r>
              <a:rPr lang="th-TH" sz="1400" dirty="0"/>
              <a:t>กด </a:t>
            </a:r>
            <a:r>
              <a:rPr lang="en-US" sz="1400" dirty="0"/>
              <a:t>Subscribe </a:t>
            </a:r>
            <a:r>
              <a:rPr lang="th-TH" sz="1400" dirty="0"/>
              <a:t>ช่อง </a:t>
            </a:r>
            <a:r>
              <a:rPr lang="en-US" sz="1400" dirty="0"/>
              <a:t>YouTube 9Expert </a:t>
            </a:r>
            <a:r>
              <a:rPr lang="th-TH" sz="1400" dirty="0"/>
              <a:t>และ </a:t>
            </a:r>
            <a:r>
              <a:rPr lang="en-US" sz="1400" dirty="0"/>
              <a:t>Capture </a:t>
            </a:r>
            <a:r>
              <a:rPr lang="th-TH" sz="1400" dirty="0"/>
              <a:t>เก็บไว้</a:t>
            </a:r>
          </a:p>
        </p:txBody>
      </p:sp>
      <p:pic>
        <p:nvPicPr>
          <p:cNvPr id="1044" name="Picture 1043" descr="A red and white logo&#10;&#10;Description automatically generated">
            <a:extLst>
              <a:ext uri="{FF2B5EF4-FFF2-40B4-BE49-F238E27FC236}">
                <a16:creationId xmlns:a16="http://schemas.microsoft.com/office/drawing/2014/main" id="{20BBBE5F-09C9-64E0-F532-E39E425E55F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495050" y="4246896"/>
            <a:ext cx="622190" cy="622190"/>
          </a:xfrm>
          <a:prstGeom prst="rect">
            <a:avLst/>
          </a:prstGeom>
        </p:spPr>
      </p:pic>
      <p:sp>
        <p:nvSpPr>
          <p:cNvPr id="1051" name="TextBox 1050">
            <a:extLst>
              <a:ext uri="{FF2B5EF4-FFF2-40B4-BE49-F238E27FC236}">
                <a16:creationId xmlns:a16="http://schemas.microsoft.com/office/drawing/2014/main" id="{BFEF8D74-BC81-DFDD-7DB8-86D9A9959EA9}"/>
              </a:ext>
            </a:extLst>
          </p:cNvPr>
          <p:cNvSpPr txBox="1"/>
          <p:nvPr/>
        </p:nvSpPr>
        <p:spPr>
          <a:xfrm>
            <a:off x="9043025" y="4963988"/>
            <a:ext cx="2346947" cy="811569"/>
          </a:xfrm>
          <a:prstGeom prst="rect">
            <a:avLst/>
          </a:prstGeom>
          <a:noFill/>
        </p:spPr>
        <p:txBody>
          <a:bodyPr wrap="square">
            <a:spAutoFit/>
          </a:bodyPr>
          <a:lstStyle>
            <a:defPPr>
              <a:defRPr lang="th-TH"/>
            </a:defPPr>
            <a:lvl1pPr indent="0" algn="ctr">
              <a:lnSpc>
                <a:spcPts val="1900"/>
              </a:lnSpc>
              <a:spcBef>
                <a:spcPts val="0"/>
              </a:spcBef>
              <a:spcAft>
                <a:spcPts val="0"/>
              </a:spcAft>
              <a:buNone/>
              <a:defRPr sz="1400">
                <a:solidFill>
                  <a:schemeClr val="tx2"/>
                </a:solidFill>
              </a:defRPr>
            </a:lvl1pPr>
          </a:lstStyle>
          <a:p>
            <a:pPr lvl="0"/>
            <a:r>
              <a:rPr lang="th-TH" sz="1400" dirty="0"/>
              <a:t>พิมพ์คำว่า “รับรางวัล”แล้วเลือก </a:t>
            </a:r>
            <a:r>
              <a:rPr lang="en-US" sz="1400" dirty="0"/>
              <a:t>Sticker LINE </a:t>
            </a:r>
            <a:r>
              <a:rPr lang="th-TH" sz="1400" dirty="0"/>
              <a:t>ของ 9</a:t>
            </a:r>
            <a:r>
              <a:rPr lang="en-US" sz="1400" dirty="0"/>
              <a:t>Expert </a:t>
            </a:r>
            <a:r>
              <a:rPr lang="th-TH" sz="1400" dirty="0"/>
              <a:t>ได้เลย</a:t>
            </a:r>
          </a:p>
        </p:txBody>
      </p:sp>
      <p:sp>
        <p:nvSpPr>
          <p:cNvPr id="1053" name="Oval 1052">
            <a:extLst>
              <a:ext uri="{FF2B5EF4-FFF2-40B4-BE49-F238E27FC236}">
                <a16:creationId xmlns:a16="http://schemas.microsoft.com/office/drawing/2014/main" id="{23E22F5A-23D6-52EE-E962-68FFBBF74EB6}"/>
              </a:ext>
            </a:extLst>
          </p:cNvPr>
          <p:cNvSpPr/>
          <p:nvPr/>
        </p:nvSpPr>
        <p:spPr bwMode="ltGray">
          <a:xfrm>
            <a:off x="1730095" y="2251411"/>
            <a:ext cx="563159" cy="563159"/>
          </a:xfrm>
          <a:prstGeom prst="ellipse">
            <a:avLst/>
          </a:prstGeom>
          <a:solidFill>
            <a:schemeClr val="accent5"/>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en-US" sz="1800" b="1" dirty="0">
                <a:solidFill>
                  <a:schemeClr val="tx2"/>
                </a:solidFill>
              </a:rPr>
              <a:t>1</a:t>
            </a:r>
            <a:endParaRPr lang="th-TH" sz="1800" b="1" dirty="0">
              <a:solidFill>
                <a:schemeClr val="tx2"/>
              </a:solidFill>
            </a:endParaRPr>
          </a:p>
        </p:txBody>
      </p:sp>
      <p:sp>
        <p:nvSpPr>
          <p:cNvPr id="1054" name="Oval 1053">
            <a:extLst>
              <a:ext uri="{FF2B5EF4-FFF2-40B4-BE49-F238E27FC236}">
                <a16:creationId xmlns:a16="http://schemas.microsoft.com/office/drawing/2014/main" id="{C2ADF51E-1D39-B3CD-8D1A-86D8F0A470A5}"/>
              </a:ext>
            </a:extLst>
          </p:cNvPr>
          <p:cNvSpPr/>
          <p:nvPr/>
        </p:nvSpPr>
        <p:spPr bwMode="ltGray">
          <a:xfrm>
            <a:off x="4611030" y="2251411"/>
            <a:ext cx="563159" cy="563159"/>
          </a:xfrm>
          <a:prstGeom prst="ellipse">
            <a:avLst/>
          </a:prstGeom>
          <a:solidFill>
            <a:schemeClr val="accent5"/>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en-US" sz="1800" b="1" dirty="0">
                <a:solidFill>
                  <a:schemeClr val="tx2"/>
                </a:solidFill>
              </a:rPr>
              <a:t>2</a:t>
            </a:r>
            <a:endParaRPr lang="th-TH" sz="1800" b="1" dirty="0">
              <a:solidFill>
                <a:schemeClr val="tx2"/>
              </a:solidFill>
            </a:endParaRPr>
          </a:p>
        </p:txBody>
      </p:sp>
      <p:sp>
        <p:nvSpPr>
          <p:cNvPr id="1055" name="Oval 1054">
            <a:extLst>
              <a:ext uri="{FF2B5EF4-FFF2-40B4-BE49-F238E27FC236}">
                <a16:creationId xmlns:a16="http://schemas.microsoft.com/office/drawing/2014/main" id="{8C028075-E20D-787F-BFBD-1254664A2B74}"/>
              </a:ext>
            </a:extLst>
          </p:cNvPr>
          <p:cNvSpPr/>
          <p:nvPr/>
        </p:nvSpPr>
        <p:spPr bwMode="ltGray">
          <a:xfrm>
            <a:off x="7300062" y="2251411"/>
            <a:ext cx="563159" cy="563159"/>
          </a:xfrm>
          <a:prstGeom prst="ellipse">
            <a:avLst/>
          </a:prstGeom>
          <a:solidFill>
            <a:schemeClr val="accent5"/>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en-US" sz="1800" b="1" dirty="0">
                <a:solidFill>
                  <a:schemeClr val="tx2"/>
                </a:solidFill>
              </a:rPr>
              <a:t>3</a:t>
            </a:r>
            <a:endParaRPr lang="th-TH" sz="1800" b="1" dirty="0">
              <a:solidFill>
                <a:schemeClr val="tx2"/>
              </a:solidFill>
            </a:endParaRPr>
          </a:p>
        </p:txBody>
      </p:sp>
      <p:sp>
        <p:nvSpPr>
          <p:cNvPr id="1056" name="Oval 1055">
            <a:extLst>
              <a:ext uri="{FF2B5EF4-FFF2-40B4-BE49-F238E27FC236}">
                <a16:creationId xmlns:a16="http://schemas.microsoft.com/office/drawing/2014/main" id="{AA64C14F-794D-640F-330F-FD84B6C28B27}"/>
              </a:ext>
            </a:extLst>
          </p:cNvPr>
          <p:cNvSpPr/>
          <p:nvPr/>
        </p:nvSpPr>
        <p:spPr bwMode="ltGray">
          <a:xfrm>
            <a:off x="9934918" y="2251411"/>
            <a:ext cx="563159" cy="563159"/>
          </a:xfrm>
          <a:prstGeom prst="ellipse">
            <a:avLst/>
          </a:prstGeom>
          <a:solidFill>
            <a:schemeClr val="accent5"/>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en-US" sz="1800" b="1" dirty="0">
                <a:solidFill>
                  <a:schemeClr val="tx2"/>
                </a:solidFill>
              </a:rPr>
              <a:t>4</a:t>
            </a:r>
            <a:endParaRPr lang="th-TH" sz="1800" b="1" dirty="0">
              <a:solidFill>
                <a:schemeClr val="tx2"/>
              </a:solidFill>
            </a:endParaRPr>
          </a:p>
        </p:txBody>
      </p:sp>
      <p:cxnSp>
        <p:nvCxnSpPr>
          <p:cNvPr id="1058" name="Straight Arrow Connector 1057">
            <a:extLst>
              <a:ext uri="{FF2B5EF4-FFF2-40B4-BE49-F238E27FC236}">
                <a16:creationId xmlns:a16="http://schemas.microsoft.com/office/drawing/2014/main" id="{019E196D-7DF5-4126-616C-6EE529B1A62A}"/>
              </a:ext>
            </a:extLst>
          </p:cNvPr>
          <p:cNvCxnSpPr>
            <a:cxnSpLocks/>
          </p:cNvCxnSpPr>
          <p:nvPr/>
        </p:nvCxnSpPr>
        <p:spPr bwMode="ltGray">
          <a:xfrm>
            <a:off x="2497220" y="2536370"/>
            <a:ext cx="2036680" cy="0"/>
          </a:xfrm>
          <a:prstGeom prst="straightConnector1">
            <a:avLst/>
          </a:prstGeom>
          <a:ln>
            <a:solidFill>
              <a:srgbClr val="B7C3D4"/>
            </a:solidFill>
            <a:tailEnd type="triangle"/>
          </a:ln>
        </p:spPr>
        <p:style>
          <a:lnRef idx="2">
            <a:schemeClr val="accent3"/>
          </a:lnRef>
          <a:fillRef idx="0">
            <a:schemeClr val="accent3"/>
          </a:fillRef>
          <a:effectRef idx="1">
            <a:schemeClr val="accent3"/>
          </a:effectRef>
          <a:fontRef idx="minor">
            <a:schemeClr val="tx1"/>
          </a:fontRef>
        </p:style>
      </p:cxnSp>
      <p:cxnSp>
        <p:nvCxnSpPr>
          <p:cNvPr id="1059" name="Straight Arrow Connector 1058">
            <a:extLst>
              <a:ext uri="{FF2B5EF4-FFF2-40B4-BE49-F238E27FC236}">
                <a16:creationId xmlns:a16="http://schemas.microsoft.com/office/drawing/2014/main" id="{BB6FE562-B37C-5DFB-D0E5-4AF925E25621}"/>
              </a:ext>
            </a:extLst>
          </p:cNvPr>
          <p:cNvCxnSpPr/>
          <p:nvPr/>
        </p:nvCxnSpPr>
        <p:spPr bwMode="ltGray">
          <a:xfrm>
            <a:off x="5288044" y="2536370"/>
            <a:ext cx="1932737" cy="0"/>
          </a:xfrm>
          <a:prstGeom prst="straightConnector1">
            <a:avLst/>
          </a:prstGeom>
          <a:ln>
            <a:solidFill>
              <a:srgbClr val="B7C3D4"/>
            </a:solidFill>
            <a:tailEnd type="triangle"/>
          </a:ln>
        </p:spPr>
        <p:style>
          <a:lnRef idx="2">
            <a:schemeClr val="accent3"/>
          </a:lnRef>
          <a:fillRef idx="0">
            <a:schemeClr val="accent3"/>
          </a:fillRef>
          <a:effectRef idx="1">
            <a:schemeClr val="accent3"/>
          </a:effectRef>
          <a:fontRef idx="minor">
            <a:schemeClr val="tx1"/>
          </a:fontRef>
        </p:style>
      </p:cxnSp>
      <p:cxnSp>
        <p:nvCxnSpPr>
          <p:cNvPr id="1060" name="Straight Arrow Connector 1059">
            <a:extLst>
              <a:ext uri="{FF2B5EF4-FFF2-40B4-BE49-F238E27FC236}">
                <a16:creationId xmlns:a16="http://schemas.microsoft.com/office/drawing/2014/main" id="{68CC84BE-865A-5B7C-D068-B2041986DAA9}"/>
              </a:ext>
            </a:extLst>
          </p:cNvPr>
          <p:cNvCxnSpPr/>
          <p:nvPr/>
        </p:nvCxnSpPr>
        <p:spPr bwMode="ltGray">
          <a:xfrm>
            <a:off x="7942503" y="2536370"/>
            <a:ext cx="1932737" cy="0"/>
          </a:xfrm>
          <a:prstGeom prst="straightConnector1">
            <a:avLst/>
          </a:prstGeom>
          <a:ln>
            <a:solidFill>
              <a:srgbClr val="B7C3D4"/>
            </a:solidFill>
            <a:tailEnd type="triangle"/>
          </a:ln>
        </p:spPr>
        <p:style>
          <a:lnRef idx="2">
            <a:schemeClr val="accent3"/>
          </a:lnRef>
          <a:fillRef idx="0">
            <a:schemeClr val="accent3"/>
          </a:fillRef>
          <a:effectRef idx="1">
            <a:schemeClr val="accent3"/>
          </a:effectRef>
          <a:fontRef idx="minor">
            <a:schemeClr val="tx1"/>
          </a:fontRef>
        </p:style>
      </p:cxnSp>
      <p:sp>
        <p:nvSpPr>
          <p:cNvPr id="1061" name="TextBox 1060">
            <a:extLst>
              <a:ext uri="{FF2B5EF4-FFF2-40B4-BE49-F238E27FC236}">
                <a16:creationId xmlns:a16="http://schemas.microsoft.com/office/drawing/2014/main" id="{D734586A-B6CE-E63F-4408-B920C7733205}"/>
              </a:ext>
            </a:extLst>
          </p:cNvPr>
          <p:cNvSpPr txBox="1"/>
          <p:nvPr/>
        </p:nvSpPr>
        <p:spPr>
          <a:xfrm>
            <a:off x="2506098" y="675420"/>
            <a:ext cx="7179805" cy="892552"/>
          </a:xfrm>
          <a:prstGeom prst="rect">
            <a:avLst/>
          </a:prstGeom>
          <a:noFill/>
        </p:spPr>
        <p:txBody>
          <a:bodyPr wrap="square">
            <a:spAutoFit/>
          </a:bodyPr>
          <a:lstStyle/>
          <a:p>
            <a:pPr algn="ctr"/>
            <a:r>
              <a:rPr lang="th-TH" sz="5200" b="1" dirty="0">
                <a:solidFill>
                  <a:schemeClr val="accent2"/>
                </a:solidFill>
                <a:effectLst/>
                <a:cs typeface="LINE Seed Sans TH" panose="020B0303020203020204" pitchFamily="34" charset="-34"/>
              </a:rPr>
              <a:t>รับ</a:t>
            </a:r>
            <a:r>
              <a:rPr lang="th-TH" sz="5200" b="1" kern="1200" dirty="0">
                <a:solidFill>
                  <a:schemeClr val="accent2"/>
                </a:solidFill>
                <a:effectLst/>
                <a:latin typeface="+mn-lt"/>
                <a:ea typeface="+mj-ea"/>
                <a:cs typeface="LINE Seed Sans TH" panose="020B0303020203020204" pitchFamily="34" charset="-34"/>
              </a:rPr>
              <a:t>ฟรี</a:t>
            </a:r>
            <a:r>
              <a:rPr lang="en-US" sz="5200" b="1" kern="1200" dirty="0">
                <a:solidFill>
                  <a:schemeClr val="accent2"/>
                </a:solidFill>
                <a:effectLst/>
                <a:latin typeface="+mn-lt"/>
                <a:ea typeface="+mj-ea"/>
                <a:cs typeface="LINE Seed Sans TH" panose="020B0303020203020204" pitchFamily="34" charset="-34"/>
              </a:rPr>
              <a:t>! Sticker LINE</a:t>
            </a:r>
          </a:p>
        </p:txBody>
      </p:sp>
      <p:sp>
        <p:nvSpPr>
          <p:cNvPr id="1063" name="Footer Placeholder 4">
            <a:extLst>
              <a:ext uri="{FF2B5EF4-FFF2-40B4-BE49-F238E27FC236}">
                <a16:creationId xmlns:a16="http://schemas.microsoft.com/office/drawing/2014/main" id="{DDD93699-2ECF-467F-9F08-9E837249460C}"/>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1064" name="Slide Number Placeholder 5">
            <a:extLst>
              <a:ext uri="{FF2B5EF4-FFF2-40B4-BE49-F238E27FC236}">
                <a16:creationId xmlns:a16="http://schemas.microsoft.com/office/drawing/2014/main" id="{2373594F-5CC9-712D-FDCF-7BD6EDE338CD}"/>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
        <p:nvSpPr>
          <p:cNvPr id="4" name="Rectangle: Rounded Corners 3">
            <a:extLst>
              <a:ext uri="{FF2B5EF4-FFF2-40B4-BE49-F238E27FC236}">
                <a16:creationId xmlns:a16="http://schemas.microsoft.com/office/drawing/2014/main" id="{1AEA633F-37C7-12D8-25A2-BEF07FCF76E2}"/>
              </a:ext>
            </a:extLst>
          </p:cNvPr>
          <p:cNvSpPr/>
          <p:nvPr/>
        </p:nvSpPr>
        <p:spPr bwMode="white">
          <a:xfrm>
            <a:off x="10081956" y="3170413"/>
            <a:ext cx="269081" cy="90487"/>
          </a:xfrm>
          <a:prstGeom prst="roundRect">
            <a:avLst>
              <a:gd name="adj" fmla="val 50000"/>
            </a:avLst>
          </a:prstGeom>
          <a:solidFill>
            <a:srgbClr val="FFFFFF"/>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6" name="Picture 5">
            <a:extLst>
              <a:ext uri="{FF2B5EF4-FFF2-40B4-BE49-F238E27FC236}">
                <a16:creationId xmlns:a16="http://schemas.microsoft.com/office/drawing/2014/main" id="{22FA8244-D3CE-25B2-1158-99E3C3EE9B2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bwMode="black">
          <a:xfrm>
            <a:off x="10129453" y="3187136"/>
            <a:ext cx="171153" cy="56127"/>
          </a:xfrm>
          <a:prstGeom prst="rect">
            <a:avLst/>
          </a:prstGeom>
        </p:spPr>
      </p:pic>
    </p:spTree>
    <p:extLst>
      <p:ext uri="{BB962C8B-B14F-4D97-AF65-F5344CB8AC3E}">
        <p14:creationId xmlns:p14="http://schemas.microsoft.com/office/powerpoint/2010/main" val="37865918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acebook_Grou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E2BBD1-48DD-38E4-F063-B5E488841A12}"/>
              </a:ext>
            </a:extLst>
          </p:cNvPr>
          <p:cNvPicPr>
            <a:picLocks noChangeAspect="1"/>
          </p:cNvPicPr>
          <p:nvPr/>
        </p:nvPicPr>
        <p:blipFill>
          <a:blip r:embed="rId3"/>
          <a:stretch>
            <a:fillRect/>
          </a:stretch>
        </p:blipFill>
        <p:spPr>
          <a:xfrm>
            <a:off x="1508249" y="2366258"/>
            <a:ext cx="4415904" cy="2981414"/>
          </a:xfrm>
          <a:prstGeom prst="rect">
            <a:avLst/>
          </a:prstGeom>
        </p:spPr>
      </p:pic>
      <p:sp>
        <p:nvSpPr>
          <p:cNvPr id="10" name="TextBox 9">
            <a:extLst>
              <a:ext uri="{FF2B5EF4-FFF2-40B4-BE49-F238E27FC236}">
                <a16:creationId xmlns:a16="http://schemas.microsoft.com/office/drawing/2014/main" id="{88AF8BE6-8AD6-DDEA-EA7F-35C329AFB6FC}"/>
              </a:ext>
            </a:extLst>
          </p:cNvPr>
          <p:cNvSpPr txBox="1"/>
          <p:nvPr/>
        </p:nvSpPr>
        <p:spPr>
          <a:xfrm>
            <a:off x="1449354" y="1538949"/>
            <a:ext cx="9293290"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กลุ่ม </a:t>
            </a:r>
            <a:r>
              <a:rPr lang="en-US" sz="2600" b="1" dirty="0">
                <a:solidFill>
                  <a:schemeClr val="tx1"/>
                </a:solidFill>
                <a:cs typeface="LINE Seed Sans TH" panose="020B0303020203020204" pitchFamily="34" charset="-34"/>
              </a:rPr>
              <a:t>Facebook Community </a:t>
            </a:r>
            <a:r>
              <a:rPr lang="th-TH" sz="2600" b="1" dirty="0">
                <a:solidFill>
                  <a:schemeClr val="tx1"/>
                </a:solidFill>
                <a:cs typeface="LINE Seed Sans TH" panose="020B0303020203020204" pitchFamily="34" charset="-34"/>
              </a:rPr>
              <a:t>ด้านต่างๆ </a:t>
            </a:r>
            <a:endParaRPr lang="en-US" sz="2600" b="1" dirty="0">
              <a:solidFill>
                <a:schemeClr val="tx1"/>
              </a:solidFill>
              <a:cs typeface="LINE Seed Sans TH" panose="020B0303020203020204" pitchFamily="34" charset="-34"/>
            </a:endParaRPr>
          </a:p>
        </p:txBody>
      </p:sp>
      <p:sp>
        <p:nvSpPr>
          <p:cNvPr id="23" name="TextBox 22">
            <a:extLst>
              <a:ext uri="{FF2B5EF4-FFF2-40B4-BE49-F238E27FC236}">
                <a16:creationId xmlns:a16="http://schemas.microsoft.com/office/drawing/2014/main" id="{AF3F5242-AE56-E910-6076-7BA61BFDFEA8}"/>
              </a:ext>
            </a:extLst>
          </p:cNvPr>
          <p:cNvSpPr txBox="1"/>
          <p:nvPr/>
        </p:nvSpPr>
        <p:spPr bwMode="hidden">
          <a:xfrm>
            <a:off x="2257936" y="675420"/>
            <a:ext cx="7676128" cy="892552"/>
          </a:xfrm>
          <a:prstGeom prst="rect">
            <a:avLst/>
          </a:prstGeom>
          <a:noFill/>
        </p:spPr>
        <p:txBody>
          <a:bodyPr wrap="square">
            <a:spAutoFit/>
          </a:bodyPr>
          <a:lstStyle/>
          <a:p>
            <a:pPr algn="ctr"/>
            <a:r>
              <a:rPr lang="en-US" sz="5200" b="1" dirty="0">
                <a:solidFill>
                  <a:schemeClr val="accent2"/>
                </a:solidFill>
                <a:effectLst>
                  <a:reflection blurRad="76200" stA="28000" endPos="38000" dir="5400000" sy="-100000" algn="bl" rotWithShape="0"/>
                </a:effectLst>
                <a:cs typeface="LINE Seed Sans TH" panose="020B0303020203020204" pitchFamily="34" charset="-34"/>
              </a:rPr>
              <a:t>Facebook Community</a:t>
            </a:r>
            <a:endPar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endParaRPr>
          </a:p>
        </p:txBody>
      </p:sp>
      <p:sp>
        <p:nvSpPr>
          <p:cNvPr id="1061" name="TextBox 1060">
            <a:extLst>
              <a:ext uri="{FF2B5EF4-FFF2-40B4-BE49-F238E27FC236}">
                <a16:creationId xmlns:a16="http://schemas.microsoft.com/office/drawing/2014/main" id="{D734586A-B6CE-E63F-4408-B920C7733205}"/>
              </a:ext>
            </a:extLst>
          </p:cNvPr>
          <p:cNvSpPr txBox="1"/>
          <p:nvPr/>
        </p:nvSpPr>
        <p:spPr>
          <a:xfrm>
            <a:off x="2258166" y="671505"/>
            <a:ext cx="7676130" cy="892552"/>
          </a:xfrm>
          <a:prstGeom prst="rect">
            <a:avLst/>
          </a:prstGeom>
          <a:noFill/>
        </p:spPr>
        <p:txBody>
          <a:bodyPr wrap="square">
            <a:spAutoFit/>
          </a:bodyPr>
          <a:lstStyle/>
          <a:p>
            <a:pPr algn="ctr"/>
            <a:r>
              <a:rPr lang="en-US" sz="5200" b="1" kern="1200" dirty="0">
                <a:solidFill>
                  <a:schemeClr val="accent2"/>
                </a:solidFill>
                <a:effectLst/>
                <a:latin typeface="+mn-lt"/>
                <a:ea typeface="+mj-ea"/>
                <a:cs typeface="LINE Seed Sans TH" panose="020B0303020203020204" pitchFamily="34" charset="-34"/>
              </a:rPr>
              <a:t>Facebook Community</a:t>
            </a:r>
          </a:p>
        </p:txBody>
      </p:sp>
      <p:pic>
        <p:nvPicPr>
          <p:cNvPr id="3" name="Picture 2">
            <a:extLst>
              <a:ext uri="{FF2B5EF4-FFF2-40B4-BE49-F238E27FC236}">
                <a16:creationId xmlns:a16="http://schemas.microsoft.com/office/drawing/2014/main" id="{823AD050-2685-75F0-2420-08BE3D086A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5785" y="1993291"/>
            <a:ext cx="5410200" cy="3606800"/>
          </a:xfrm>
          <a:prstGeom prst="rect">
            <a:avLst/>
          </a:prstGeom>
        </p:spPr>
      </p:pic>
      <p:sp>
        <p:nvSpPr>
          <p:cNvPr id="8" name="TextBox 7">
            <a:extLst>
              <a:ext uri="{FF2B5EF4-FFF2-40B4-BE49-F238E27FC236}">
                <a16:creationId xmlns:a16="http://schemas.microsoft.com/office/drawing/2014/main" id="{9A57E5DF-E620-736E-6B2A-7033ED115E88}"/>
              </a:ext>
            </a:extLst>
          </p:cNvPr>
          <p:cNvSpPr txBox="1"/>
          <p:nvPr/>
        </p:nvSpPr>
        <p:spPr>
          <a:xfrm>
            <a:off x="8255550" y="2462278"/>
            <a:ext cx="2410096" cy="369332"/>
          </a:xfrm>
          <a:prstGeom prst="rect">
            <a:avLst/>
          </a:prstGeom>
          <a:noFill/>
        </p:spPr>
        <p:txBody>
          <a:bodyPr wrap="square" rtlCol="0">
            <a:spAutoFit/>
          </a:bodyPr>
          <a:lstStyle/>
          <a:p>
            <a:pPr algn="ctr"/>
            <a:r>
              <a:rPr lang="th-TH" sz="1800" dirty="0"/>
              <a:t>สแกนเพื่อเข้ากลุ่มต่างๆ </a:t>
            </a:r>
            <a:r>
              <a:rPr lang="en-US" sz="1800" dirty="0"/>
              <a:t>: </a:t>
            </a:r>
          </a:p>
        </p:txBody>
      </p:sp>
      <p:pic>
        <p:nvPicPr>
          <p:cNvPr id="9" name="Picture 2">
            <a:extLst>
              <a:ext uri="{FF2B5EF4-FFF2-40B4-BE49-F238E27FC236}">
                <a16:creationId xmlns:a16="http://schemas.microsoft.com/office/drawing/2014/main" id="{02653FAD-145E-2DA7-E490-6C7F63E3AD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48549" y="3001812"/>
            <a:ext cx="2024099" cy="2024099"/>
          </a:xfrm>
          <a:prstGeom prst="roundRect">
            <a:avLst>
              <a:gd name="adj" fmla="val 7867"/>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430C846C-9237-CFF3-5BB4-EFA4B522E52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60032" y="3708442"/>
            <a:ext cx="2524073" cy="1751722"/>
          </a:xfrm>
          <a:prstGeom prst="rect">
            <a:avLst/>
          </a:prstGeom>
        </p:spPr>
      </p:pic>
      <p:pic>
        <p:nvPicPr>
          <p:cNvPr id="12" name="Picture 11">
            <a:extLst>
              <a:ext uri="{FF2B5EF4-FFF2-40B4-BE49-F238E27FC236}">
                <a16:creationId xmlns:a16="http://schemas.microsoft.com/office/drawing/2014/main" id="{046BCFA8-2692-C6FE-BE13-CE3E0DE9A9D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831891" y="3575993"/>
            <a:ext cx="2791126" cy="2024099"/>
          </a:xfrm>
          <a:prstGeom prst="rect">
            <a:avLst/>
          </a:prstGeom>
        </p:spPr>
      </p:pic>
      <p:pic>
        <p:nvPicPr>
          <p:cNvPr id="18" name="Picture 17">
            <a:extLst>
              <a:ext uri="{FF2B5EF4-FFF2-40B4-BE49-F238E27FC236}">
                <a16:creationId xmlns:a16="http://schemas.microsoft.com/office/drawing/2014/main" id="{54FA830C-C351-4F8D-9C91-021FDD253E8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97830" y="3913318"/>
            <a:ext cx="766662" cy="1662076"/>
          </a:xfrm>
          <a:prstGeom prst="roundRect">
            <a:avLst/>
          </a:prstGeom>
        </p:spPr>
      </p:pic>
      <p:pic>
        <p:nvPicPr>
          <p:cNvPr id="16" name="Picture 15">
            <a:extLst>
              <a:ext uri="{FF2B5EF4-FFF2-40B4-BE49-F238E27FC236}">
                <a16:creationId xmlns:a16="http://schemas.microsoft.com/office/drawing/2014/main" id="{F9105EFE-4EA9-9EFC-69AC-83A7CEEAB30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65853" y="3888942"/>
            <a:ext cx="833547" cy="1701116"/>
          </a:xfrm>
          <a:prstGeom prst="rect">
            <a:avLst/>
          </a:prstGeom>
        </p:spPr>
      </p:pic>
      <p:cxnSp>
        <p:nvCxnSpPr>
          <p:cNvPr id="20" name="Straight Connector 19">
            <a:extLst>
              <a:ext uri="{FF2B5EF4-FFF2-40B4-BE49-F238E27FC236}">
                <a16:creationId xmlns:a16="http://schemas.microsoft.com/office/drawing/2014/main" id="{A513C6F2-A0F4-7BCB-38E3-A7BD4EB080ED}"/>
              </a:ext>
            </a:extLst>
          </p:cNvPr>
          <p:cNvCxnSpPr/>
          <p:nvPr/>
        </p:nvCxnSpPr>
        <p:spPr>
          <a:xfrm>
            <a:off x="7553325" y="2769755"/>
            <a:ext cx="0" cy="2238375"/>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sp>
        <p:nvSpPr>
          <p:cNvPr id="21" name="Footer Placeholder 4">
            <a:extLst>
              <a:ext uri="{FF2B5EF4-FFF2-40B4-BE49-F238E27FC236}">
                <a16:creationId xmlns:a16="http://schemas.microsoft.com/office/drawing/2014/main" id="{CB0DB02C-F168-ED5B-0EF2-63459AAA9C33}"/>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22" name="Slide Number Placeholder 5">
            <a:extLst>
              <a:ext uri="{FF2B5EF4-FFF2-40B4-BE49-F238E27FC236}">
                <a16:creationId xmlns:a16="http://schemas.microsoft.com/office/drawing/2014/main" id="{013D2CB7-3307-DC4F-9BD3-5EAB6F46848A}"/>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5289642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Get_Certific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BA1AA9-E971-7758-1D21-22C87999D098}"/>
              </a:ext>
            </a:extLst>
          </p:cNvPr>
          <p:cNvSpPr txBox="1"/>
          <p:nvPr/>
        </p:nvSpPr>
        <p:spPr>
          <a:xfrm>
            <a:off x="3866231" y="1538949"/>
            <a:ext cx="4459539"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เกณฑ์ประเมินการรับวุฒิบัตร</a:t>
            </a:r>
            <a:endParaRPr lang="en-US" sz="2600" b="1" dirty="0">
              <a:solidFill>
                <a:schemeClr val="tx1"/>
              </a:solidFill>
              <a:cs typeface="LINE Seed Sans TH" panose="020B0303020203020204" pitchFamily="34" charset="-34"/>
            </a:endParaRPr>
          </a:p>
        </p:txBody>
      </p:sp>
      <p:sp>
        <p:nvSpPr>
          <p:cNvPr id="6" name="TextBox 5">
            <a:extLst>
              <a:ext uri="{FF2B5EF4-FFF2-40B4-BE49-F238E27FC236}">
                <a16:creationId xmlns:a16="http://schemas.microsoft.com/office/drawing/2014/main" id="{35324275-0409-2459-D431-F1F8770B592D}"/>
              </a:ext>
            </a:extLst>
          </p:cNvPr>
          <p:cNvSpPr txBox="1"/>
          <p:nvPr/>
        </p:nvSpPr>
        <p:spPr bwMode="hidden">
          <a:xfrm>
            <a:off x="2257936" y="675420"/>
            <a:ext cx="7676128" cy="892552"/>
          </a:xfrm>
          <a:prstGeom prst="rect">
            <a:avLst/>
          </a:prstGeom>
          <a:noFill/>
        </p:spPr>
        <p:txBody>
          <a:bodyPr wrap="square">
            <a:spAutoFit/>
          </a:bodyPr>
          <a:lstStyle/>
          <a:p>
            <a:pPr algn="ctr"/>
            <a:r>
              <a:rPr lang="th-TH"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เกณฑ์การรับวุฒิบัตร</a:t>
            </a:r>
            <a:endPar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endParaRPr>
          </a:p>
        </p:txBody>
      </p:sp>
      <p:sp>
        <p:nvSpPr>
          <p:cNvPr id="7" name="TextBox 6">
            <a:extLst>
              <a:ext uri="{FF2B5EF4-FFF2-40B4-BE49-F238E27FC236}">
                <a16:creationId xmlns:a16="http://schemas.microsoft.com/office/drawing/2014/main" id="{412C6CCF-A0E2-C167-8D04-C9476583F5C5}"/>
              </a:ext>
            </a:extLst>
          </p:cNvPr>
          <p:cNvSpPr txBox="1"/>
          <p:nvPr/>
        </p:nvSpPr>
        <p:spPr>
          <a:xfrm>
            <a:off x="2258166" y="675420"/>
            <a:ext cx="7676130" cy="892552"/>
          </a:xfrm>
          <a:prstGeom prst="rect">
            <a:avLst/>
          </a:prstGeom>
          <a:noFill/>
        </p:spPr>
        <p:txBody>
          <a:bodyPr wrap="square">
            <a:spAutoFit/>
          </a:bodyPr>
          <a:lstStyle/>
          <a:p>
            <a:pPr algn="ctr"/>
            <a:r>
              <a:rPr lang="th-TH" sz="5200" b="1" kern="1200" dirty="0">
                <a:solidFill>
                  <a:schemeClr val="accent2"/>
                </a:solidFill>
                <a:effectLst/>
                <a:latin typeface="+mn-lt"/>
                <a:ea typeface="+mj-ea"/>
                <a:cs typeface="LINE Seed Sans TH" panose="020B0303020203020204" pitchFamily="34" charset="-34"/>
              </a:rPr>
              <a:t>เกณฑ์การรับวุฒิบัตร</a:t>
            </a:r>
            <a:endParaRPr lang="en-US" sz="5200" b="1" kern="1200" dirty="0">
              <a:solidFill>
                <a:schemeClr val="accent2"/>
              </a:solidFill>
              <a:effectLst/>
              <a:latin typeface="+mn-lt"/>
              <a:ea typeface="+mj-ea"/>
              <a:cs typeface="LINE Seed Sans TH" panose="020B0303020203020204" pitchFamily="34" charset="-34"/>
            </a:endParaRPr>
          </a:p>
        </p:txBody>
      </p:sp>
      <p:sp>
        <p:nvSpPr>
          <p:cNvPr id="8" name="Arc 7">
            <a:extLst>
              <a:ext uri="{FF2B5EF4-FFF2-40B4-BE49-F238E27FC236}">
                <a16:creationId xmlns:a16="http://schemas.microsoft.com/office/drawing/2014/main" id="{282DF750-7425-4FF1-F2AA-348BDFB130A3}"/>
              </a:ext>
            </a:extLst>
          </p:cNvPr>
          <p:cNvSpPr/>
          <p:nvPr/>
        </p:nvSpPr>
        <p:spPr>
          <a:xfrm>
            <a:off x="838201" y="3247106"/>
            <a:ext cx="1581504" cy="1581504"/>
          </a:xfrm>
          <a:prstGeom prst="arc">
            <a:avLst>
              <a:gd name="adj1" fmla="val 16200000"/>
              <a:gd name="adj2" fmla="val 12050041"/>
            </a:avLst>
          </a:prstGeom>
          <a:ln w="273050" cap="rnd">
            <a:gradFill flip="none" rotWithShape="1">
              <a:gsLst>
                <a:gs pos="0">
                  <a:schemeClr val="accent3"/>
                </a:gs>
                <a:gs pos="57000">
                  <a:schemeClr val="accent2"/>
                </a:gs>
                <a:gs pos="100000">
                  <a:schemeClr val="accent1"/>
                </a:gs>
              </a:gsLst>
              <a:lin ang="16800000" scaled="0"/>
              <a:tileRect/>
            </a:gra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th-TH" sz="1800"/>
          </a:p>
        </p:txBody>
      </p:sp>
      <p:sp>
        <p:nvSpPr>
          <p:cNvPr id="10" name="TextBox 9">
            <a:extLst>
              <a:ext uri="{FF2B5EF4-FFF2-40B4-BE49-F238E27FC236}">
                <a16:creationId xmlns:a16="http://schemas.microsoft.com/office/drawing/2014/main" id="{53D4B181-BBDE-2B68-E862-FD72DEFCF119}"/>
              </a:ext>
            </a:extLst>
          </p:cNvPr>
          <p:cNvSpPr txBox="1"/>
          <p:nvPr/>
        </p:nvSpPr>
        <p:spPr>
          <a:xfrm>
            <a:off x="916670" y="3778458"/>
            <a:ext cx="1424571" cy="584775"/>
          </a:xfrm>
          <a:prstGeom prst="rect">
            <a:avLst/>
          </a:prstGeom>
          <a:noFill/>
        </p:spPr>
        <p:txBody>
          <a:bodyPr wrap="square" rtlCol="0">
            <a:spAutoFit/>
          </a:bodyPr>
          <a:lstStyle/>
          <a:p>
            <a:pPr algn="ctr"/>
            <a:r>
              <a:rPr lang="en-US" sz="3200" b="1" dirty="0">
                <a:solidFill>
                  <a:schemeClr val="tx1"/>
                </a:solidFill>
              </a:rPr>
              <a:t>80%</a:t>
            </a:r>
            <a:endParaRPr lang="th-TH" sz="3200" b="1" dirty="0">
              <a:solidFill>
                <a:schemeClr val="tx1"/>
              </a:solidFill>
            </a:endParaRPr>
          </a:p>
        </p:txBody>
      </p:sp>
      <p:sp>
        <p:nvSpPr>
          <p:cNvPr id="17" name="TextBox 16">
            <a:extLst>
              <a:ext uri="{FF2B5EF4-FFF2-40B4-BE49-F238E27FC236}">
                <a16:creationId xmlns:a16="http://schemas.microsoft.com/office/drawing/2014/main" id="{6B1DFC4D-91F7-B834-5FF2-E06D2C422066}"/>
              </a:ext>
            </a:extLst>
          </p:cNvPr>
          <p:cNvSpPr txBox="1"/>
          <p:nvPr/>
        </p:nvSpPr>
        <p:spPr>
          <a:xfrm>
            <a:off x="892028" y="2450189"/>
            <a:ext cx="1473853" cy="461665"/>
          </a:xfrm>
          <a:prstGeom prst="rect">
            <a:avLst/>
          </a:prstGeom>
          <a:noFill/>
        </p:spPr>
        <p:txBody>
          <a:bodyPr wrap="square" rtlCol="0">
            <a:spAutoFit/>
          </a:bodyPr>
          <a:lstStyle/>
          <a:p>
            <a:pPr algn="ctr"/>
            <a:r>
              <a:rPr lang="en-US" sz="2400" b="1" dirty="0">
                <a:solidFill>
                  <a:schemeClr val="tx1"/>
                </a:solidFill>
              </a:rPr>
              <a:t>Time</a:t>
            </a:r>
          </a:p>
        </p:txBody>
      </p:sp>
      <p:sp>
        <p:nvSpPr>
          <p:cNvPr id="18" name="TextBox 17">
            <a:extLst>
              <a:ext uri="{FF2B5EF4-FFF2-40B4-BE49-F238E27FC236}">
                <a16:creationId xmlns:a16="http://schemas.microsoft.com/office/drawing/2014/main" id="{2F06AD13-BD24-2DDC-C7BD-87347180BABB}"/>
              </a:ext>
            </a:extLst>
          </p:cNvPr>
          <p:cNvSpPr txBox="1"/>
          <p:nvPr/>
        </p:nvSpPr>
        <p:spPr>
          <a:xfrm>
            <a:off x="5475850" y="2450188"/>
            <a:ext cx="1473853" cy="461665"/>
          </a:xfrm>
          <a:prstGeom prst="rect">
            <a:avLst/>
          </a:prstGeom>
          <a:noFill/>
        </p:spPr>
        <p:txBody>
          <a:bodyPr wrap="square" rtlCol="0">
            <a:spAutoFit/>
          </a:bodyPr>
          <a:lstStyle/>
          <a:p>
            <a:pPr algn="ctr"/>
            <a:r>
              <a:rPr lang="en-US" sz="2400" b="1" dirty="0">
                <a:solidFill>
                  <a:schemeClr val="tx1"/>
                </a:solidFill>
              </a:rPr>
              <a:t>Posttest</a:t>
            </a:r>
          </a:p>
        </p:txBody>
      </p:sp>
      <p:sp>
        <p:nvSpPr>
          <p:cNvPr id="19" name="TextBox 18">
            <a:extLst>
              <a:ext uri="{FF2B5EF4-FFF2-40B4-BE49-F238E27FC236}">
                <a16:creationId xmlns:a16="http://schemas.microsoft.com/office/drawing/2014/main" id="{72E743A3-C790-7459-E859-F0E41B2B96CC}"/>
              </a:ext>
            </a:extLst>
          </p:cNvPr>
          <p:cNvSpPr txBox="1"/>
          <p:nvPr/>
        </p:nvSpPr>
        <p:spPr>
          <a:xfrm>
            <a:off x="3032828" y="2450188"/>
            <a:ext cx="1856735" cy="461665"/>
          </a:xfrm>
          <a:prstGeom prst="rect">
            <a:avLst/>
          </a:prstGeom>
          <a:noFill/>
        </p:spPr>
        <p:txBody>
          <a:bodyPr wrap="square" rtlCol="0">
            <a:spAutoFit/>
          </a:bodyPr>
          <a:lstStyle/>
          <a:p>
            <a:pPr algn="ctr"/>
            <a:r>
              <a:rPr lang="en-US" sz="2400" b="1" dirty="0">
                <a:solidFill>
                  <a:schemeClr val="tx1"/>
                </a:solidFill>
              </a:rPr>
              <a:t>Workshop</a:t>
            </a:r>
          </a:p>
        </p:txBody>
      </p:sp>
      <p:sp>
        <p:nvSpPr>
          <p:cNvPr id="20" name="Arc 19">
            <a:extLst>
              <a:ext uri="{FF2B5EF4-FFF2-40B4-BE49-F238E27FC236}">
                <a16:creationId xmlns:a16="http://schemas.microsoft.com/office/drawing/2014/main" id="{6E0E5CCA-D5F8-623B-81AC-088FAE1DFAAA}"/>
              </a:ext>
            </a:extLst>
          </p:cNvPr>
          <p:cNvSpPr/>
          <p:nvPr/>
        </p:nvSpPr>
        <p:spPr>
          <a:xfrm>
            <a:off x="3124108" y="3247106"/>
            <a:ext cx="1581504" cy="1581504"/>
          </a:xfrm>
          <a:prstGeom prst="arc">
            <a:avLst>
              <a:gd name="adj1" fmla="val 16200000"/>
              <a:gd name="adj2" fmla="val 9686684"/>
            </a:avLst>
          </a:prstGeom>
          <a:ln w="273050" cap="rnd">
            <a:gradFill flip="none" rotWithShape="1">
              <a:gsLst>
                <a:gs pos="0">
                  <a:schemeClr val="accent3"/>
                </a:gs>
                <a:gs pos="57000">
                  <a:schemeClr val="accent2"/>
                </a:gs>
                <a:gs pos="100000">
                  <a:schemeClr val="accent1"/>
                </a:gs>
              </a:gsLst>
              <a:lin ang="16800000" scaled="0"/>
              <a:tileRect/>
            </a:gra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th-TH" sz="1800"/>
          </a:p>
        </p:txBody>
      </p:sp>
      <p:sp>
        <p:nvSpPr>
          <p:cNvPr id="21" name="Oval 20">
            <a:extLst>
              <a:ext uri="{FF2B5EF4-FFF2-40B4-BE49-F238E27FC236}">
                <a16:creationId xmlns:a16="http://schemas.microsoft.com/office/drawing/2014/main" id="{0A9DE8A4-5CAF-D7D2-FF27-6D12F114AF6A}"/>
              </a:ext>
            </a:extLst>
          </p:cNvPr>
          <p:cNvSpPr/>
          <p:nvPr/>
        </p:nvSpPr>
        <p:spPr bwMode="black">
          <a:xfrm>
            <a:off x="3787744" y="3112294"/>
            <a:ext cx="254232" cy="271017"/>
          </a:xfrm>
          <a:prstGeom prst="ellipse">
            <a:avLst/>
          </a:prstGeom>
          <a:solidFill>
            <a:srgbClr val="0764FF"/>
          </a:soli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22" name="TextBox 21">
            <a:extLst>
              <a:ext uri="{FF2B5EF4-FFF2-40B4-BE49-F238E27FC236}">
                <a16:creationId xmlns:a16="http://schemas.microsoft.com/office/drawing/2014/main" id="{9E62C3C5-B997-6891-7A7D-942DC5359605}"/>
              </a:ext>
            </a:extLst>
          </p:cNvPr>
          <p:cNvSpPr txBox="1"/>
          <p:nvPr/>
        </p:nvSpPr>
        <p:spPr>
          <a:xfrm>
            <a:off x="3202575" y="3778458"/>
            <a:ext cx="1424571" cy="584775"/>
          </a:xfrm>
          <a:prstGeom prst="rect">
            <a:avLst/>
          </a:prstGeom>
          <a:noFill/>
        </p:spPr>
        <p:txBody>
          <a:bodyPr wrap="square" rtlCol="0">
            <a:spAutoFit/>
          </a:bodyPr>
          <a:lstStyle/>
          <a:p>
            <a:pPr algn="ctr"/>
            <a:r>
              <a:rPr lang="en-US" sz="3200" b="1" dirty="0">
                <a:solidFill>
                  <a:schemeClr val="tx1"/>
                </a:solidFill>
              </a:rPr>
              <a:t>70%</a:t>
            </a:r>
            <a:endParaRPr lang="th-TH" sz="3200" b="1" dirty="0">
              <a:solidFill>
                <a:schemeClr val="tx1"/>
              </a:solidFill>
            </a:endParaRPr>
          </a:p>
        </p:txBody>
      </p:sp>
      <p:sp>
        <p:nvSpPr>
          <p:cNvPr id="23" name="Arc 22">
            <a:extLst>
              <a:ext uri="{FF2B5EF4-FFF2-40B4-BE49-F238E27FC236}">
                <a16:creationId xmlns:a16="http://schemas.microsoft.com/office/drawing/2014/main" id="{7D5DD56D-AD26-A5D2-0F30-2F9AE3F1E26D}"/>
              </a:ext>
            </a:extLst>
          </p:cNvPr>
          <p:cNvSpPr/>
          <p:nvPr/>
        </p:nvSpPr>
        <p:spPr>
          <a:xfrm>
            <a:off x="5475849" y="3247106"/>
            <a:ext cx="1581504" cy="1581504"/>
          </a:xfrm>
          <a:prstGeom prst="arc">
            <a:avLst>
              <a:gd name="adj1" fmla="val 16200000"/>
              <a:gd name="adj2" fmla="val 9686684"/>
            </a:avLst>
          </a:prstGeom>
          <a:ln w="273050" cap="rnd">
            <a:gradFill flip="none" rotWithShape="1">
              <a:gsLst>
                <a:gs pos="0">
                  <a:schemeClr val="accent3"/>
                </a:gs>
                <a:gs pos="57000">
                  <a:schemeClr val="accent2"/>
                </a:gs>
                <a:gs pos="100000">
                  <a:schemeClr val="accent1"/>
                </a:gs>
              </a:gsLst>
              <a:lin ang="16800000" scaled="0"/>
              <a:tileRect/>
            </a:gra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th-TH" sz="1800"/>
          </a:p>
        </p:txBody>
      </p:sp>
      <p:sp>
        <p:nvSpPr>
          <p:cNvPr id="25" name="TextBox 24">
            <a:extLst>
              <a:ext uri="{FF2B5EF4-FFF2-40B4-BE49-F238E27FC236}">
                <a16:creationId xmlns:a16="http://schemas.microsoft.com/office/drawing/2014/main" id="{6D0BEAF4-1334-5193-640F-5A6524534CDE}"/>
              </a:ext>
            </a:extLst>
          </p:cNvPr>
          <p:cNvSpPr txBox="1"/>
          <p:nvPr/>
        </p:nvSpPr>
        <p:spPr>
          <a:xfrm>
            <a:off x="5554316" y="3778458"/>
            <a:ext cx="1424571" cy="584775"/>
          </a:xfrm>
          <a:prstGeom prst="rect">
            <a:avLst/>
          </a:prstGeom>
          <a:noFill/>
        </p:spPr>
        <p:txBody>
          <a:bodyPr wrap="square" rtlCol="0">
            <a:spAutoFit/>
          </a:bodyPr>
          <a:lstStyle/>
          <a:p>
            <a:pPr algn="ctr"/>
            <a:r>
              <a:rPr lang="en-US" sz="3200" b="1" dirty="0">
                <a:solidFill>
                  <a:schemeClr val="tx1"/>
                </a:solidFill>
              </a:rPr>
              <a:t>70%</a:t>
            </a:r>
            <a:endParaRPr lang="th-TH" sz="3200" b="1" dirty="0">
              <a:solidFill>
                <a:schemeClr val="tx1"/>
              </a:solidFill>
            </a:endParaRPr>
          </a:p>
        </p:txBody>
      </p:sp>
      <p:pic>
        <p:nvPicPr>
          <p:cNvPr id="26" name="Picture 25">
            <a:extLst>
              <a:ext uri="{FF2B5EF4-FFF2-40B4-BE49-F238E27FC236}">
                <a16:creationId xmlns:a16="http://schemas.microsoft.com/office/drawing/2014/main" id="{FAB541DC-BB38-94EE-AE3E-160E764792E7}"/>
              </a:ext>
            </a:extLst>
          </p:cNvPr>
          <p:cNvPicPr>
            <a:picLocks noChangeAspect="1"/>
          </p:cNvPicPr>
          <p:nvPr/>
        </p:nvPicPr>
        <p:blipFill>
          <a:blip r:embed="rId3" cstate="print">
            <a:extLst>
              <a:ext uri="{28A0092B-C50C-407E-A947-70E740481C1C}">
                <a14:useLocalDpi xmlns:a14="http://schemas.microsoft.com/office/drawing/2010/main" val="0"/>
              </a:ext>
            </a:extLst>
          </a:blip>
          <a:srcRect l="16" r="16"/>
          <a:stretch/>
        </p:blipFill>
        <p:spPr>
          <a:xfrm>
            <a:off x="7958249" y="2588837"/>
            <a:ext cx="3628000" cy="2564543"/>
          </a:xfrm>
          <a:prstGeom prst="roundRect">
            <a:avLst>
              <a:gd name="adj" fmla="val 5894"/>
            </a:avLst>
          </a:prstGeom>
          <a:ln w="28575">
            <a:solidFill>
              <a:srgbClr val="19B5FE"/>
            </a:solidFill>
          </a:ln>
        </p:spPr>
      </p:pic>
      <p:sp>
        <p:nvSpPr>
          <p:cNvPr id="27" name="TextBox 26">
            <a:extLst>
              <a:ext uri="{FF2B5EF4-FFF2-40B4-BE49-F238E27FC236}">
                <a16:creationId xmlns:a16="http://schemas.microsoft.com/office/drawing/2014/main" id="{3C24D434-165C-9781-AEE2-A9939E47D18B}"/>
              </a:ext>
            </a:extLst>
          </p:cNvPr>
          <p:cNvSpPr txBox="1"/>
          <p:nvPr/>
        </p:nvSpPr>
        <p:spPr>
          <a:xfrm>
            <a:off x="8613009" y="1988522"/>
            <a:ext cx="2318480" cy="461665"/>
          </a:xfrm>
          <a:prstGeom prst="rect">
            <a:avLst/>
          </a:prstGeom>
          <a:noFill/>
        </p:spPr>
        <p:txBody>
          <a:bodyPr wrap="square" rtlCol="0">
            <a:spAutoFit/>
          </a:bodyPr>
          <a:lstStyle/>
          <a:p>
            <a:pPr algn="ctr"/>
            <a:r>
              <a:rPr lang="en-US" sz="2400" b="1" dirty="0">
                <a:solidFill>
                  <a:schemeClr val="tx1"/>
                </a:solidFill>
              </a:rPr>
              <a:t>E-Certificate</a:t>
            </a:r>
          </a:p>
        </p:txBody>
      </p:sp>
      <p:sp>
        <p:nvSpPr>
          <p:cNvPr id="33" name="Footer Placeholder 4">
            <a:extLst>
              <a:ext uri="{FF2B5EF4-FFF2-40B4-BE49-F238E27FC236}">
                <a16:creationId xmlns:a16="http://schemas.microsoft.com/office/drawing/2014/main" id="{CF182FC4-EABA-7FDB-A1D9-14EB03DC40B8}"/>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34" name="Slide Number Placeholder 5">
            <a:extLst>
              <a:ext uri="{FF2B5EF4-FFF2-40B4-BE49-F238E27FC236}">
                <a16:creationId xmlns:a16="http://schemas.microsoft.com/office/drawing/2014/main" id="{94B8EECF-0075-B9BA-6CB4-67D6BEF17901}"/>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
        <p:nvSpPr>
          <p:cNvPr id="35" name="Oval 34">
            <a:extLst>
              <a:ext uri="{FF2B5EF4-FFF2-40B4-BE49-F238E27FC236}">
                <a16:creationId xmlns:a16="http://schemas.microsoft.com/office/drawing/2014/main" id="{54C76493-67AC-15E0-1E71-62FE9BB9D1C7}"/>
              </a:ext>
            </a:extLst>
          </p:cNvPr>
          <p:cNvSpPr/>
          <p:nvPr/>
        </p:nvSpPr>
        <p:spPr bwMode="black">
          <a:xfrm>
            <a:off x="6139484" y="3112294"/>
            <a:ext cx="254232" cy="271017"/>
          </a:xfrm>
          <a:prstGeom prst="ellipse">
            <a:avLst/>
          </a:prstGeom>
          <a:solidFill>
            <a:srgbClr val="0764FF"/>
          </a:soli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36" name="Oval 35">
            <a:extLst>
              <a:ext uri="{FF2B5EF4-FFF2-40B4-BE49-F238E27FC236}">
                <a16:creationId xmlns:a16="http://schemas.microsoft.com/office/drawing/2014/main" id="{B615A674-0170-4686-23F8-0389BAD5CFFE}"/>
              </a:ext>
            </a:extLst>
          </p:cNvPr>
          <p:cNvSpPr/>
          <p:nvPr/>
        </p:nvSpPr>
        <p:spPr bwMode="black">
          <a:xfrm>
            <a:off x="1501837" y="3112294"/>
            <a:ext cx="254232" cy="271017"/>
          </a:xfrm>
          <a:prstGeom prst="ellipse">
            <a:avLst/>
          </a:prstGeom>
          <a:solidFill>
            <a:srgbClr val="0764FF"/>
          </a:soli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2" name="Rectangle 1">
            <a:extLst>
              <a:ext uri="{FF2B5EF4-FFF2-40B4-BE49-F238E27FC236}">
                <a16:creationId xmlns:a16="http://schemas.microsoft.com/office/drawing/2014/main" id="{0079103A-31D5-E002-C6CA-1192C5A1A05F}"/>
              </a:ext>
            </a:extLst>
          </p:cNvPr>
          <p:cNvSpPr/>
          <p:nvPr/>
        </p:nvSpPr>
        <p:spPr bwMode="white">
          <a:xfrm>
            <a:off x="10604500" y="4660900"/>
            <a:ext cx="927100" cy="279400"/>
          </a:xfrm>
          <a:prstGeom prst="rect">
            <a:avLst/>
          </a:prstGeom>
          <a:solidFill>
            <a:srgbClr val="FFFFFF"/>
          </a:solidFill>
          <a:ln>
            <a:noFill/>
            <a:headEnd type="none" w="med" len="med"/>
            <a:tailEnd type="triangle" w="lg" len="lg"/>
          </a:ln>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pic>
        <p:nvPicPr>
          <p:cNvPr id="4" name="Picture 3">
            <a:extLst>
              <a:ext uri="{FF2B5EF4-FFF2-40B4-BE49-F238E27FC236}">
                <a16:creationId xmlns:a16="http://schemas.microsoft.com/office/drawing/2014/main" id="{91763B43-9881-4619-B205-D18F9247855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black">
          <a:xfrm>
            <a:off x="10706112" y="4674708"/>
            <a:ext cx="723876" cy="237382"/>
          </a:xfrm>
          <a:prstGeom prst="rect">
            <a:avLst/>
          </a:prstGeom>
        </p:spPr>
      </p:pic>
    </p:spTree>
    <p:extLst>
      <p:ext uri="{BB962C8B-B14F-4D97-AF65-F5344CB8AC3E}">
        <p14:creationId xmlns:p14="http://schemas.microsoft.com/office/powerpoint/2010/main" val="200622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par>
                                <p:cTn id="13" presetID="21" presetClass="entr" presetSubtype="1"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heel(1)">
                                      <p:cBhvr>
                                        <p:cTn id="15" dur="20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par>
                                <p:cTn id="21" presetID="21" presetClass="entr" presetSubtype="1"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heel(1)">
                                      <p:cBhvr>
                                        <p:cTn id="23" dur="2000"/>
                                        <p:tgtEl>
                                          <p:spTgt spid="23"/>
                                        </p:tgtEl>
                                      </p:cBhvr>
                                    </p:animEffect>
                                  </p:childTnLst>
                                </p:cTn>
                              </p:par>
                              <p:par>
                                <p:cTn id="24" presetID="42"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1000"/>
                                        <p:tgtEl>
                                          <p:spTgt spid="26"/>
                                        </p:tgtEl>
                                      </p:cBhvr>
                                    </p:animEffect>
                                    <p:anim calcmode="lin" valueType="num">
                                      <p:cBhvr>
                                        <p:cTn id="27" dur="1000" fill="hold"/>
                                        <p:tgtEl>
                                          <p:spTgt spid="26"/>
                                        </p:tgtEl>
                                        <p:attrNameLst>
                                          <p:attrName>ppt_x</p:attrName>
                                        </p:attrNameLst>
                                      </p:cBhvr>
                                      <p:tavLst>
                                        <p:tav tm="0">
                                          <p:val>
                                            <p:strVal val="#ppt_x"/>
                                          </p:val>
                                        </p:tav>
                                        <p:tav tm="100000">
                                          <p:val>
                                            <p:strVal val="#ppt_x"/>
                                          </p:val>
                                        </p:tav>
                                      </p:tavLst>
                                    </p:anim>
                                    <p:anim calcmode="lin" valueType="num">
                                      <p:cBhvr>
                                        <p:cTn id="2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animBg="1"/>
      <p:bldP spid="21" grpId="0" animBg="1"/>
      <p:bldP spid="23" grpId="0" animBg="1"/>
      <p:bldP spid="35" grpId="0" animBg="1"/>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me_Attend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F1BF608-64B0-7080-7588-12E2BF03512D}"/>
              </a:ext>
            </a:extLst>
          </p:cNvPr>
          <p:cNvSpPr txBox="1"/>
          <p:nvPr/>
        </p:nvSpPr>
        <p:spPr>
          <a:xfrm>
            <a:off x="2934449" y="1538951"/>
            <a:ext cx="6323103"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แนะนำเวลาการอบรมกับ </a:t>
            </a:r>
            <a:r>
              <a:rPr lang="en-US" sz="2600" b="1" dirty="0">
                <a:solidFill>
                  <a:schemeClr val="tx1"/>
                </a:solidFill>
                <a:cs typeface="LINE Seed Sans TH" panose="020B0303020203020204" pitchFamily="34" charset="-34"/>
              </a:rPr>
              <a:t>9Expert Training</a:t>
            </a:r>
          </a:p>
        </p:txBody>
      </p:sp>
      <p:sp>
        <p:nvSpPr>
          <p:cNvPr id="10" name="TextBox 9">
            <a:extLst>
              <a:ext uri="{FF2B5EF4-FFF2-40B4-BE49-F238E27FC236}">
                <a16:creationId xmlns:a16="http://schemas.microsoft.com/office/drawing/2014/main" id="{F820E408-4C0F-1204-54E1-FC5839DDD7B9}"/>
              </a:ext>
            </a:extLst>
          </p:cNvPr>
          <p:cNvSpPr txBox="1"/>
          <p:nvPr/>
        </p:nvSpPr>
        <p:spPr bwMode="hidden">
          <a:xfrm>
            <a:off x="2257936" y="675420"/>
            <a:ext cx="7676128" cy="892552"/>
          </a:xfrm>
          <a:prstGeom prst="rect">
            <a:avLst/>
          </a:prstGeom>
          <a:noFill/>
        </p:spPr>
        <p:txBody>
          <a:bodyPr wrap="square">
            <a:spAutoFit/>
          </a:bodyPr>
          <a:lstStyle/>
          <a:p>
            <a:pPr algn="ctr"/>
            <a:r>
              <a:rPr lang="th-TH"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แนะนำเวลาการอบรม</a:t>
            </a:r>
            <a:endPar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endParaRPr>
          </a:p>
        </p:txBody>
      </p:sp>
      <p:sp>
        <p:nvSpPr>
          <p:cNvPr id="11" name="TextBox 10">
            <a:extLst>
              <a:ext uri="{FF2B5EF4-FFF2-40B4-BE49-F238E27FC236}">
                <a16:creationId xmlns:a16="http://schemas.microsoft.com/office/drawing/2014/main" id="{FEBDE5C1-5920-BFDE-1A54-F855C705F7E3}"/>
              </a:ext>
            </a:extLst>
          </p:cNvPr>
          <p:cNvSpPr txBox="1"/>
          <p:nvPr/>
        </p:nvSpPr>
        <p:spPr>
          <a:xfrm>
            <a:off x="2258166" y="675420"/>
            <a:ext cx="7676130" cy="892552"/>
          </a:xfrm>
          <a:prstGeom prst="rect">
            <a:avLst/>
          </a:prstGeom>
          <a:noFill/>
        </p:spPr>
        <p:txBody>
          <a:bodyPr wrap="square">
            <a:spAutoFit/>
          </a:bodyPr>
          <a:lstStyle/>
          <a:p>
            <a:pPr algn="ctr"/>
            <a:r>
              <a:rPr lang="th-TH" sz="5200" b="1" kern="1200" dirty="0">
                <a:solidFill>
                  <a:schemeClr val="accent2"/>
                </a:solidFill>
                <a:effectLst/>
                <a:latin typeface="+mn-lt"/>
                <a:ea typeface="+mj-ea"/>
                <a:cs typeface="LINE Seed Sans TH" panose="020B0303020203020204" pitchFamily="34" charset="-34"/>
              </a:rPr>
              <a:t>แนะนำเวลาการอบรม</a:t>
            </a:r>
            <a:endParaRPr lang="en-US" sz="5200" b="1" kern="1200" dirty="0">
              <a:solidFill>
                <a:schemeClr val="accent2"/>
              </a:solidFill>
              <a:effectLst/>
              <a:latin typeface="+mn-lt"/>
              <a:ea typeface="+mj-ea"/>
              <a:cs typeface="LINE Seed Sans TH" panose="020B0303020203020204" pitchFamily="34" charset="-34"/>
            </a:endParaRPr>
          </a:p>
        </p:txBody>
      </p:sp>
      <p:grpSp>
        <p:nvGrpSpPr>
          <p:cNvPr id="12" name="Group 11">
            <a:extLst>
              <a:ext uri="{FF2B5EF4-FFF2-40B4-BE49-F238E27FC236}">
                <a16:creationId xmlns:a16="http://schemas.microsoft.com/office/drawing/2014/main" id="{098AE5D4-A89B-D3CE-F447-8BB0D05A1425}"/>
              </a:ext>
            </a:extLst>
          </p:cNvPr>
          <p:cNvGrpSpPr/>
          <p:nvPr/>
        </p:nvGrpSpPr>
        <p:grpSpPr>
          <a:xfrm>
            <a:off x="838200" y="2432576"/>
            <a:ext cx="1356982" cy="523220"/>
            <a:chOff x="880475" y="1970559"/>
            <a:chExt cx="1356982" cy="523220"/>
          </a:xfrm>
        </p:grpSpPr>
        <p:grpSp>
          <p:nvGrpSpPr>
            <p:cNvPr id="13" name="Group 12">
              <a:extLst>
                <a:ext uri="{FF2B5EF4-FFF2-40B4-BE49-F238E27FC236}">
                  <a16:creationId xmlns:a16="http://schemas.microsoft.com/office/drawing/2014/main" id="{CBDCF1AD-F5FE-DBCB-A803-6D4C03FDDBD8}"/>
                </a:ext>
              </a:extLst>
            </p:cNvPr>
            <p:cNvGrpSpPr/>
            <p:nvPr/>
          </p:nvGrpSpPr>
          <p:grpSpPr>
            <a:xfrm>
              <a:off x="880475" y="1970854"/>
              <a:ext cx="411480" cy="411480"/>
              <a:chOff x="838199" y="5211096"/>
              <a:chExt cx="885975" cy="885975"/>
            </a:xfrm>
          </p:grpSpPr>
          <p:grpSp>
            <p:nvGrpSpPr>
              <p:cNvPr id="15" name="Group 14">
                <a:extLst>
                  <a:ext uri="{FF2B5EF4-FFF2-40B4-BE49-F238E27FC236}">
                    <a16:creationId xmlns:a16="http://schemas.microsoft.com/office/drawing/2014/main" id="{E7616EF6-E1B0-6C77-5326-055D89B28358}"/>
                  </a:ext>
                </a:extLst>
              </p:cNvPr>
              <p:cNvGrpSpPr/>
              <p:nvPr/>
            </p:nvGrpSpPr>
            <p:grpSpPr bwMode="gray">
              <a:xfrm>
                <a:off x="838199" y="5211096"/>
                <a:ext cx="885975" cy="885975"/>
                <a:chOff x="865641" y="1173737"/>
                <a:chExt cx="868166" cy="868166"/>
              </a:xfrm>
            </p:grpSpPr>
            <p:sp>
              <p:nvSpPr>
                <p:cNvPr id="17" name="Oval 16">
                  <a:extLst>
                    <a:ext uri="{FF2B5EF4-FFF2-40B4-BE49-F238E27FC236}">
                      <a16:creationId xmlns:a16="http://schemas.microsoft.com/office/drawing/2014/main" id="{DE1D6D47-FBDE-19D7-E63B-40FA4F436C78}"/>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18" name="Oval 17">
                  <a:extLst>
                    <a:ext uri="{FF2B5EF4-FFF2-40B4-BE49-F238E27FC236}">
                      <a16:creationId xmlns:a16="http://schemas.microsoft.com/office/drawing/2014/main" id="{CFADDBAB-3AE9-EC0D-9AB2-52EAA57E27FA}"/>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16" name="Graphic 15" descr="Stopwatch with solid fill">
                <a:extLst>
                  <a:ext uri="{FF2B5EF4-FFF2-40B4-BE49-F238E27FC236}">
                    <a16:creationId xmlns:a16="http://schemas.microsoft.com/office/drawing/2014/main" id="{3840ECF9-8ED1-95CE-D5AA-A8E09898CD8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974278" y="5352607"/>
                <a:ext cx="613818" cy="613818"/>
              </a:xfrm>
              <a:prstGeom prst="rect">
                <a:avLst/>
              </a:prstGeom>
            </p:spPr>
          </p:pic>
        </p:grpSp>
        <p:sp>
          <p:nvSpPr>
            <p:cNvPr id="14" name="TextBox 13">
              <a:extLst>
                <a:ext uri="{FF2B5EF4-FFF2-40B4-BE49-F238E27FC236}">
                  <a16:creationId xmlns:a16="http://schemas.microsoft.com/office/drawing/2014/main" id="{C85AE4B9-CFCB-D9EF-44C1-7906EC32CB76}"/>
                </a:ext>
              </a:extLst>
            </p:cNvPr>
            <p:cNvSpPr txBox="1"/>
            <p:nvPr/>
          </p:nvSpPr>
          <p:spPr>
            <a:xfrm>
              <a:off x="1330621" y="1970559"/>
              <a:ext cx="906836" cy="523220"/>
            </a:xfrm>
            <a:prstGeom prst="rect">
              <a:avLst/>
            </a:prstGeom>
            <a:noFill/>
          </p:spPr>
          <p:txBody>
            <a:bodyPr wrap="square" rtlCol="0">
              <a:spAutoFit/>
            </a:bodyPr>
            <a:lstStyle/>
            <a:p>
              <a:pPr algn="l"/>
              <a:r>
                <a:rPr lang="th-TH" sz="1400" b="1" dirty="0">
                  <a:solidFill>
                    <a:schemeClr val="tx1"/>
                  </a:solidFill>
                </a:rPr>
                <a:t>เริ่มเรียน</a:t>
              </a:r>
              <a:r>
                <a:rPr lang="en-US" sz="1400" b="1" dirty="0">
                  <a:solidFill>
                    <a:schemeClr val="tx1"/>
                  </a:solidFill>
                </a:rPr>
                <a:t>:</a:t>
              </a:r>
              <a:r>
                <a:rPr lang="th-TH" sz="1400" b="1" dirty="0">
                  <a:solidFill>
                    <a:schemeClr val="tx1"/>
                  </a:solidFill>
                </a:rPr>
                <a:t> </a:t>
              </a:r>
              <a:br>
                <a:rPr lang="en-US" sz="1400" b="0" dirty="0">
                  <a:solidFill>
                    <a:schemeClr val="tx1"/>
                  </a:solidFill>
                </a:rPr>
              </a:br>
              <a:r>
                <a:rPr lang="en-US" sz="1400" b="0" dirty="0">
                  <a:solidFill>
                    <a:schemeClr val="tx1"/>
                  </a:solidFill>
                </a:rPr>
                <a:t>09:00 </a:t>
              </a:r>
              <a:r>
                <a:rPr lang="th-TH" sz="1400" b="0" dirty="0">
                  <a:solidFill>
                    <a:schemeClr val="tx1"/>
                  </a:solidFill>
                </a:rPr>
                <a:t>น</a:t>
              </a:r>
              <a:r>
                <a:rPr lang="en-US" sz="1400" b="0" dirty="0">
                  <a:solidFill>
                    <a:schemeClr val="tx1"/>
                  </a:solidFill>
                </a:rPr>
                <a:t>.</a:t>
              </a:r>
            </a:p>
          </p:txBody>
        </p:sp>
      </p:grpSp>
      <p:sp>
        <p:nvSpPr>
          <p:cNvPr id="19" name="Rectangle: Rounded Corners 18">
            <a:extLst>
              <a:ext uri="{FF2B5EF4-FFF2-40B4-BE49-F238E27FC236}">
                <a16:creationId xmlns:a16="http://schemas.microsoft.com/office/drawing/2014/main" id="{908EC5AD-102E-684F-7421-FCE16915DA93}"/>
              </a:ext>
            </a:extLst>
          </p:cNvPr>
          <p:cNvSpPr/>
          <p:nvPr/>
        </p:nvSpPr>
        <p:spPr bwMode="black">
          <a:xfrm>
            <a:off x="1347041" y="3297587"/>
            <a:ext cx="9413368" cy="45719"/>
          </a:xfrm>
          <a:prstGeom prst="roundRect">
            <a:avLst>
              <a:gd name="adj" fmla="val 50000"/>
            </a:avLst>
          </a:prstGeom>
          <a:solidFill>
            <a:schemeClr val="accent2"/>
          </a:soli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US" sz="1800" dirty="0">
              <a:solidFill>
                <a:schemeClr val="tx1"/>
              </a:solidFill>
            </a:endParaRPr>
          </a:p>
        </p:txBody>
      </p:sp>
      <p:cxnSp>
        <p:nvCxnSpPr>
          <p:cNvPr id="20" name="Straight Connector 19">
            <a:extLst>
              <a:ext uri="{FF2B5EF4-FFF2-40B4-BE49-F238E27FC236}">
                <a16:creationId xmlns:a16="http://schemas.microsoft.com/office/drawing/2014/main" id="{5B33FE46-C2B7-D0E3-E52E-B673C41771F8}"/>
              </a:ext>
            </a:extLst>
          </p:cNvPr>
          <p:cNvCxnSpPr>
            <a:cxnSpLocks/>
            <a:stCxn id="19" idx="1"/>
          </p:cNvCxnSpPr>
          <p:nvPr/>
        </p:nvCxnSpPr>
        <p:spPr>
          <a:xfrm flipV="1">
            <a:off x="1347041" y="2959740"/>
            <a:ext cx="0" cy="360707"/>
          </a:xfrm>
          <a:prstGeom prst="line">
            <a:avLst/>
          </a:prstGeom>
          <a:ln w="38100" cap="rnd">
            <a:solidFill>
              <a:schemeClr val="accent2"/>
            </a:solidFill>
            <a:prstDash val="solid"/>
            <a:tailEnd type="ova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D2E8CAB8-5C58-DF14-C697-FE1CBD45EBE0}"/>
              </a:ext>
            </a:extLst>
          </p:cNvPr>
          <p:cNvCxnSpPr>
            <a:cxnSpLocks/>
          </p:cNvCxnSpPr>
          <p:nvPr/>
        </p:nvCxnSpPr>
        <p:spPr>
          <a:xfrm flipV="1">
            <a:off x="3675859" y="3027556"/>
            <a:ext cx="0" cy="292890"/>
          </a:xfrm>
          <a:prstGeom prst="line">
            <a:avLst/>
          </a:prstGeom>
          <a:ln w="9525" cap="rnd">
            <a:solidFill>
              <a:schemeClr val="accent2"/>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D1CB218-35D4-AF73-D6DA-16294ECFCFA8}"/>
              </a:ext>
            </a:extLst>
          </p:cNvPr>
          <p:cNvCxnSpPr>
            <a:cxnSpLocks/>
            <a:stCxn id="19" idx="0"/>
          </p:cNvCxnSpPr>
          <p:nvPr/>
        </p:nvCxnSpPr>
        <p:spPr>
          <a:xfrm flipV="1">
            <a:off x="6053725" y="2959740"/>
            <a:ext cx="0" cy="337847"/>
          </a:xfrm>
          <a:prstGeom prst="line">
            <a:avLst/>
          </a:prstGeom>
          <a:ln w="38100" cap="rnd">
            <a:solidFill>
              <a:schemeClr val="accent2"/>
            </a:solidFill>
            <a:prstDash val="solid"/>
            <a:tailEnd type="oval"/>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F616D394-B0FD-A123-E3CF-E6373DD4AD2A}"/>
              </a:ext>
            </a:extLst>
          </p:cNvPr>
          <p:cNvGrpSpPr/>
          <p:nvPr/>
        </p:nvGrpSpPr>
        <p:grpSpPr>
          <a:xfrm>
            <a:off x="3301784" y="2504336"/>
            <a:ext cx="1422417" cy="523220"/>
            <a:chOff x="3433720" y="2077887"/>
            <a:chExt cx="1422417" cy="523220"/>
          </a:xfrm>
        </p:grpSpPr>
        <p:grpSp>
          <p:nvGrpSpPr>
            <p:cNvPr id="24" name="Group 23">
              <a:extLst>
                <a:ext uri="{FF2B5EF4-FFF2-40B4-BE49-F238E27FC236}">
                  <a16:creationId xmlns:a16="http://schemas.microsoft.com/office/drawing/2014/main" id="{0A4D1FE4-ED25-803B-5031-A7509DA31BE7}"/>
                </a:ext>
              </a:extLst>
            </p:cNvPr>
            <p:cNvGrpSpPr/>
            <p:nvPr/>
          </p:nvGrpSpPr>
          <p:grpSpPr>
            <a:xfrm>
              <a:off x="3433720" y="2167566"/>
              <a:ext cx="308181" cy="308181"/>
              <a:chOff x="838199" y="1250239"/>
              <a:chExt cx="885975" cy="885975"/>
            </a:xfrm>
          </p:grpSpPr>
          <p:grpSp>
            <p:nvGrpSpPr>
              <p:cNvPr id="26" name="Group 25">
                <a:extLst>
                  <a:ext uri="{FF2B5EF4-FFF2-40B4-BE49-F238E27FC236}">
                    <a16:creationId xmlns:a16="http://schemas.microsoft.com/office/drawing/2014/main" id="{7DB37443-28AB-7FBB-8EF3-7F1002F9D1F6}"/>
                  </a:ext>
                </a:extLst>
              </p:cNvPr>
              <p:cNvGrpSpPr/>
              <p:nvPr/>
            </p:nvGrpSpPr>
            <p:grpSpPr bwMode="gray">
              <a:xfrm>
                <a:off x="838199" y="1250239"/>
                <a:ext cx="885975" cy="885975"/>
                <a:chOff x="865641" y="1173737"/>
                <a:chExt cx="868166" cy="868166"/>
              </a:xfrm>
            </p:grpSpPr>
            <p:sp>
              <p:nvSpPr>
                <p:cNvPr id="28" name="Oval 27">
                  <a:extLst>
                    <a:ext uri="{FF2B5EF4-FFF2-40B4-BE49-F238E27FC236}">
                      <a16:creationId xmlns:a16="http://schemas.microsoft.com/office/drawing/2014/main" id="{572E25B9-1011-DD44-8C90-9E85CE1BFF06}"/>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29" name="Oval 28">
                  <a:extLst>
                    <a:ext uri="{FF2B5EF4-FFF2-40B4-BE49-F238E27FC236}">
                      <a16:creationId xmlns:a16="http://schemas.microsoft.com/office/drawing/2014/main" id="{9C03E556-6DFD-5314-178D-B3660EC06D63}"/>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27" name="Graphic 26" descr="Burger and drink with solid fill">
                <a:extLst>
                  <a:ext uri="{FF2B5EF4-FFF2-40B4-BE49-F238E27FC236}">
                    <a16:creationId xmlns:a16="http://schemas.microsoft.com/office/drawing/2014/main" id="{70313F5B-DAED-CAED-C86D-9052E922FC6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bwMode="white">
              <a:xfrm>
                <a:off x="945270" y="1357310"/>
                <a:ext cx="671832" cy="671832"/>
              </a:xfrm>
              <a:prstGeom prst="rect">
                <a:avLst/>
              </a:prstGeom>
            </p:spPr>
          </p:pic>
        </p:grpSp>
        <p:sp>
          <p:nvSpPr>
            <p:cNvPr id="25" name="TextBox 24">
              <a:extLst>
                <a:ext uri="{FF2B5EF4-FFF2-40B4-BE49-F238E27FC236}">
                  <a16:creationId xmlns:a16="http://schemas.microsoft.com/office/drawing/2014/main" id="{AF626BA6-9056-0432-CB9D-44007ACDCEDF}"/>
                </a:ext>
              </a:extLst>
            </p:cNvPr>
            <p:cNvSpPr txBox="1"/>
            <p:nvPr/>
          </p:nvSpPr>
          <p:spPr>
            <a:xfrm>
              <a:off x="3752434" y="2077887"/>
              <a:ext cx="1103703" cy="523220"/>
            </a:xfrm>
            <a:prstGeom prst="rect">
              <a:avLst/>
            </a:prstGeom>
            <a:noFill/>
          </p:spPr>
          <p:txBody>
            <a:bodyPr wrap="square" rtlCol="0">
              <a:spAutoFit/>
            </a:bodyPr>
            <a:lstStyle/>
            <a:p>
              <a:pPr algn="l"/>
              <a:r>
                <a:rPr lang="th-TH" sz="1400" b="1" dirty="0">
                  <a:solidFill>
                    <a:schemeClr val="tx1"/>
                  </a:solidFill>
                </a:rPr>
                <a:t>พักเบรก</a:t>
              </a:r>
              <a:r>
                <a:rPr lang="en-US" sz="1400" b="1" dirty="0">
                  <a:solidFill>
                    <a:schemeClr val="tx1"/>
                  </a:solidFill>
                </a:rPr>
                <a:t>(1):</a:t>
              </a:r>
              <a:br>
                <a:rPr lang="en-US" sz="1400" b="1" dirty="0">
                  <a:solidFill>
                    <a:schemeClr val="tx1"/>
                  </a:solidFill>
                </a:rPr>
              </a:br>
              <a:r>
                <a:rPr lang="en-US" sz="1400" b="0" dirty="0">
                  <a:solidFill>
                    <a:schemeClr val="tx1"/>
                  </a:solidFill>
                </a:rPr>
                <a:t>10:30 </a:t>
              </a:r>
              <a:r>
                <a:rPr lang="th-TH" sz="1400" b="0" dirty="0">
                  <a:solidFill>
                    <a:schemeClr val="tx1"/>
                  </a:solidFill>
                </a:rPr>
                <a:t>น</a:t>
              </a:r>
              <a:r>
                <a:rPr lang="en-US" sz="1400" b="0" dirty="0">
                  <a:solidFill>
                    <a:schemeClr val="tx1"/>
                  </a:solidFill>
                </a:rPr>
                <a:t>.</a:t>
              </a:r>
            </a:p>
          </p:txBody>
        </p:sp>
      </p:grpSp>
      <p:grpSp>
        <p:nvGrpSpPr>
          <p:cNvPr id="30" name="Group 29">
            <a:extLst>
              <a:ext uri="{FF2B5EF4-FFF2-40B4-BE49-F238E27FC236}">
                <a16:creationId xmlns:a16="http://schemas.microsoft.com/office/drawing/2014/main" id="{C4EDA369-880D-4D69-CC8F-0E19348A5CA8}"/>
              </a:ext>
            </a:extLst>
          </p:cNvPr>
          <p:cNvGrpSpPr/>
          <p:nvPr/>
        </p:nvGrpSpPr>
        <p:grpSpPr>
          <a:xfrm>
            <a:off x="5617753" y="2432576"/>
            <a:ext cx="1297655" cy="523220"/>
            <a:chOff x="5660027" y="1968869"/>
            <a:chExt cx="1297655" cy="523220"/>
          </a:xfrm>
        </p:grpSpPr>
        <p:sp>
          <p:nvSpPr>
            <p:cNvPr id="31" name="TextBox 30">
              <a:extLst>
                <a:ext uri="{FF2B5EF4-FFF2-40B4-BE49-F238E27FC236}">
                  <a16:creationId xmlns:a16="http://schemas.microsoft.com/office/drawing/2014/main" id="{1860CB5D-024D-BD4C-242C-59F25570028E}"/>
                </a:ext>
              </a:extLst>
            </p:cNvPr>
            <p:cNvSpPr txBox="1"/>
            <p:nvPr/>
          </p:nvSpPr>
          <p:spPr>
            <a:xfrm>
              <a:off x="6111527" y="1968869"/>
              <a:ext cx="846155" cy="523220"/>
            </a:xfrm>
            <a:prstGeom prst="rect">
              <a:avLst/>
            </a:prstGeom>
            <a:noFill/>
          </p:spPr>
          <p:txBody>
            <a:bodyPr wrap="square" rtlCol="0">
              <a:spAutoFit/>
            </a:bodyPr>
            <a:lstStyle/>
            <a:p>
              <a:pPr algn="l"/>
              <a:r>
                <a:rPr lang="th-TH" sz="1400" b="1" dirty="0">
                  <a:solidFill>
                    <a:schemeClr val="tx1"/>
                  </a:solidFill>
                </a:rPr>
                <a:t>พักเที่ยง</a:t>
              </a:r>
              <a:r>
                <a:rPr lang="en-US" sz="1400" b="1" dirty="0">
                  <a:solidFill>
                    <a:schemeClr val="tx1"/>
                  </a:solidFill>
                </a:rPr>
                <a:t>:</a:t>
              </a:r>
              <a:br>
                <a:rPr lang="th-TH" sz="1400" b="1" dirty="0">
                  <a:solidFill>
                    <a:schemeClr val="tx1"/>
                  </a:solidFill>
                </a:rPr>
              </a:br>
              <a:r>
                <a:rPr lang="en-US" sz="1400" b="0" dirty="0">
                  <a:solidFill>
                    <a:schemeClr val="tx1"/>
                  </a:solidFill>
                </a:rPr>
                <a:t>12:00 </a:t>
              </a:r>
              <a:r>
                <a:rPr lang="th-TH" sz="1400" b="0" dirty="0">
                  <a:solidFill>
                    <a:schemeClr val="tx1"/>
                  </a:solidFill>
                </a:rPr>
                <a:t>น</a:t>
              </a:r>
              <a:r>
                <a:rPr lang="en-US" sz="1400" b="0" dirty="0">
                  <a:solidFill>
                    <a:schemeClr val="tx1"/>
                  </a:solidFill>
                </a:rPr>
                <a:t>.</a:t>
              </a:r>
            </a:p>
          </p:txBody>
        </p:sp>
        <p:grpSp>
          <p:nvGrpSpPr>
            <p:cNvPr id="32" name="Group 31">
              <a:extLst>
                <a:ext uri="{FF2B5EF4-FFF2-40B4-BE49-F238E27FC236}">
                  <a16:creationId xmlns:a16="http://schemas.microsoft.com/office/drawing/2014/main" id="{3E1A2A8A-8EF2-C44F-6141-F89581C83DDC}"/>
                </a:ext>
              </a:extLst>
            </p:cNvPr>
            <p:cNvGrpSpPr/>
            <p:nvPr/>
          </p:nvGrpSpPr>
          <p:grpSpPr>
            <a:xfrm>
              <a:off x="5660027" y="1970854"/>
              <a:ext cx="411480" cy="411480"/>
              <a:chOff x="838200" y="2601771"/>
              <a:chExt cx="885975" cy="885975"/>
            </a:xfrm>
          </p:grpSpPr>
          <p:grpSp>
            <p:nvGrpSpPr>
              <p:cNvPr id="33" name="Group 32">
                <a:extLst>
                  <a:ext uri="{FF2B5EF4-FFF2-40B4-BE49-F238E27FC236}">
                    <a16:creationId xmlns:a16="http://schemas.microsoft.com/office/drawing/2014/main" id="{ADA4AB37-5DA5-FD94-F0E4-18E4DD06BCA7}"/>
                  </a:ext>
                </a:extLst>
              </p:cNvPr>
              <p:cNvGrpSpPr/>
              <p:nvPr/>
            </p:nvGrpSpPr>
            <p:grpSpPr bwMode="gray">
              <a:xfrm>
                <a:off x="838200" y="2601771"/>
                <a:ext cx="885975" cy="885975"/>
                <a:chOff x="865641" y="1173737"/>
                <a:chExt cx="868166" cy="868166"/>
              </a:xfrm>
            </p:grpSpPr>
            <p:sp>
              <p:nvSpPr>
                <p:cNvPr id="35" name="Oval 34">
                  <a:extLst>
                    <a:ext uri="{FF2B5EF4-FFF2-40B4-BE49-F238E27FC236}">
                      <a16:creationId xmlns:a16="http://schemas.microsoft.com/office/drawing/2014/main" id="{FD57D941-AF67-0D45-ECCF-AB9732E9B3F5}"/>
                    </a:ext>
                  </a:extLst>
                </p:cNvPr>
                <p:cNvSpPr/>
                <p:nvPr/>
              </p:nvSpPr>
              <p:spPr bwMode="gray">
                <a:xfrm>
                  <a:off x="914223"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36" name="Oval 35">
                  <a:extLst>
                    <a:ext uri="{FF2B5EF4-FFF2-40B4-BE49-F238E27FC236}">
                      <a16:creationId xmlns:a16="http://schemas.microsoft.com/office/drawing/2014/main" id="{D227B1DF-FC38-6AF6-7D67-B013B3AEB486}"/>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34" name="Graphic 33" descr="Table setting with solid fill">
                <a:extLst>
                  <a:ext uri="{FF2B5EF4-FFF2-40B4-BE49-F238E27FC236}">
                    <a16:creationId xmlns:a16="http://schemas.microsoft.com/office/drawing/2014/main" id="{E1567419-D16F-E8C7-0D21-A98CAE7792FA}"/>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bwMode="white">
              <a:xfrm>
                <a:off x="967577" y="2724015"/>
                <a:ext cx="641486" cy="641486"/>
              </a:xfrm>
              <a:prstGeom prst="rect">
                <a:avLst/>
              </a:prstGeom>
            </p:spPr>
          </p:pic>
        </p:grpSp>
      </p:grpSp>
      <p:cxnSp>
        <p:nvCxnSpPr>
          <p:cNvPr id="37" name="Straight Connector 36">
            <a:extLst>
              <a:ext uri="{FF2B5EF4-FFF2-40B4-BE49-F238E27FC236}">
                <a16:creationId xmlns:a16="http://schemas.microsoft.com/office/drawing/2014/main" id="{D7B46216-C230-FCFD-6AF5-0A9E06B13F62}"/>
              </a:ext>
            </a:extLst>
          </p:cNvPr>
          <p:cNvCxnSpPr>
            <a:cxnSpLocks/>
          </p:cNvCxnSpPr>
          <p:nvPr/>
        </p:nvCxnSpPr>
        <p:spPr>
          <a:xfrm flipV="1">
            <a:off x="8261134" y="3027556"/>
            <a:ext cx="0" cy="292890"/>
          </a:xfrm>
          <a:prstGeom prst="line">
            <a:avLst/>
          </a:prstGeom>
          <a:ln w="9525" cap="rnd">
            <a:solidFill>
              <a:schemeClr val="accent2"/>
            </a:solidFill>
            <a:prstDash val="dash"/>
            <a:tailEnd type="oval"/>
          </a:ln>
        </p:spPr>
        <p:style>
          <a:lnRef idx="2">
            <a:schemeClr val="accent1"/>
          </a:lnRef>
          <a:fillRef idx="0">
            <a:schemeClr val="accent1"/>
          </a:fillRef>
          <a:effectRef idx="1">
            <a:schemeClr val="accent1"/>
          </a:effectRef>
          <a:fontRef idx="minor">
            <a:schemeClr val="tx1"/>
          </a:fontRef>
        </p:style>
      </p:cxnSp>
      <p:grpSp>
        <p:nvGrpSpPr>
          <p:cNvPr id="38" name="Group 37">
            <a:extLst>
              <a:ext uri="{FF2B5EF4-FFF2-40B4-BE49-F238E27FC236}">
                <a16:creationId xmlns:a16="http://schemas.microsoft.com/office/drawing/2014/main" id="{263BA115-84EB-3D3B-92A6-4D42EB5BF174}"/>
              </a:ext>
            </a:extLst>
          </p:cNvPr>
          <p:cNvGrpSpPr/>
          <p:nvPr/>
        </p:nvGrpSpPr>
        <p:grpSpPr>
          <a:xfrm>
            <a:off x="7865903" y="2540739"/>
            <a:ext cx="1454439" cy="523220"/>
            <a:chOff x="7952057" y="2090823"/>
            <a:chExt cx="1454439" cy="523220"/>
          </a:xfrm>
        </p:grpSpPr>
        <p:grpSp>
          <p:nvGrpSpPr>
            <p:cNvPr id="39" name="Group 38">
              <a:extLst>
                <a:ext uri="{FF2B5EF4-FFF2-40B4-BE49-F238E27FC236}">
                  <a16:creationId xmlns:a16="http://schemas.microsoft.com/office/drawing/2014/main" id="{35AE7EF1-797A-2FE3-E0CE-986A244F312E}"/>
                </a:ext>
              </a:extLst>
            </p:cNvPr>
            <p:cNvGrpSpPr/>
            <p:nvPr/>
          </p:nvGrpSpPr>
          <p:grpSpPr>
            <a:xfrm>
              <a:off x="7952057" y="2152024"/>
              <a:ext cx="308181" cy="308181"/>
              <a:chOff x="838199" y="1250239"/>
              <a:chExt cx="885975" cy="885975"/>
            </a:xfrm>
          </p:grpSpPr>
          <p:grpSp>
            <p:nvGrpSpPr>
              <p:cNvPr id="41" name="Group 40">
                <a:extLst>
                  <a:ext uri="{FF2B5EF4-FFF2-40B4-BE49-F238E27FC236}">
                    <a16:creationId xmlns:a16="http://schemas.microsoft.com/office/drawing/2014/main" id="{4FEDCBC9-9D15-A9C0-1183-553049FAD1EE}"/>
                  </a:ext>
                </a:extLst>
              </p:cNvPr>
              <p:cNvGrpSpPr/>
              <p:nvPr/>
            </p:nvGrpSpPr>
            <p:grpSpPr bwMode="gray">
              <a:xfrm>
                <a:off x="838199" y="1250239"/>
                <a:ext cx="885975" cy="885975"/>
                <a:chOff x="865641" y="1173737"/>
                <a:chExt cx="868166" cy="868166"/>
              </a:xfrm>
            </p:grpSpPr>
            <p:sp>
              <p:nvSpPr>
                <p:cNvPr id="43" name="Oval 42">
                  <a:extLst>
                    <a:ext uri="{FF2B5EF4-FFF2-40B4-BE49-F238E27FC236}">
                      <a16:creationId xmlns:a16="http://schemas.microsoft.com/office/drawing/2014/main" id="{5CF09E52-818D-236C-461F-385F489DB744}"/>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44" name="Oval 43">
                  <a:extLst>
                    <a:ext uri="{FF2B5EF4-FFF2-40B4-BE49-F238E27FC236}">
                      <a16:creationId xmlns:a16="http://schemas.microsoft.com/office/drawing/2014/main" id="{B45F581A-125B-AF88-275E-2F08CC964780}"/>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42" name="Graphic 41" descr="Burger and drink with solid fill">
                <a:extLst>
                  <a:ext uri="{FF2B5EF4-FFF2-40B4-BE49-F238E27FC236}">
                    <a16:creationId xmlns:a16="http://schemas.microsoft.com/office/drawing/2014/main" id="{7D9B2A75-6E5D-CF6B-D0FC-6CCDA9F3C36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bwMode="white">
              <a:xfrm>
                <a:off x="945270" y="1357310"/>
                <a:ext cx="671832" cy="671832"/>
              </a:xfrm>
              <a:prstGeom prst="rect">
                <a:avLst/>
              </a:prstGeom>
            </p:spPr>
          </p:pic>
        </p:grpSp>
        <p:sp>
          <p:nvSpPr>
            <p:cNvPr id="40" name="TextBox 39">
              <a:extLst>
                <a:ext uri="{FF2B5EF4-FFF2-40B4-BE49-F238E27FC236}">
                  <a16:creationId xmlns:a16="http://schemas.microsoft.com/office/drawing/2014/main" id="{4B92B287-0EF0-BBA7-7A8D-C8FBC183E574}"/>
                </a:ext>
              </a:extLst>
            </p:cNvPr>
            <p:cNvSpPr txBox="1"/>
            <p:nvPr/>
          </p:nvSpPr>
          <p:spPr>
            <a:xfrm>
              <a:off x="8302793" y="2090823"/>
              <a:ext cx="1103703" cy="523220"/>
            </a:xfrm>
            <a:prstGeom prst="rect">
              <a:avLst/>
            </a:prstGeom>
            <a:noFill/>
          </p:spPr>
          <p:txBody>
            <a:bodyPr wrap="square" rtlCol="0">
              <a:spAutoFit/>
            </a:bodyPr>
            <a:lstStyle/>
            <a:p>
              <a:pPr algn="l"/>
              <a:r>
                <a:rPr lang="th-TH" sz="1400" b="1" dirty="0">
                  <a:solidFill>
                    <a:schemeClr val="tx1"/>
                  </a:solidFill>
                </a:rPr>
                <a:t>พักเบรก</a:t>
              </a:r>
              <a:r>
                <a:rPr lang="en-US" sz="1400" b="1" dirty="0">
                  <a:solidFill>
                    <a:schemeClr val="tx1"/>
                  </a:solidFill>
                </a:rPr>
                <a:t>(2):</a:t>
              </a:r>
              <a:br>
                <a:rPr lang="en-US" sz="1400" b="1" dirty="0">
                  <a:solidFill>
                    <a:schemeClr val="tx1"/>
                  </a:solidFill>
                </a:rPr>
              </a:br>
              <a:r>
                <a:rPr lang="en-US" sz="1400" b="0" dirty="0">
                  <a:solidFill>
                    <a:schemeClr val="tx1"/>
                  </a:solidFill>
                </a:rPr>
                <a:t>14:30 </a:t>
              </a:r>
              <a:r>
                <a:rPr lang="th-TH" sz="1400" b="0" dirty="0">
                  <a:solidFill>
                    <a:schemeClr val="tx1"/>
                  </a:solidFill>
                </a:rPr>
                <a:t>น</a:t>
              </a:r>
              <a:r>
                <a:rPr lang="en-US" sz="1400" b="0" dirty="0">
                  <a:solidFill>
                    <a:schemeClr val="tx1"/>
                  </a:solidFill>
                </a:rPr>
                <a:t>.</a:t>
              </a:r>
            </a:p>
          </p:txBody>
        </p:sp>
      </p:grpSp>
      <p:grpSp>
        <p:nvGrpSpPr>
          <p:cNvPr id="45" name="Group 44">
            <a:extLst>
              <a:ext uri="{FF2B5EF4-FFF2-40B4-BE49-F238E27FC236}">
                <a16:creationId xmlns:a16="http://schemas.microsoft.com/office/drawing/2014/main" id="{EFD3B2F4-99AE-0EC4-25C9-846433DB2BF3}"/>
              </a:ext>
            </a:extLst>
          </p:cNvPr>
          <p:cNvGrpSpPr/>
          <p:nvPr/>
        </p:nvGrpSpPr>
        <p:grpSpPr>
          <a:xfrm>
            <a:off x="10250397" y="2432574"/>
            <a:ext cx="1341535" cy="523220"/>
            <a:chOff x="10292671" y="1968869"/>
            <a:chExt cx="1341535" cy="523220"/>
          </a:xfrm>
        </p:grpSpPr>
        <p:grpSp>
          <p:nvGrpSpPr>
            <p:cNvPr id="46" name="Group 45">
              <a:extLst>
                <a:ext uri="{FF2B5EF4-FFF2-40B4-BE49-F238E27FC236}">
                  <a16:creationId xmlns:a16="http://schemas.microsoft.com/office/drawing/2014/main" id="{467C23D3-2697-56C0-0457-CF650E4C401D}"/>
                </a:ext>
              </a:extLst>
            </p:cNvPr>
            <p:cNvGrpSpPr/>
            <p:nvPr/>
          </p:nvGrpSpPr>
          <p:grpSpPr>
            <a:xfrm>
              <a:off x="10292671" y="1991499"/>
              <a:ext cx="411480" cy="411480"/>
              <a:chOff x="838199" y="5211096"/>
              <a:chExt cx="885975" cy="885975"/>
            </a:xfrm>
          </p:grpSpPr>
          <p:grpSp>
            <p:nvGrpSpPr>
              <p:cNvPr id="48" name="Group 47">
                <a:extLst>
                  <a:ext uri="{FF2B5EF4-FFF2-40B4-BE49-F238E27FC236}">
                    <a16:creationId xmlns:a16="http://schemas.microsoft.com/office/drawing/2014/main" id="{F28DECA9-FEA5-DEF8-F77A-8F16CABCEAD3}"/>
                  </a:ext>
                </a:extLst>
              </p:cNvPr>
              <p:cNvGrpSpPr/>
              <p:nvPr/>
            </p:nvGrpSpPr>
            <p:grpSpPr bwMode="gray">
              <a:xfrm>
                <a:off x="838199" y="5211096"/>
                <a:ext cx="885975" cy="885975"/>
                <a:chOff x="865641" y="1173737"/>
                <a:chExt cx="868166" cy="868166"/>
              </a:xfrm>
            </p:grpSpPr>
            <p:sp>
              <p:nvSpPr>
                <p:cNvPr id="50" name="Oval 49">
                  <a:extLst>
                    <a:ext uri="{FF2B5EF4-FFF2-40B4-BE49-F238E27FC236}">
                      <a16:creationId xmlns:a16="http://schemas.microsoft.com/office/drawing/2014/main" id="{B89F2664-EF81-1FDF-AD32-6086482FF94E}"/>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51" name="Oval 50">
                  <a:extLst>
                    <a:ext uri="{FF2B5EF4-FFF2-40B4-BE49-F238E27FC236}">
                      <a16:creationId xmlns:a16="http://schemas.microsoft.com/office/drawing/2014/main" id="{7E3C25B9-882B-D4AC-A567-A457176D82F5}"/>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49" name="Graphic 48" descr="Stopwatch with solid fill">
                <a:extLst>
                  <a:ext uri="{FF2B5EF4-FFF2-40B4-BE49-F238E27FC236}">
                    <a16:creationId xmlns:a16="http://schemas.microsoft.com/office/drawing/2014/main" id="{6CA0A782-EB20-9F2B-686B-83612E3E8FE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974278" y="5352607"/>
                <a:ext cx="613818" cy="613818"/>
              </a:xfrm>
              <a:prstGeom prst="rect">
                <a:avLst/>
              </a:prstGeom>
            </p:spPr>
          </p:pic>
        </p:grpSp>
        <p:sp>
          <p:nvSpPr>
            <p:cNvPr id="47" name="TextBox 46">
              <a:extLst>
                <a:ext uri="{FF2B5EF4-FFF2-40B4-BE49-F238E27FC236}">
                  <a16:creationId xmlns:a16="http://schemas.microsoft.com/office/drawing/2014/main" id="{0B801FC3-C998-D4F2-BCFC-61BDC901B53B}"/>
                </a:ext>
              </a:extLst>
            </p:cNvPr>
            <p:cNvSpPr txBox="1"/>
            <p:nvPr/>
          </p:nvSpPr>
          <p:spPr>
            <a:xfrm>
              <a:off x="10749831" y="1968869"/>
              <a:ext cx="884375" cy="523220"/>
            </a:xfrm>
            <a:prstGeom prst="rect">
              <a:avLst/>
            </a:prstGeom>
            <a:noFill/>
          </p:spPr>
          <p:txBody>
            <a:bodyPr wrap="square" rtlCol="0">
              <a:spAutoFit/>
            </a:bodyPr>
            <a:lstStyle/>
            <a:p>
              <a:pPr algn="l"/>
              <a:r>
                <a:rPr lang="th-TH" sz="1400" b="1" dirty="0">
                  <a:solidFill>
                    <a:schemeClr val="tx1"/>
                  </a:solidFill>
                </a:rPr>
                <a:t>เลิกเรียน</a:t>
              </a:r>
              <a:r>
                <a:rPr lang="en-US" sz="1400" b="1" dirty="0">
                  <a:solidFill>
                    <a:schemeClr val="tx1"/>
                  </a:solidFill>
                </a:rPr>
                <a:t>:</a:t>
              </a:r>
              <a:r>
                <a:rPr lang="th-TH" sz="1400" b="1" dirty="0">
                  <a:solidFill>
                    <a:schemeClr val="tx1"/>
                  </a:solidFill>
                </a:rPr>
                <a:t> </a:t>
              </a:r>
              <a:r>
                <a:rPr lang="en-US" sz="1400" b="0" dirty="0">
                  <a:solidFill>
                    <a:schemeClr val="tx1"/>
                  </a:solidFill>
                </a:rPr>
                <a:t>16:00 </a:t>
              </a:r>
              <a:r>
                <a:rPr lang="th-TH" sz="1400" b="0" dirty="0">
                  <a:solidFill>
                    <a:schemeClr val="tx1"/>
                  </a:solidFill>
                </a:rPr>
                <a:t>น</a:t>
              </a:r>
              <a:r>
                <a:rPr lang="en-US" sz="1400" b="0" dirty="0">
                  <a:solidFill>
                    <a:schemeClr val="tx1"/>
                  </a:solidFill>
                </a:rPr>
                <a:t>.</a:t>
              </a:r>
            </a:p>
          </p:txBody>
        </p:sp>
      </p:grpSp>
      <p:cxnSp>
        <p:nvCxnSpPr>
          <p:cNvPr id="52" name="Straight Connector 51">
            <a:extLst>
              <a:ext uri="{FF2B5EF4-FFF2-40B4-BE49-F238E27FC236}">
                <a16:creationId xmlns:a16="http://schemas.microsoft.com/office/drawing/2014/main" id="{23BEB4D2-B5AD-49B5-2146-452B0DD36997}"/>
              </a:ext>
            </a:extLst>
          </p:cNvPr>
          <p:cNvCxnSpPr>
            <a:cxnSpLocks/>
          </p:cNvCxnSpPr>
          <p:nvPr/>
        </p:nvCxnSpPr>
        <p:spPr>
          <a:xfrm flipV="1">
            <a:off x="10745656" y="2959740"/>
            <a:ext cx="0" cy="360707"/>
          </a:xfrm>
          <a:prstGeom prst="line">
            <a:avLst/>
          </a:prstGeom>
          <a:ln w="38100" cap="rnd">
            <a:solidFill>
              <a:schemeClr val="accent2"/>
            </a:solidFill>
            <a:prstDash val="solid"/>
            <a:tailEnd type="oval"/>
          </a:ln>
        </p:spPr>
        <p:style>
          <a:lnRef idx="2">
            <a:schemeClr val="accent1"/>
          </a:lnRef>
          <a:fillRef idx="0">
            <a:schemeClr val="accent1"/>
          </a:fillRef>
          <a:effectRef idx="1">
            <a:schemeClr val="accent1"/>
          </a:effectRef>
          <a:fontRef idx="minor">
            <a:schemeClr val="tx1"/>
          </a:fontRef>
        </p:style>
      </p:cxnSp>
      <p:grpSp>
        <p:nvGrpSpPr>
          <p:cNvPr id="53" name="Group 52">
            <a:extLst>
              <a:ext uri="{FF2B5EF4-FFF2-40B4-BE49-F238E27FC236}">
                <a16:creationId xmlns:a16="http://schemas.microsoft.com/office/drawing/2014/main" id="{7D0C8619-37C0-FA5E-B70D-FFCC52E55E25}"/>
              </a:ext>
            </a:extLst>
          </p:cNvPr>
          <p:cNvGrpSpPr/>
          <p:nvPr/>
        </p:nvGrpSpPr>
        <p:grpSpPr>
          <a:xfrm>
            <a:off x="838200" y="3685051"/>
            <a:ext cx="1960408" cy="353592"/>
            <a:chOff x="8135153" y="2716368"/>
            <a:chExt cx="1960408" cy="353592"/>
          </a:xfrm>
        </p:grpSpPr>
        <p:sp>
          <p:nvSpPr>
            <p:cNvPr id="54" name="Rectangle: Rounded Corners 53">
              <a:extLst>
                <a:ext uri="{FF2B5EF4-FFF2-40B4-BE49-F238E27FC236}">
                  <a16:creationId xmlns:a16="http://schemas.microsoft.com/office/drawing/2014/main" id="{AFA36BAE-E9A8-9565-0517-6B302BA6AFC3}"/>
                </a:ext>
              </a:extLst>
            </p:cNvPr>
            <p:cNvSpPr/>
            <p:nvPr/>
          </p:nvSpPr>
          <p:spPr>
            <a:xfrm>
              <a:off x="8188780" y="2716368"/>
              <a:ext cx="1883242" cy="344764"/>
            </a:xfrm>
            <a:prstGeom prst="roundRect">
              <a:avLst>
                <a:gd name="adj" fmla="val 50000"/>
              </a:avLst>
            </a:prstGeom>
            <a:solidFill>
              <a:schemeClr val="bg1"/>
            </a:solidFill>
            <a:ln w="28575">
              <a:solidFill>
                <a:srgbClr val="2486FF"/>
              </a:solidFill>
            </a:ln>
            <a:effectLst>
              <a:outerShdw blurRad="50800" dist="38100" dir="2700000" algn="tl" rotWithShape="0">
                <a:prstClr val="black">
                  <a:alpha val="40000"/>
                </a:prstClr>
              </a:outerShdw>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55" name="TextBox 54">
              <a:extLst>
                <a:ext uri="{FF2B5EF4-FFF2-40B4-BE49-F238E27FC236}">
                  <a16:creationId xmlns:a16="http://schemas.microsoft.com/office/drawing/2014/main" id="{0DF15B1F-A6A1-E1EC-9B27-E392014005E8}"/>
                </a:ext>
              </a:extLst>
            </p:cNvPr>
            <p:cNvSpPr txBox="1"/>
            <p:nvPr/>
          </p:nvSpPr>
          <p:spPr>
            <a:xfrm>
              <a:off x="8135153" y="2731406"/>
              <a:ext cx="1960408" cy="338554"/>
            </a:xfrm>
            <a:prstGeom prst="rect">
              <a:avLst/>
            </a:prstGeom>
            <a:noFill/>
          </p:spPr>
          <p:txBody>
            <a:bodyPr wrap="square" rtlCol="0">
              <a:spAutoFit/>
            </a:bodyPr>
            <a:lstStyle/>
            <a:p>
              <a:pPr algn="ctr"/>
              <a:r>
                <a:rPr lang="th-TH" sz="1600" b="1" dirty="0"/>
                <a:t>ช่องทางการติดต่อ</a:t>
              </a:r>
              <a:endParaRPr lang="en-US" sz="1600" b="1" dirty="0"/>
            </a:p>
          </p:txBody>
        </p:sp>
      </p:grpSp>
      <p:sp>
        <p:nvSpPr>
          <p:cNvPr id="56" name="TextBox 55">
            <a:extLst>
              <a:ext uri="{FF2B5EF4-FFF2-40B4-BE49-F238E27FC236}">
                <a16:creationId xmlns:a16="http://schemas.microsoft.com/office/drawing/2014/main" id="{EBA2CD91-F6D7-4B7F-D7AF-85F2353CB384}"/>
              </a:ext>
            </a:extLst>
          </p:cNvPr>
          <p:cNvSpPr txBox="1"/>
          <p:nvPr/>
        </p:nvSpPr>
        <p:spPr>
          <a:xfrm>
            <a:off x="1331172" y="4262119"/>
            <a:ext cx="3038949" cy="307777"/>
          </a:xfrm>
          <a:prstGeom prst="rect">
            <a:avLst/>
          </a:prstGeom>
          <a:noFill/>
        </p:spPr>
        <p:txBody>
          <a:bodyPr wrap="square" rtlCol="0">
            <a:spAutoFit/>
          </a:bodyPr>
          <a:lstStyle/>
          <a:p>
            <a:r>
              <a:rPr lang="en-US" sz="1400" b="1" dirty="0">
                <a:solidFill>
                  <a:schemeClr val="tx1"/>
                </a:solidFill>
              </a:rPr>
              <a:t>Email: </a:t>
            </a:r>
            <a:r>
              <a:rPr lang="en-US" sz="1400" dirty="0">
                <a:solidFill>
                  <a:schemeClr val="tx1"/>
                </a:solidFill>
              </a:rPr>
              <a:t>training@9expert.co.th</a:t>
            </a:r>
          </a:p>
        </p:txBody>
      </p:sp>
      <p:sp>
        <p:nvSpPr>
          <p:cNvPr id="57" name="TextBox 56">
            <a:extLst>
              <a:ext uri="{FF2B5EF4-FFF2-40B4-BE49-F238E27FC236}">
                <a16:creationId xmlns:a16="http://schemas.microsoft.com/office/drawing/2014/main" id="{76FCB55A-5965-5560-D908-F96A798E6A84}"/>
              </a:ext>
            </a:extLst>
          </p:cNvPr>
          <p:cNvSpPr txBox="1"/>
          <p:nvPr/>
        </p:nvSpPr>
        <p:spPr>
          <a:xfrm>
            <a:off x="1331172" y="4760248"/>
            <a:ext cx="3038949" cy="307777"/>
          </a:xfrm>
          <a:prstGeom prst="rect">
            <a:avLst/>
          </a:prstGeom>
          <a:noFill/>
        </p:spPr>
        <p:txBody>
          <a:bodyPr wrap="square" rtlCol="0">
            <a:spAutoFit/>
          </a:bodyPr>
          <a:lstStyle/>
          <a:p>
            <a:r>
              <a:rPr lang="en-US" sz="1400" b="1" dirty="0">
                <a:solidFill>
                  <a:schemeClr val="tx1"/>
                </a:solidFill>
              </a:rPr>
              <a:t>LINE Official Account: </a:t>
            </a:r>
            <a:r>
              <a:rPr lang="en-US" sz="1400" dirty="0">
                <a:solidFill>
                  <a:schemeClr val="tx1"/>
                </a:solidFill>
              </a:rPr>
              <a:t>@9expert</a:t>
            </a:r>
          </a:p>
        </p:txBody>
      </p:sp>
      <p:grpSp>
        <p:nvGrpSpPr>
          <p:cNvPr id="58" name="Group 57">
            <a:extLst>
              <a:ext uri="{FF2B5EF4-FFF2-40B4-BE49-F238E27FC236}">
                <a16:creationId xmlns:a16="http://schemas.microsoft.com/office/drawing/2014/main" id="{54D2D26F-DC5B-50E5-E136-B5309CCC3C61}"/>
              </a:ext>
            </a:extLst>
          </p:cNvPr>
          <p:cNvGrpSpPr/>
          <p:nvPr/>
        </p:nvGrpSpPr>
        <p:grpSpPr>
          <a:xfrm>
            <a:off x="892502" y="4212514"/>
            <a:ext cx="411480" cy="411480"/>
            <a:chOff x="838199" y="5211096"/>
            <a:chExt cx="885975" cy="885975"/>
          </a:xfrm>
        </p:grpSpPr>
        <p:grpSp>
          <p:nvGrpSpPr>
            <p:cNvPr id="59" name="Group 58">
              <a:extLst>
                <a:ext uri="{FF2B5EF4-FFF2-40B4-BE49-F238E27FC236}">
                  <a16:creationId xmlns:a16="http://schemas.microsoft.com/office/drawing/2014/main" id="{E0B80FAE-6992-7946-AECD-A47522D71940}"/>
                </a:ext>
              </a:extLst>
            </p:cNvPr>
            <p:cNvGrpSpPr/>
            <p:nvPr/>
          </p:nvGrpSpPr>
          <p:grpSpPr bwMode="gray">
            <a:xfrm>
              <a:off x="838199" y="5211096"/>
              <a:ext cx="885975" cy="885975"/>
              <a:chOff x="865641" y="1173737"/>
              <a:chExt cx="868166" cy="868166"/>
            </a:xfrm>
          </p:grpSpPr>
          <p:sp>
            <p:nvSpPr>
              <p:cNvPr id="61" name="Oval 60">
                <a:extLst>
                  <a:ext uri="{FF2B5EF4-FFF2-40B4-BE49-F238E27FC236}">
                    <a16:creationId xmlns:a16="http://schemas.microsoft.com/office/drawing/2014/main" id="{254A1D03-E39C-89B6-4BC6-91FCE98D8E8E}"/>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62" name="Oval 61">
                <a:extLst>
                  <a:ext uri="{FF2B5EF4-FFF2-40B4-BE49-F238E27FC236}">
                    <a16:creationId xmlns:a16="http://schemas.microsoft.com/office/drawing/2014/main" id="{108874A5-F92B-DCDE-599B-45BE3425C08B}"/>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60" name="Graphic 59" descr="Email with solid fill">
              <a:extLst>
                <a:ext uri="{FF2B5EF4-FFF2-40B4-BE49-F238E27FC236}">
                  <a16:creationId xmlns:a16="http://schemas.microsoft.com/office/drawing/2014/main" id="{43495FBD-E3A8-D56D-62FA-243E7E2A209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29814" y="5381657"/>
              <a:ext cx="491760" cy="491760"/>
            </a:xfrm>
            <a:prstGeom prst="rect">
              <a:avLst/>
            </a:prstGeom>
          </p:spPr>
        </p:pic>
      </p:grpSp>
      <p:grpSp>
        <p:nvGrpSpPr>
          <p:cNvPr id="63" name="Group 62">
            <a:extLst>
              <a:ext uri="{FF2B5EF4-FFF2-40B4-BE49-F238E27FC236}">
                <a16:creationId xmlns:a16="http://schemas.microsoft.com/office/drawing/2014/main" id="{0A33387A-6636-092F-C0C1-4957AA41EFAE}"/>
              </a:ext>
            </a:extLst>
          </p:cNvPr>
          <p:cNvGrpSpPr/>
          <p:nvPr/>
        </p:nvGrpSpPr>
        <p:grpSpPr>
          <a:xfrm>
            <a:off x="892502" y="4717799"/>
            <a:ext cx="411480" cy="411480"/>
            <a:chOff x="838199" y="5211096"/>
            <a:chExt cx="885975" cy="885975"/>
          </a:xfrm>
        </p:grpSpPr>
        <p:grpSp>
          <p:nvGrpSpPr>
            <p:cNvPr id="64" name="Group 63">
              <a:extLst>
                <a:ext uri="{FF2B5EF4-FFF2-40B4-BE49-F238E27FC236}">
                  <a16:creationId xmlns:a16="http://schemas.microsoft.com/office/drawing/2014/main" id="{AA361F2A-F7ED-4467-EEBA-1DE99E596E05}"/>
                </a:ext>
              </a:extLst>
            </p:cNvPr>
            <p:cNvGrpSpPr/>
            <p:nvPr/>
          </p:nvGrpSpPr>
          <p:grpSpPr bwMode="gray">
            <a:xfrm>
              <a:off x="838199" y="5211096"/>
              <a:ext cx="885975" cy="885975"/>
              <a:chOff x="865641" y="1173737"/>
              <a:chExt cx="868166" cy="868166"/>
            </a:xfrm>
          </p:grpSpPr>
          <p:sp>
            <p:nvSpPr>
              <p:cNvPr id="66" name="Oval 65">
                <a:extLst>
                  <a:ext uri="{FF2B5EF4-FFF2-40B4-BE49-F238E27FC236}">
                    <a16:creationId xmlns:a16="http://schemas.microsoft.com/office/drawing/2014/main" id="{AA4EEE1C-4EE8-5A15-F087-F069947FC283}"/>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67" name="Oval 66">
                <a:extLst>
                  <a:ext uri="{FF2B5EF4-FFF2-40B4-BE49-F238E27FC236}">
                    <a16:creationId xmlns:a16="http://schemas.microsoft.com/office/drawing/2014/main" id="{BF94B0ED-836B-6940-1FEB-2633DF7FFB01}"/>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65" name="Graphic 64" descr="Chat bubble with solid fill">
              <a:extLst>
                <a:ext uri="{FF2B5EF4-FFF2-40B4-BE49-F238E27FC236}">
                  <a16:creationId xmlns:a16="http://schemas.microsoft.com/office/drawing/2014/main" id="{38E5273C-4972-17D1-0221-C89B170D2A3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29814" y="5422873"/>
              <a:ext cx="491760" cy="491760"/>
            </a:xfrm>
            <a:prstGeom prst="rect">
              <a:avLst/>
            </a:prstGeom>
          </p:spPr>
        </p:pic>
      </p:grpSp>
      <p:sp>
        <p:nvSpPr>
          <p:cNvPr id="68" name="TextBox 67">
            <a:extLst>
              <a:ext uri="{FF2B5EF4-FFF2-40B4-BE49-F238E27FC236}">
                <a16:creationId xmlns:a16="http://schemas.microsoft.com/office/drawing/2014/main" id="{ECC10CF1-A33C-F424-0ED9-21374D641752}"/>
              </a:ext>
            </a:extLst>
          </p:cNvPr>
          <p:cNvSpPr txBox="1"/>
          <p:nvPr/>
        </p:nvSpPr>
        <p:spPr>
          <a:xfrm>
            <a:off x="1331172" y="5302130"/>
            <a:ext cx="3038949" cy="307777"/>
          </a:xfrm>
          <a:prstGeom prst="rect">
            <a:avLst/>
          </a:prstGeom>
          <a:noFill/>
        </p:spPr>
        <p:txBody>
          <a:bodyPr wrap="square" rtlCol="0">
            <a:spAutoFit/>
          </a:bodyPr>
          <a:lstStyle/>
          <a:p>
            <a:r>
              <a:rPr lang="en-US" sz="1400" b="1" dirty="0">
                <a:solidFill>
                  <a:schemeClr val="tx1"/>
                </a:solidFill>
              </a:rPr>
              <a:t>Facebook Page: </a:t>
            </a:r>
            <a:r>
              <a:rPr lang="en-US" sz="1400" dirty="0">
                <a:solidFill>
                  <a:schemeClr val="tx1"/>
                </a:solidFill>
              </a:rPr>
              <a:t>9expert Training</a:t>
            </a:r>
          </a:p>
        </p:txBody>
      </p:sp>
      <p:grpSp>
        <p:nvGrpSpPr>
          <p:cNvPr id="69" name="Group 68">
            <a:extLst>
              <a:ext uri="{FF2B5EF4-FFF2-40B4-BE49-F238E27FC236}">
                <a16:creationId xmlns:a16="http://schemas.microsoft.com/office/drawing/2014/main" id="{BD80B680-AAE7-1E49-AE50-956D0BBFB7DA}"/>
              </a:ext>
            </a:extLst>
          </p:cNvPr>
          <p:cNvGrpSpPr/>
          <p:nvPr/>
        </p:nvGrpSpPr>
        <p:grpSpPr>
          <a:xfrm>
            <a:off x="892502" y="5259680"/>
            <a:ext cx="411480" cy="411480"/>
            <a:chOff x="838199" y="5211096"/>
            <a:chExt cx="885975" cy="885975"/>
          </a:xfrm>
        </p:grpSpPr>
        <p:grpSp>
          <p:nvGrpSpPr>
            <p:cNvPr id="70" name="Group 69">
              <a:extLst>
                <a:ext uri="{FF2B5EF4-FFF2-40B4-BE49-F238E27FC236}">
                  <a16:creationId xmlns:a16="http://schemas.microsoft.com/office/drawing/2014/main" id="{A558E9B7-03E4-8CBE-5888-3BA6BB5A6649}"/>
                </a:ext>
              </a:extLst>
            </p:cNvPr>
            <p:cNvGrpSpPr/>
            <p:nvPr/>
          </p:nvGrpSpPr>
          <p:grpSpPr bwMode="gray">
            <a:xfrm>
              <a:off x="838199" y="5211096"/>
              <a:ext cx="885975" cy="885975"/>
              <a:chOff x="865641" y="1173737"/>
              <a:chExt cx="868166" cy="868166"/>
            </a:xfrm>
          </p:grpSpPr>
          <p:sp>
            <p:nvSpPr>
              <p:cNvPr id="72" name="Oval 71">
                <a:extLst>
                  <a:ext uri="{FF2B5EF4-FFF2-40B4-BE49-F238E27FC236}">
                    <a16:creationId xmlns:a16="http://schemas.microsoft.com/office/drawing/2014/main" id="{105B0703-34E8-7D2F-5765-869AA576591A}"/>
                  </a:ext>
                </a:extLst>
              </p:cNvPr>
              <p:cNvSpPr/>
              <p:nvPr/>
            </p:nvSpPr>
            <p:spPr bwMode="gray">
              <a:xfrm>
                <a:off x="909199" y="1217299"/>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73" name="Oval 72">
                <a:extLst>
                  <a:ext uri="{FF2B5EF4-FFF2-40B4-BE49-F238E27FC236}">
                    <a16:creationId xmlns:a16="http://schemas.microsoft.com/office/drawing/2014/main" id="{B09E4D91-3169-432D-6786-587D5C22950C}"/>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71" name="Graphic 70" descr="Influencer with solid fill">
              <a:extLst>
                <a:ext uri="{FF2B5EF4-FFF2-40B4-BE49-F238E27FC236}">
                  <a16:creationId xmlns:a16="http://schemas.microsoft.com/office/drawing/2014/main" id="{0ABD8E14-D7AF-7511-183E-08E479BF58A3}"/>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02152" y="5392246"/>
              <a:ext cx="547081" cy="547081"/>
            </a:xfrm>
            <a:prstGeom prst="rect">
              <a:avLst/>
            </a:prstGeom>
          </p:spPr>
        </p:pic>
      </p:grpSp>
      <p:pic>
        <p:nvPicPr>
          <p:cNvPr id="74" name="Picture 73">
            <a:extLst>
              <a:ext uri="{FF2B5EF4-FFF2-40B4-BE49-F238E27FC236}">
                <a16:creationId xmlns:a16="http://schemas.microsoft.com/office/drawing/2014/main" id="{CB081E27-7E61-5BA0-1D24-E8ACFF44B5C0}"/>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0182227" y="4417598"/>
            <a:ext cx="1253900" cy="1253900"/>
          </a:xfrm>
          <a:prstGeom prst="roundRect">
            <a:avLst>
              <a:gd name="adj" fmla="val 11543"/>
            </a:avLst>
          </a:prstGeom>
          <a:ln>
            <a:noFill/>
          </a:ln>
        </p:spPr>
      </p:pic>
      <p:sp>
        <p:nvSpPr>
          <p:cNvPr id="76" name="Rectangle: Rounded Corners 75">
            <a:extLst>
              <a:ext uri="{FF2B5EF4-FFF2-40B4-BE49-F238E27FC236}">
                <a16:creationId xmlns:a16="http://schemas.microsoft.com/office/drawing/2014/main" id="{12A37FB4-A140-C618-D4E0-19F52446D1DC}"/>
              </a:ext>
            </a:extLst>
          </p:cNvPr>
          <p:cNvSpPr/>
          <p:nvPr/>
        </p:nvSpPr>
        <p:spPr>
          <a:xfrm>
            <a:off x="7116090" y="5175612"/>
            <a:ext cx="2913358" cy="495548"/>
          </a:xfrm>
          <a:prstGeom prst="roundRect">
            <a:avLst>
              <a:gd name="adj" fmla="val 50000"/>
            </a:avLst>
          </a:prstGeom>
          <a:solidFill>
            <a:schemeClr val="accent5"/>
          </a:solidFill>
          <a:ln w="28575">
            <a:noFill/>
          </a:ln>
          <a:effectLst>
            <a:outerShdw blurRad="50800" dist="38100" dir="2700000" algn="tl" rotWithShape="0">
              <a:prstClr val="black">
                <a:alpha val="40000"/>
              </a:prstClr>
            </a:outerShdw>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77" name="TextBox 76">
            <a:extLst>
              <a:ext uri="{FF2B5EF4-FFF2-40B4-BE49-F238E27FC236}">
                <a16:creationId xmlns:a16="http://schemas.microsoft.com/office/drawing/2014/main" id="{024F2443-EF32-8E95-9651-57AA4B932543}"/>
              </a:ext>
            </a:extLst>
          </p:cNvPr>
          <p:cNvSpPr txBox="1"/>
          <p:nvPr/>
        </p:nvSpPr>
        <p:spPr>
          <a:xfrm>
            <a:off x="7325570" y="5302130"/>
            <a:ext cx="2494397" cy="276999"/>
          </a:xfrm>
          <a:prstGeom prst="rect">
            <a:avLst/>
          </a:prstGeom>
          <a:noFill/>
        </p:spPr>
        <p:txBody>
          <a:bodyPr wrap="square" rtlCol="0">
            <a:spAutoFit/>
          </a:bodyPr>
          <a:lstStyle/>
          <a:p>
            <a:pPr algn="ctr"/>
            <a:r>
              <a:rPr lang="th-TH" sz="1200" b="1" dirty="0"/>
              <a:t>สแกนเพื่อดูรายละเอียดเพิ่มเติม</a:t>
            </a:r>
            <a:endParaRPr lang="en-US" sz="1200" b="1" dirty="0"/>
          </a:p>
        </p:txBody>
      </p:sp>
      <p:sp>
        <p:nvSpPr>
          <p:cNvPr id="78" name="Footer Placeholder 4">
            <a:extLst>
              <a:ext uri="{FF2B5EF4-FFF2-40B4-BE49-F238E27FC236}">
                <a16:creationId xmlns:a16="http://schemas.microsoft.com/office/drawing/2014/main" id="{5FC47D4E-643C-D129-DA3F-585393790595}"/>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79" name="Slide Number Placeholder 5">
            <a:extLst>
              <a:ext uri="{FF2B5EF4-FFF2-40B4-BE49-F238E27FC236}">
                <a16:creationId xmlns:a16="http://schemas.microsoft.com/office/drawing/2014/main" id="{2274E87D-6BE2-980E-ACAC-B2D4165F3E85}"/>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110628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par>
                                <p:cTn id="8" presetID="22" presetClass="entr" presetSubtype="4"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64" presetClass="path" presetSubtype="0" accel="36000" decel="64000" fill="hold" nodeType="withEffect">
                                  <p:stCondLst>
                                    <p:cond delay="0"/>
                                  </p:stCondLst>
                                  <p:childTnLst>
                                    <p:animMotion origin="layout" path="M 1.04167E-6 0.04699 L 1.04167E-6 -4.07407E-6 " pathEditMode="relative" rAng="0" ptsTypes="AA">
                                      <p:cBhvr>
                                        <p:cTn id="15" dur="1000" fill="hold"/>
                                        <p:tgtEl>
                                          <p:spTgt spid="12"/>
                                        </p:tgtEl>
                                        <p:attrNameLst>
                                          <p:attrName>ppt_x</p:attrName>
                                          <p:attrName>ppt_y</p:attrName>
                                        </p:attrNameLst>
                                      </p:cBhvr>
                                      <p:rCtr x="0" y="-2361"/>
                                    </p:animMotion>
                                  </p:childTnLst>
                                </p:cTn>
                              </p:par>
                              <p:par>
                                <p:cTn id="16" presetID="22" presetClass="entr" presetSubtype="4" fill="hold" nodeType="withEffect">
                                  <p:stCondLst>
                                    <p:cond delay="200"/>
                                  </p:stCondLst>
                                  <p:childTnLst>
                                    <p:set>
                                      <p:cBhvr>
                                        <p:cTn id="17" dur="1" fill="hold">
                                          <p:stCondLst>
                                            <p:cond delay="0"/>
                                          </p:stCondLst>
                                        </p:cTn>
                                        <p:tgtEl>
                                          <p:spTgt spid="21"/>
                                        </p:tgtEl>
                                        <p:attrNameLst>
                                          <p:attrName>style.visibility</p:attrName>
                                        </p:attrNameLst>
                                      </p:cBhvr>
                                      <p:to>
                                        <p:strVal val="visible"/>
                                      </p:to>
                                    </p:set>
                                    <p:animEffect transition="in" filter="wipe(down)">
                                      <p:cBhvr>
                                        <p:cTn id="18" dur="500"/>
                                        <p:tgtEl>
                                          <p:spTgt spid="21"/>
                                        </p:tgtEl>
                                      </p:cBhvr>
                                    </p:animEffect>
                                  </p:childTnLst>
                                </p:cTn>
                              </p:par>
                              <p:par>
                                <p:cTn id="19" presetID="10" presetClass="entr" presetSubtype="0" fill="hold" nodeType="withEffect">
                                  <p:stCondLst>
                                    <p:cond delay="20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64" presetClass="path" presetSubtype="0" accel="36000" decel="64000" fill="hold" nodeType="withEffect">
                                  <p:stCondLst>
                                    <p:cond delay="200"/>
                                  </p:stCondLst>
                                  <p:childTnLst>
                                    <p:animMotion origin="layout" path="M 3.33333E-6 0.04699 L 3.33333E-6 -7.40741E-7 " pathEditMode="relative" rAng="0" ptsTypes="AA">
                                      <p:cBhvr>
                                        <p:cTn id="23" dur="1000" fill="hold"/>
                                        <p:tgtEl>
                                          <p:spTgt spid="23"/>
                                        </p:tgtEl>
                                        <p:attrNameLst>
                                          <p:attrName>ppt_x</p:attrName>
                                          <p:attrName>ppt_y</p:attrName>
                                        </p:attrNameLst>
                                      </p:cBhvr>
                                      <p:rCtr x="0" y="-2361"/>
                                    </p:animMotion>
                                  </p:childTnLst>
                                </p:cTn>
                              </p:par>
                              <p:par>
                                <p:cTn id="24" presetID="22" presetClass="entr" presetSubtype="4" fill="hold" nodeType="withEffect">
                                  <p:stCondLst>
                                    <p:cond delay="400"/>
                                  </p:stCondLst>
                                  <p:childTnLst>
                                    <p:set>
                                      <p:cBhvr>
                                        <p:cTn id="25" dur="1" fill="hold">
                                          <p:stCondLst>
                                            <p:cond delay="0"/>
                                          </p:stCondLst>
                                        </p:cTn>
                                        <p:tgtEl>
                                          <p:spTgt spid="22"/>
                                        </p:tgtEl>
                                        <p:attrNameLst>
                                          <p:attrName>style.visibility</p:attrName>
                                        </p:attrNameLst>
                                      </p:cBhvr>
                                      <p:to>
                                        <p:strVal val="visible"/>
                                      </p:to>
                                    </p:set>
                                    <p:animEffect transition="in" filter="wipe(down)">
                                      <p:cBhvr>
                                        <p:cTn id="26" dur="500"/>
                                        <p:tgtEl>
                                          <p:spTgt spid="22"/>
                                        </p:tgtEl>
                                      </p:cBhvr>
                                    </p:animEffect>
                                  </p:childTnLst>
                                </p:cTn>
                              </p:par>
                              <p:par>
                                <p:cTn id="27" presetID="10" presetClass="entr" presetSubtype="0" fill="hold" nodeType="withEffect">
                                  <p:stCondLst>
                                    <p:cond delay="30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64" presetClass="path" presetSubtype="0" accel="36000" decel="64000" fill="hold" nodeType="withEffect">
                                  <p:stCondLst>
                                    <p:cond delay="300"/>
                                  </p:stCondLst>
                                  <p:childTnLst>
                                    <p:animMotion origin="layout" path="M -2.29167E-6 0.04699 L -2.29167E-6 -4.07407E-6 " pathEditMode="relative" rAng="0" ptsTypes="AA">
                                      <p:cBhvr>
                                        <p:cTn id="31" dur="1000" fill="hold"/>
                                        <p:tgtEl>
                                          <p:spTgt spid="30"/>
                                        </p:tgtEl>
                                        <p:attrNameLst>
                                          <p:attrName>ppt_x</p:attrName>
                                          <p:attrName>ppt_y</p:attrName>
                                        </p:attrNameLst>
                                      </p:cBhvr>
                                      <p:rCtr x="0" y="-2361"/>
                                    </p:animMotion>
                                  </p:childTnLst>
                                </p:cTn>
                              </p:par>
                              <p:par>
                                <p:cTn id="32" presetID="22" presetClass="entr" presetSubtype="4" fill="hold" nodeType="withEffect">
                                  <p:stCondLst>
                                    <p:cond delay="500"/>
                                  </p:stCondLst>
                                  <p:childTnLst>
                                    <p:set>
                                      <p:cBhvr>
                                        <p:cTn id="33" dur="1" fill="hold">
                                          <p:stCondLst>
                                            <p:cond delay="0"/>
                                          </p:stCondLst>
                                        </p:cTn>
                                        <p:tgtEl>
                                          <p:spTgt spid="37"/>
                                        </p:tgtEl>
                                        <p:attrNameLst>
                                          <p:attrName>style.visibility</p:attrName>
                                        </p:attrNameLst>
                                      </p:cBhvr>
                                      <p:to>
                                        <p:strVal val="visible"/>
                                      </p:to>
                                    </p:set>
                                    <p:animEffect transition="in" filter="wipe(down)">
                                      <p:cBhvr>
                                        <p:cTn id="34" dur="500"/>
                                        <p:tgtEl>
                                          <p:spTgt spid="37"/>
                                        </p:tgtEl>
                                      </p:cBhvr>
                                    </p:animEffect>
                                  </p:childTnLst>
                                </p:cTn>
                              </p:par>
                              <p:par>
                                <p:cTn id="35" presetID="10" presetClass="entr" presetSubtype="0" fill="hold" nodeType="withEffect">
                                  <p:stCondLst>
                                    <p:cond delay="40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childTnLst>
                                </p:cTn>
                              </p:par>
                              <p:par>
                                <p:cTn id="38" presetID="64" presetClass="path" presetSubtype="0" accel="36000" decel="64000" fill="hold" nodeType="withEffect">
                                  <p:stCondLst>
                                    <p:cond delay="400"/>
                                  </p:stCondLst>
                                  <p:childTnLst>
                                    <p:animMotion origin="layout" path="M 2.29167E-6 0.047 L 2.29167E-6 -4.81481E-6 " pathEditMode="relative" rAng="0" ptsTypes="AA">
                                      <p:cBhvr>
                                        <p:cTn id="39" dur="1000" fill="hold"/>
                                        <p:tgtEl>
                                          <p:spTgt spid="38"/>
                                        </p:tgtEl>
                                        <p:attrNameLst>
                                          <p:attrName>ppt_x</p:attrName>
                                          <p:attrName>ppt_y</p:attrName>
                                        </p:attrNameLst>
                                      </p:cBhvr>
                                      <p:rCtr x="0" y="-2361"/>
                                    </p:animMotion>
                                  </p:childTnLst>
                                </p:cTn>
                              </p:par>
                              <p:par>
                                <p:cTn id="40" presetID="10" presetClass="entr" presetSubtype="0" fill="hold" nodeType="withEffect">
                                  <p:stCondLst>
                                    <p:cond delay="50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500"/>
                                        <p:tgtEl>
                                          <p:spTgt spid="45"/>
                                        </p:tgtEl>
                                      </p:cBhvr>
                                    </p:animEffect>
                                  </p:childTnLst>
                                </p:cTn>
                              </p:par>
                              <p:par>
                                <p:cTn id="43" presetID="64" presetClass="path" presetSubtype="0" accel="36000" decel="64000" fill="hold" nodeType="withEffect">
                                  <p:stCondLst>
                                    <p:cond delay="500"/>
                                  </p:stCondLst>
                                  <p:childTnLst>
                                    <p:animMotion origin="layout" path="M -3.125E-6 0.04699 L -3.125E-6 -4.07407E-6 " pathEditMode="relative" rAng="0" ptsTypes="AA">
                                      <p:cBhvr>
                                        <p:cTn id="44" dur="1000" fill="hold"/>
                                        <p:tgtEl>
                                          <p:spTgt spid="45"/>
                                        </p:tgtEl>
                                        <p:attrNameLst>
                                          <p:attrName>ppt_x</p:attrName>
                                          <p:attrName>ppt_y</p:attrName>
                                        </p:attrNameLst>
                                      </p:cBhvr>
                                      <p:rCtr x="0" y="-2361"/>
                                    </p:animMotion>
                                  </p:childTnLst>
                                </p:cTn>
                              </p:par>
                              <p:par>
                                <p:cTn id="45" presetID="22" presetClass="entr" presetSubtype="4" fill="hold" nodeType="with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wipe(down)">
                                      <p:cBhvr>
                                        <p:cTn id="47" dur="500"/>
                                        <p:tgtEl>
                                          <p:spTgt spid="5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500"/>
                                        <p:tgtEl>
                                          <p:spTgt spid="53"/>
                                        </p:tgtEl>
                                      </p:cBhvr>
                                    </p:animEffect>
                                  </p:childTnLst>
                                </p:cTn>
                              </p:par>
                              <p:par>
                                <p:cTn id="53" presetID="63" presetClass="path" presetSubtype="0" accel="35000" decel="65000" fill="hold" nodeType="withEffect">
                                  <p:stCondLst>
                                    <p:cond delay="0"/>
                                  </p:stCondLst>
                                  <p:childTnLst>
                                    <p:animMotion origin="layout" path="M -0.08125 0.00047 L 1.45833E-6 -2.96296E-6 " pathEditMode="relative" rAng="0" ptsTypes="AA">
                                      <p:cBhvr>
                                        <p:cTn id="54" dur="1000" fill="hold"/>
                                        <p:tgtEl>
                                          <p:spTgt spid="53"/>
                                        </p:tgtEl>
                                        <p:attrNameLst>
                                          <p:attrName>ppt_x</p:attrName>
                                          <p:attrName>ppt_y</p:attrName>
                                        </p:attrNameLst>
                                      </p:cBhvr>
                                      <p:rCtr x="4062" y="-23"/>
                                    </p:animMotion>
                                  </p:childTnLst>
                                </p:cTn>
                              </p:par>
                              <p:par>
                                <p:cTn id="55" presetID="10" presetClass="entr" presetSubtype="0" fill="hold" nodeType="withEffect">
                                  <p:stCondLst>
                                    <p:cond delay="300"/>
                                  </p:stCondLst>
                                  <p:childTnLst>
                                    <p:set>
                                      <p:cBhvr>
                                        <p:cTn id="56" dur="1" fill="hold">
                                          <p:stCondLst>
                                            <p:cond delay="0"/>
                                          </p:stCondLst>
                                        </p:cTn>
                                        <p:tgtEl>
                                          <p:spTgt spid="58"/>
                                        </p:tgtEl>
                                        <p:attrNameLst>
                                          <p:attrName>style.visibility</p:attrName>
                                        </p:attrNameLst>
                                      </p:cBhvr>
                                      <p:to>
                                        <p:strVal val="visible"/>
                                      </p:to>
                                    </p:set>
                                    <p:animEffect transition="in" filter="fade">
                                      <p:cBhvr>
                                        <p:cTn id="57" dur="500"/>
                                        <p:tgtEl>
                                          <p:spTgt spid="58"/>
                                        </p:tgtEl>
                                      </p:cBhvr>
                                    </p:animEffect>
                                  </p:childTnLst>
                                </p:cTn>
                              </p:par>
                              <p:par>
                                <p:cTn id="58" presetID="64" presetClass="path" presetSubtype="0" accel="36000" decel="64000" fill="hold" nodeType="withEffect">
                                  <p:stCondLst>
                                    <p:cond delay="300"/>
                                  </p:stCondLst>
                                  <p:childTnLst>
                                    <p:animMotion origin="layout" path="M -3.95833E-6 0.04699 L -3.95833E-6 -2.96296E-6 " pathEditMode="relative" rAng="0" ptsTypes="AA">
                                      <p:cBhvr>
                                        <p:cTn id="59" dur="1000" fill="hold"/>
                                        <p:tgtEl>
                                          <p:spTgt spid="58"/>
                                        </p:tgtEl>
                                        <p:attrNameLst>
                                          <p:attrName>ppt_x</p:attrName>
                                          <p:attrName>ppt_y</p:attrName>
                                        </p:attrNameLst>
                                      </p:cBhvr>
                                      <p:rCtr x="0" y="-2361"/>
                                    </p:animMotion>
                                  </p:childTnLst>
                                </p:cTn>
                              </p:par>
                              <p:par>
                                <p:cTn id="60" presetID="10" presetClass="entr" presetSubtype="0" fill="hold" nodeType="withEffect">
                                  <p:stCondLst>
                                    <p:cond delay="50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500"/>
                                        <p:tgtEl>
                                          <p:spTgt spid="63"/>
                                        </p:tgtEl>
                                      </p:cBhvr>
                                    </p:animEffect>
                                  </p:childTnLst>
                                </p:cTn>
                              </p:par>
                              <p:par>
                                <p:cTn id="63" presetID="64" presetClass="path" presetSubtype="0" accel="36000" decel="64000" fill="hold" nodeType="withEffect">
                                  <p:stCondLst>
                                    <p:cond delay="500"/>
                                  </p:stCondLst>
                                  <p:childTnLst>
                                    <p:animMotion origin="layout" path="M -3.95833E-6 0.04699 L -3.95833E-6 -4.07407E-6 " pathEditMode="relative" rAng="0" ptsTypes="AA">
                                      <p:cBhvr>
                                        <p:cTn id="64" dur="1000" fill="hold"/>
                                        <p:tgtEl>
                                          <p:spTgt spid="63"/>
                                        </p:tgtEl>
                                        <p:attrNameLst>
                                          <p:attrName>ppt_x</p:attrName>
                                          <p:attrName>ppt_y</p:attrName>
                                        </p:attrNameLst>
                                      </p:cBhvr>
                                      <p:rCtr x="0" y="-2361"/>
                                    </p:animMotion>
                                  </p:childTnLst>
                                </p:cTn>
                              </p:par>
                              <p:par>
                                <p:cTn id="65" presetID="10" presetClass="entr" presetSubtype="0" fill="hold" grpId="0" nodeType="withEffect">
                                  <p:stCondLst>
                                    <p:cond delay="800"/>
                                  </p:stCondLst>
                                  <p:childTnLst>
                                    <p:set>
                                      <p:cBhvr>
                                        <p:cTn id="66" dur="1" fill="hold">
                                          <p:stCondLst>
                                            <p:cond delay="0"/>
                                          </p:stCondLst>
                                        </p:cTn>
                                        <p:tgtEl>
                                          <p:spTgt spid="56"/>
                                        </p:tgtEl>
                                        <p:attrNameLst>
                                          <p:attrName>style.visibility</p:attrName>
                                        </p:attrNameLst>
                                      </p:cBhvr>
                                      <p:to>
                                        <p:strVal val="visible"/>
                                      </p:to>
                                    </p:set>
                                    <p:animEffect transition="in" filter="fade">
                                      <p:cBhvr>
                                        <p:cTn id="67" dur="500"/>
                                        <p:tgtEl>
                                          <p:spTgt spid="56"/>
                                        </p:tgtEl>
                                      </p:cBhvr>
                                    </p:animEffect>
                                  </p:childTnLst>
                                </p:cTn>
                              </p:par>
                              <p:par>
                                <p:cTn id="68" presetID="63" presetClass="path" presetSubtype="0" accel="35000" decel="65000" fill="hold" grpId="1" nodeType="withEffect">
                                  <p:stCondLst>
                                    <p:cond delay="800"/>
                                  </p:stCondLst>
                                  <p:childTnLst>
                                    <p:animMotion origin="layout" path="M -0.02109 -1.48148E-6 L -4.16667E-6 -1.48148E-6 " pathEditMode="relative" rAng="0" ptsTypes="AA">
                                      <p:cBhvr>
                                        <p:cTn id="69" dur="1000" fill="hold"/>
                                        <p:tgtEl>
                                          <p:spTgt spid="56"/>
                                        </p:tgtEl>
                                        <p:attrNameLst>
                                          <p:attrName>ppt_x</p:attrName>
                                          <p:attrName>ppt_y</p:attrName>
                                        </p:attrNameLst>
                                      </p:cBhvr>
                                      <p:rCtr x="1055" y="0"/>
                                    </p:animMotion>
                                  </p:childTnLst>
                                </p:cTn>
                              </p:par>
                              <p:par>
                                <p:cTn id="70" presetID="10" presetClass="entr" presetSubtype="0" fill="hold" grpId="0" nodeType="withEffect">
                                  <p:stCondLst>
                                    <p:cond delay="1000"/>
                                  </p:stCondLst>
                                  <p:childTnLst>
                                    <p:set>
                                      <p:cBhvr>
                                        <p:cTn id="71" dur="1" fill="hold">
                                          <p:stCondLst>
                                            <p:cond delay="0"/>
                                          </p:stCondLst>
                                        </p:cTn>
                                        <p:tgtEl>
                                          <p:spTgt spid="57"/>
                                        </p:tgtEl>
                                        <p:attrNameLst>
                                          <p:attrName>style.visibility</p:attrName>
                                        </p:attrNameLst>
                                      </p:cBhvr>
                                      <p:to>
                                        <p:strVal val="visible"/>
                                      </p:to>
                                    </p:set>
                                    <p:animEffect transition="in" filter="fade">
                                      <p:cBhvr>
                                        <p:cTn id="72" dur="500"/>
                                        <p:tgtEl>
                                          <p:spTgt spid="57"/>
                                        </p:tgtEl>
                                      </p:cBhvr>
                                    </p:animEffect>
                                  </p:childTnLst>
                                </p:cTn>
                              </p:par>
                              <p:par>
                                <p:cTn id="73" presetID="63" presetClass="path" presetSubtype="0" accel="35000" decel="65000" fill="hold" grpId="1" nodeType="withEffect">
                                  <p:stCondLst>
                                    <p:cond delay="1000"/>
                                  </p:stCondLst>
                                  <p:childTnLst>
                                    <p:animMotion origin="layout" path="M -0.02057 4.81481E-6 L -4.16667E-6 4.81481E-6 " pathEditMode="relative" rAng="0" ptsTypes="AA">
                                      <p:cBhvr>
                                        <p:cTn id="74" dur="1000" fill="hold"/>
                                        <p:tgtEl>
                                          <p:spTgt spid="57"/>
                                        </p:tgtEl>
                                        <p:attrNameLst>
                                          <p:attrName>ppt_x</p:attrName>
                                          <p:attrName>ppt_y</p:attrName>
                                        </p:attrNameLst>
                                      </p:cBhvr>
                                      <p:rCtr x="1029" y="0"/>
                                    </p:animMotion>
                                  </p:childTnLst>
                                </p:cTn>
                              </p:par>
                              <p:par>
                                <p:cTn id="75" presetID="10" presetClass="entr" presetSubtype="0" fill="hold" nodeType="withEffect">
                                  <p:stCondLst>
                                    <p:cond delay="500"/>
                                  </p:stCondLst>
                                  <p:childTnLst>
                                    <p:set>
                                      <p:cBhvr>
                                        <p:cTn id="76" dur="1" fill="hold">
                                          <p:stCondLst>
                                            <p:cond delay="0"/>
                                          </p:stCondLst>
                                        </p:cTn>
                                        <p:tgtEl>
                                          <p:spTgt spid="69"/>
                                        </p:tgtEl>
                                        <p:attrNameLst>
                                          <p:attrName>style.visibility</p:attrName>
                                        </p:attrNameLst>
                                      </p:cBhvr>
                                      <p:to>
                                        <p:strVal val="visible"/>
                                      </p:to>
                                    </p:set>
                                    <p:animEffect transition="in" filter="fade">
                                      <p:cBhvr>
                                        <p:cTn id="77" dur="500"/>
                                        <p:tgtEl>
                                          <p:spTgt spid="69"/>
                                        </p:tgtEl>
                                      </p:cBhvr>
                                    </p:animEffect>
                                  </p:childTnLst>
                                </p:cTn>
                              </p:par>
                              <p:par>
                                <p:cTn id="78" presetID="64" presetClass="path" presetSubtype="0" accel="36000" decel="64000" fill="hold" nodeType="withEffect">
                                  <p:stCondLst>
                                    <p:cond delay="500"/>
                                  </p:stCondLst>
                                  <p:childTnLst>
                                    <p:animMotion origin="layout" path="M -3.95833E-6 0.04699 L -3.95833E-6 7.40741E-7 " pathEditMode="relative" rAng="0" ptsTypes="AA">
                                      <p:cBhvr>
                                        <p:cTn id="79" dur="1000" fill="hold"/>
                                        <p:tgtEl>
                                          <p:spTgt spid="69"/>
                                        </p:tgtEl>
                                        <p:attrNameLst>
                                          <p:attrName>ppt_x</p:attrName>
                                          <p:attrName>ppt_y</p:attrName>
                                        </p:attrNameLst>
                                      </p:cBhvr>
                                      <p:rCtr x="0" y="-2361"/>
                                    </p:animMotion>
                                  </p:childTnLst>
                                </p:cTn>
                              </p:par>
                              <p:par>
                                <p:cTn id="80" presetID="10" presetClass="entr" presetSubtype="0" fill="hold" grpId="0" nodeType="withEffect">
                                  <p:stCondLst>
                                    <p:cond delay="1000"/>
                                  </p:stCondLst>
                                  <p:childTnLst>
                                    <p:set>
                                      <p:cBhvr>
                                        <p:cTn id="81" dur="1" fill="hold">
                                          <p:stCondLst>
                                            <p:cond delay="0"/>
                                          </p:stCondLst>
                                        </p:cTn>
                                        <p:tgtEl>
                                          <p:spTgt spid="68"/>
                                        </p:tgtEl>
                                        <p:attrNameLst>
                                          <p:attrName>style.visibility</p:attrName>
                                        </p:attrNameLst>
                                      </p:cBhvr>
                                      <p:to>
                                        <p:strVal val="visible"/>
                                      </p:to>
                                    </p:set>
                                    <p:animEffect transition="in" filter="fade">
                                      <p:cBhvr>
                                        <p:cTn id="82" dur="500"/>
                                        <p:tgtEl>
                                          <p:spTgt spid="68"/>
                                        </p:tgtEl>
                                      </p:cBhvr>
                                    </p:animEffect>
                                  </p:childTnLst>
                                </p:cTn>
                              </p:par>
                              <p:par>
                                <p:cTn id="83" presetID="63" presetClass="path" presetSubtype="0" accel="35000" decel="65000" fill="hold" grpId="1" nodeType="withEffect">
                                  <p:stCondLst>
                                    <p:cond delay="1000"/>
                                  </p:stCondLst>
                                  <p:childTnLst>
                                    <p:animMotion origin="layout" path="M -0.02057 -1.85185E-6 L -4.16667E-6 -1.85185E-6 " pathEditMode="relative" rAng="0" ptsTypes="AA">
                                      <p:cBhvr>
                                        <p:cTn id="84" dur="1000" fill="hold"/>
                                        <p:tgtEl>
                                          <p:spTgt spid="68"/>
                                        </p:tgtEl>
                                        <p:attrNameLst>
                                          <p:attrName>ppt_x</p:attrName>
                                          <p:attrName>ppt_y</p:attrName>
                                        </p:attrNameLst>
                                      </p:cBhvr>
                                      <p:rCtr x="1029" y="0"/>
                                    </p:animMotion>
                                  </p:childTnLst>
                                </p:cTn>
                              </p:par>
                              <p:par>
                                <p:cTn id="85" presetID="10" presetClass="entr" presetSubtype="0" fill="hold" nodeType="withEffect">
                                  <p:stCondLst>
                                    <p:cond delay="1500"/>
                                  </p:stCondLst>
                                  <p:childTnLst>
                                    <p:set>
                                      <p:cBhvr>
                                        <p:cTn id="86" dur="1" fill="hold">
                                          <p:stCondLst>
                                            <p:cond delay="0"/>
                                          </p:stCondLst>
                                        </p:cTn>
                                        <p:tgtEl>
                                          <p:spTgt spid="74"/>
                                        </p:tgtEl>
                                        <p:attrNameLst>
                                          <p:attrName>style.visibility</p:attrName>
                                        </p:attrNameLst>
                                      </p:cBhvr>
                                      <p:to>
                                        <p:strVal val="visible"/>
                                      </p:to>
                                    </p:set>
                                    <p:animEffect transition="in" filter="fade">
                                      <p:cBhvr>
                                        <p:cTn id="87" dur="500"/>
                                        <p:tgtEl>
                                          <p:spTgt spid="74"/>
                                        </p:tgtEl>
                                      </p:cBhvr>
                                    </p:animEffect>
                                  </p:childTnLst>
                                </p:cTn>
                              </p:par>
                              <p:par>
                                <p:cTn id="88" presetID="64" presetClass="path" presetSubtype="0" accel="36000" decel="64000" fill="hold" nodeType="withEffect">
                                  <p:stCondLst>
                                    <p:cond delay="1500"/>
                                  </p:stCondLst>
                                  <p:childTnLst>
                                    <p:animMotion origin="layout" path="M -0.02708 1.85185E-6 L 1.45833E-6 1.85185E-6 " pathEditMode="relative" rAng="0" ptsTypes="AA">
                                      <p:cBhvr>
                                        <p:cTn id="89" dur="1000" fill="hold"/>
                                        <p:tgtEl>
                                          <p:spTgt spid="74"/>
                                        </p:tgtEl>
                                        <p:attrNameLst>
                                          <p:attrName>ppt_x</p:attrName>
                                          <p:attrName>ppt_y</p:attrName>
                                        </p:attrNameLst>
                                      </p:cBhvr>
                                      <p:rCtr x="135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6" grpId="0"/>
      <p:bldP spid="56" grpId="1"/>
      <p:bldP spid="57" grpId="0"/>
      <p:bldP spid="57" grpId="1"/>
      <p:bldP spid="68" grpId="0"/>
      <p:bldP spid="68" grpId="1"/>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Interactive_Catalo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8110C9-F426-7765-B29D-FA10C62A835D}"/>
              </a:ext>
            </a:extLst>
          </p:cNvPr>
          <p:cNvSpPr txBox="1"/>
          <p:nvPr/>
        </p:nvSpPr>
        <p:spPr>
          <a:xfrm>
            <a:off x="2388951" y="1538954"/>
            <a:ext cx="7414099"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หนังสือ </a:t>
            </a:r>
            <a:r>
              <a:rPr lang="en-US" sz="2600" b="1" dirty="0">
                <a:solidFill>
                  <a:schemeClr val="tx1"/>
                </a:solidFill>
                <a:cs typeface="LINE Seed Sans TH" panose="020B0303020203020204" pitchFamily="34" charset="-34"/>
              </a:rPr>
              <a:t>Catalog </a:t>
            </a:r>
            <a:r>
              <a:rPr lang="th-TH" sz="2600" b="1" dirty="0">
                <a:solidFill>
                  <a:schemeClr val="tx1"/>
                </a:solidFill>
                <a:cs typeface="LINE Seed Sans TH" panose="020B0303020203020204" pitchFamily="34" charset="-34"/>
              </a:rPr>
              <a:t>หลักสูตรของ </a:t>
            </a:r>
            <a:r>
              <a:rPr lang="en-US" sz="2600" b="1" dirty="0">
                <a:solidFill>
                  <a:schemeClr val="tx1"/>
                </a:solidFill>
                <a:cs typeface="LINE Seed Sans TH" panose="020B0303020203020204" pitchFamily="34" charset="-34"/>
              </a:rPr>
              <a:t>9Expert Training</a:t>
            </a:r>
          </a:p>
        </p:txBody>
      </p:sp>
      <p:sp>
        <p:nvSpPr>
          <p:cNvPr id="6" name="TextBox 5">
            <a:extLst>
              <a:ext uri="{FF2B5EF4-FFF2-40B4-BE49-F238E27FC236}">
                <a16:creationId xmlns:a16="http://schemas.microsoft.com/office/drawing/2014/main" id="{3196DA23-8974-06AE-B0C9-C97C5F3495BF}"/>
              </a:ext>
            </a:extLst>
          </p:cNvPr>
          <p:cNvSpPr txBox="1"/>
          <p:nvPr/>
        </p:nvSpPr>
        <p:spPr bwMode="hidden">
          <a:xfrm>
            <a:off x="2257936" y="675420"/>
            <a:ext cx="7676128" cy="892552"/>
          </a:xfrm>
          <a:prstGeom prst="rect">
            <a:avLst/>
          </a:prstGeom>
          <a:noFill/>
        </p:spPr>
        <p:txBody>
          <a:bodyPr wrap="square">
            <a:spAutoFit/>
          </a:bodyPr>
          <a:lstStyle/>
          <a:p>
            <a:pPr algn="ctr"/>
            <a:r>
              <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Interactive Catalog</a:t>
            </a:r>
          </a:p>
        </p:txBody>
      </p:sp>
      <p:sp>
        <p:nvSpPr>
          <p:cNvPr id="7" name="TextBox 6">
            <a:extLst>
              <a:ext uri="{FF2B5EF4-FFF2-40B4-BE49-F238E27FC236}">
                <a16:creationId xmlns:a16="http://schemas.microsoft.com/office/drawing/2014/main" id="{A95DE902-6FCE-C7C4-891A-ADEF0F346500}"/>
              </a:ext>
            </a:extLst>
          </p:cNvPr>
          <p:cNvSpPr txBox="1"/>
          <p:nvPr/>
        </p:nvSpPr>
        <p:spPr>
          <a:xfrm>
            <a:off x="2258166" y="675420"/>
            <a:ext cx="7676130" cy="892552"/>
          </a:xfrm>
          <a:prstGeom prst="rect">
            <a:avLst/>
          </a:prstGeom>
          <a:noFill/>
        </p:spPr>
        <p:txBody>
          <a:bodyPr wrap="square">
            <a:spAutoFit/>
          </a:bodyPr>
          <a:lstStyle/>
          <a:p>
            <a:pPr algn="ctr"/>
            <a:r>
              <a:rPr lang="en-US" sz="5200" b="1" kern="1200" dirty="0">
                <a:solidFill>
                  <a:schemeClr val="accent2"/>
                </a:solidFill>
                <a:effectLst/>
                <a:latin typeface="+mn-lt"/>
                <a:ea typeface="+mj-ea"/>
                <a:cs typeface="LINE Seed Sans TH" panose="020B0303020203020204" pitchFamily="34" charset="-34"/>
              </a:rPr>
              <a:t>Interactive Catalog</a:t>
            </a:r>
          </a:p>
        </p:txBody>
      </p:sp>
      <p:pic>
        <p:nvPicPr>
          <p:cNvPr id="8" name="Picture 7">
            <a:extLst>
              <a:ext uri="{FF2B5EF4-FFF2-40B4-BE49-F238E27FC236}">
                <a16:creationId xmlns:a16="http://schemas.microsoft.com/office/drawing/2014/main" id="{5A00FBC5-CC92-DE41-9C4B-6DFB533C733B}"/>
              </a:ext>
            </a:extLst>
          </p:cNvPr>
          <p:cNvPicPr>
            <a:picLocks noChangeAspect="1"/>
          </p:cNvPicPr>
          <p:nvPr/>
        </p:nvPicPr>
        <p:blipFill>
          <a:blip r:embed="rId3">
            <a:extLst>
              <a:ext uri="{28A0092B-C50C-407E-A947-70E740481C1C}">
                <a14:useLocalDpi xmlns:a14="http://schemas.microsoft.com/office/drawing/2010/main" val="0"/>
              </a:ext>
            </a:extLst>
          </a:blip>
          <a:srcRect t="30" b="30"/>
          <a:stretch/>
        </p:blipFill>
        <p:spPr>
          <a:xfrm>
            <a:off x="838202" y="2099104"/>
            <a:ext cx="5200650" cy="3679012"/>
          </a:xfrm>
          <a:prstGeom prst="roundRect">
            <a:avLst>
              <a:gd name="adj" fmla="val 5329"/>
            </a:avLst>
          </a:prstGeom>
          <a:solidFill>
            <a:schemeClr val="bg1">
              <a:alpha val="11000"/>
            </a:schemeClr>
          </a:solidFill>
          <a:ln>
            <a:gradFill>
              <a:gsLst>
                <a:gs pos="0">
                  <a:srgbClr val="F8FAFD">
                    <a:alpha val="0"/>
                  </a:srgbClr>
                </a:gs>
                <a:gs pos="52000">
                  <a:schemeClr val="bg2"/>
                </a:gs>
                <a:gs pos="100000">
                  <a:schemeClr val="bg1">
                    <a:alpha val="6000"/>
                  </a:schemeClr>
                </a:gs>
              </a:gsLst>
              <a:lin ang="13200000" scaled="0"/>
            </a:gradFill>
            <a:headEnd type="none" w="med" len="med"/>
            <a:tailEnd type="triangle" w="lg" len="lg"/>
          </a:ln>
          <a:effectLst>
            <a:outerShdw blurRad="50800" dist="38100" dir="5400000" algn="t" rotWithShape="0">
              <a:prstClr val="black">
                <a:alpha val="40000"/>
              </a:prstClr>
            </a:outerShdw>
          </a:effectLst>
        </p:spPr>
      </p:pic>
      <p:pic>
        <p:nvPicPr>
          <p:cNvPr id="9" name="Picture 2">
            <a:extLst>
              <a:ext uri="{FF2B5EF4-FFF2-40B4-BE49-F238E27FC236}">
                <a16:creationId xmlns:a16="http://schemas.microsoft.com/office/drawing/2014/main" id="{5120AEA4-A9FC-E494-E38F-9192E0FDB0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6250" y="2961304"/>
            <a:ext cx="1954612" cy="1954612"/>
          </a:xfrm>
          <a:prstGeom prst="roundRect">
            <a:avLst>
              <a:gd name="adj" fmla="val 6188"/>
            </a:avLst>
          </a:prstGeom>
          <a:noFill/>
          <a:ln>
            <a:noFill/>
          </a:ln>
          <a:effectLst/>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E8217D8C-6091-43C1-9A4E-110E124F97D0}"/>
              </a:ext>
            </a:extLst>
          </p:cNvPr>
          <p:cNvCxnSpPr>
            <a:cxnSpLocks/>
          </p:cNvCxnSpPr>
          <p:nvPr/>
        </p:nvCxnSpPr>
        <p:spPr>
          <a:xfrm>
            <a:off x="6781800" y="2769755"/>
            <a:ext cx="0" cy="2238375"/>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914F050-E711-2BD3-3891-7300953E92F7}"/>
              </a:ext>
            </a:extLst>
          </p:cNvPr>
          <p:cNvSpPr txBox="1"/>
          <p:nvPr/>
        </p:nvSpPr>
        <p:spPr>
          <a:xfrm>
            <a:off x="7558652" y="2308090"/>
            <a:ext cx="3029810" cy="461665"/>
          </a:xfrm>
          <a:prstGeom prst="rect">
            <a:avLst/>
          </a:prstGeom>
          <a:noFill/>
        </p:spPr>
        <p:txBody>
          <a:bodyPr wrap="square" rtlCol="0">
            <a:spAutoFit/>
          </a:bodyPr>
          <a:lstStyle/>
          <a:p>
            <a:pPr algn="ctr"/>
            <a:r>
              <a:rPr lang="th-TH" sz="2400" dirty="0"/>
              <a:t>สแกนเพื่อดู</a:t>
            </a:r>
            <a:r>
              <a:rPr lang="th-TH" sz="2400" baseline="0" dirty="0"/>
              <a:t> </a:t>
            </a:r>
            <a:r>
              <a:rPr lang="en-US" sz="2400" baseline="0" dirty="0"/>
              <a:t>Catalog</a:t>
            </a:r>
            <a:r>
              <a:rPr lang="en-US" sz="2400" dirty="0"/>
              <a:t>: </a:t>
            </a:r>
          </a:p>
        </p:txBody>
      </p:sp>
      <p:sp>
        <p:nvSpPr>
          <p:cNvPr id="17" name="Footer Placeholder 4">
            <a:extLst>
              <a:ext uri="{FF2B5EF4-FFF2-40B4-BE49-F238E27FC236}">
                <a16:creationId xmlns:a16="http://schemas.microsoft.com/office/drawing/2014/main" id="{52F14A1F-97AE-6B68-0D89-493C5E1D9500}"/>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18" name="Slide Number Placeholder 5">
            <a:extLst>
              <a:ext uri="{FF2B5EF4-FFF2-40B4-BE49-F238E27FC236}">
                <a16:creationId xmlns:a16="http://schemas.microsoft.com/office/drawing/2014/main" id="{1D0594C0-B5CB-1D55-16EF-6F9788B004B3}"/>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744540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2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E092514-7070-71C0-D00C-338BA6CDC528}"/>
              </a:ext>
            </a:extLst>
          </p:cNvPr>
          <p:cNvSpPr>
            <a:spLocks noGrp="1"/>
          </p:cNvSpPr>
          <p:nvPr>
            <p:ph type="ftr" sz="quarter" idx="10"/>
          </p:nvPr>
        </p:nvSpPr>
        <p:spPr/>
        <p:txBody>
          <a:bodyPr/>
          <a:lstStyle/>
          <a:p>
            <a:r>
              <a:rPr lang="en-US"/>
              <a:t>Copyright © 2026 9Expert Co., Ltd. All rights reserved.</a:t>
            </a:r>
            <a:endParaRPr lang="en-TH" dirty="0"/>
          </a:p>
        </p:txBody>
      </p:sp>
      <p:sp>
        <p:nvSpPr>
          <p:cNvPr id="4" name="Slide Number Placeholder 3">
            <a:extLst>
              <a:ext uri="{FF2B5EF4-FFF2-40B4-BE49-F238E27FC236}">
                <a16:creationId xmlns:a16="http://schemas.microsoft.com/office/drawing/2014/main" id="{60F8F768-A5D4-272B-DC23-AD5C06A7B3DD}"/>
              </a:ext>
            </a:extLst>
          </p:cNvPr>
          <p:cNvSpPr>
            <a:spLocks noGrp="1"/>
          </p:cNvSpPr>
          <p:nvPr>
            <p:ph type="sldNum" sz="quarter" idx="11"/>
          </p:nvPr>
        </p:nvSpPr>
        <p:spPr/>
        <p:txBody>
          <a:bodyPr/>
          <a:lstStyle/>
          <a:p>
            <a:fld id="{7B973119-0BF9-7444-941C-BCE2AFE6BE2E}" type="slidenum">
              <a:rPr lang="en-TH" smtClean="0"/>
              <a:pPr/>
              <a:t>‹#›</a:t>
            </a:fld>
            <a:endParaRPr lang="en-TH"/>
          </a:p>
        </p:txBody>
      </p:sp>
      <p:sp>
        <p:nvSpPr>
          <p:cNvPr id="6" name="Rectangle: Rounded Corners 5">
            <a:extLst>
              <a:ext uri="{FF2B5EF4-FFF2-40B4-BE49-F238E27FC236}">
                <a16:creationId xmlns:a16="http://schemas.microsoft.com/office/drawing/2014/main" id="{F943F5E4-4AF9-4221-70B0-F69DFCE4DE66}"/>
              </a:ext>
            </a:extLst>
          </p:cNvPr>
          <p:cNvSpPr/>
          <p:nvPr/>
        </p:nvSpPr>
        <p:spPr bwMode="black">
          <a:xfrm>
            <a:off x="838201" y="792393"/>
            <a:ext cx="68581" cy="506545"/>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TextBox 6">
            <a:extLst>
              <a:ext uri="{FF2B5EF4-FFF2-40B4-BE49-F238E27FC236}">
                <a16:creationId xmlns:a16="http://schemas.microsoft.com/office/drawing/2014/main" id="{7E732EE0-2CB2-3BDC-C276-67F7F90474C6}"/>
              </a:ext>
            </a:extLst>
          </p:cNvPr>
          <p:cNvSpPr txBox="1"/>
          <p:nvPr/>
        </p:nvSpPr>
        <p:spPr>
          <a:xfrm>
            <a:off x="1017038" y="753278"/>
            <a:ext cx="9293290" cy="584775"/>
          </a:xfrm>
          <a:prstGeom prst="rect">
            <a:avLst/>
          </a:prstGeom>
          <a:noFill/>
        </p:spPr>
        <p:txBody>
          <a:bodyPr wrap="square" rtlCol="0" anchor="ctr">
            <a:spAutoFit/>
          </a:bodyPr>
          <a:lstStyle/>
          <a:p>
            <a:r>
              <a:rPr lang="th-TH" sz="3200" b="1" dirty="0">
                <a:solidFill>
                  <a:schemeClr val="bg1"/>
                </a:solidFill>
                <a:cs typeface="LINE Seed Sans TH" panose="020B0303020203020204" pitchFamily="34" charset="-34"/>
              </a:rPr>
              <a:t>แนะนำเวลาการอบรม</a:t>
            </a:r>
          </a:p>
        </p:txBody>
      </p:sp>
      <p:grpSp>
        <p:nvGrpSpPr>
          <p:cNvPr id="19" name="Group 18">
            <a:extLst>
              <a:ext uri="{FF2B5EF4-FFF2-40B4-BE49-F238E27FC236}">
                <a16:creationId xmlns:a16="http://schemas.microsoft.com/office/drawing/2014/main" id="{284FD3EB-A3EA-CCB2-ABB0-E500916FAF5A}"/>
              </a:ext>
            </a:extLst>
          </p:cNvPr>
          <p:cNvGrpSpPr/>
          <p:nvPr/>
        </p:nvGrpSpPr>
        <p:grpSpPr>
          <a:xfrm>
            <a:off x="838201" y="1753059"/>
            <a:ext cx="1296301" cy="461665"/>
            <a:chOff x="880475" y="1970559"/>
            <a:chExt cx="1296301" cy="461665"/>
          </a:xfrm>
        </p:grpSpPr>
        <p:grpSp>
          <p:nvGrpSpPr>
            <p:cNvPr id="20" name="Group 19">
              <a:extLst>
                <a:ext uri="{FF2B5EF4-FFF2-40B4-BE49-F238E27FC236}">
                  <a16:creationId xmlns:a16="http://schemas.microsoft.com/office/drawing/2014/main" id="{E1D15778-535D-8050-1AC0-1D19E8E03F54}"/>
                </a:ext>
              </a:extLst>
            </p:cNvPr>
            <p:cNvGrpSpPr/>
            <p:nvPr/>
          </p:nvGrpSpPr>
          <p:grpSpPr>
            <a:xfrm>
              <a:off x="880475" y="1970854"/>
              <a:ext cx="411480" cy="411480"/>
              <a:chOff x="838199" y="5211096"/>
              <a:chExt cx="885975" cy="885975"/>
            </a:xfrm>
          </p:grpSpPr>
          <p:grpSp>
            <p:nvGrpSpPr>
              <p:cNvPr id="22" name="Group 21">
                <a:extLst>
                  <a:ext uri="{FF2B5EF4-FFF2-40B4-BE49-F238E27FC236}">
                    <a16:creationId xmlns:a16="http://schemas.microsoft.com/office/drawing/2014/main" id="{D439FD83-AF43-5324-C355-22D4BACBD37E}"/>
                  </a:ext>
                </a:extLst>
              </p:cNvPr>
              <p:cNvGrpSpPr/>
              <p:nvPr/>
            </p:nvGrpSpPr>
            <p:grpSpPr bwMode="gray">
              <a:xfrm>
                <a:off x="838199" y="5211096"/>
                <a:ext cx="885975" cy="885975"/>
                <a:chOff x="865641" y="1173737"/>
                <a:chExt cx="868166" cy="868166"/>
              </a:xfrm>
            </p:grpSpPr>
            <p:sp>
              <p:nvSpPr>
                <p:cNvPr id="24" name="Oval 23">
                  <a:extLst>
                    <a:ext uri="{FF2B5EF4-FFF2-40B4-BE49-F238E27FC236}">
                      <a16:creationId xmlns:a16="http://schemas.microsoft.com/office/drawing/2014/main" id="{C5F88E53-F87F-95E0-6414-6883F499E597}"/>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25" name="Oval 24">
                  <a:extLst>
                    <a:ext uri="{FF2B5EF4-FFF2-40B4-BE49-F238E27FC236}">
                      <a16:creationId xmlns:a16="http://schemas.microsoft.com/office/drawing/2014/main" id="{06C30604-C6EA-7947-4B9C-5A87D398544B}"/>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23" name="Graphic 22" descr="Stopwatch with solid fill">
                <a:extLst>
                  <a:ext uri="{FF2B5EF4-FFF2-40B4-BE49-F238E27FC236}">
                    <a16:creationId xmlns:a16="http://schemas.microsoft.com/office/drawing/2014/main" id="{4EBE1776-1392-8CFF-44BA-E2E73A7291D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974278" y="5352607"/>
                <a:ext cx="613818" cy="613818"/>
              </a:xfrm>
              <a:prstGeom prst="rect">
                <a:avLst/>
              </a:prstGeom>
            </p:spPr>
          </p:pic>
        </p:grpSp>
        <p:sp>
          <p:nvSpPr>
            <p:cNvPr id="21" name="TextBox 20">
              <a:extLst>
                <a:ext uri="{FF2B5EF4-FFF2-40B4-BE49-F238E27FC236}">
                  <a16:creationId xmlns:a16="http://schemas.microsoft.com/office/drawing/2014/main" id="{F7C12D7F-1628-5F20-5533-168F74EE88ED}"/>
                </a:ext>
              </a:extLst>
            </p:cNvPr>
            <p:cNvSpPr txBox="1"/>
            <p:nvPr/>
          </p:nvSpPr>
          <p:spPr>
            <a:xfrm>
              <a:off x="1330621" y="1970559"/>
              <a:ext cx="846155" cy="461665"/>
            </a:xfrm>
            <a:prstGeom prst="rect">
              <a:avLst/>
            </a:prstGeom>
            <a:noFill/>
          </p:spPr>
          <p:txBody>
            <a:bodyPr wrap="square" rtlCol="0">
              <a:spAutoFit/>
            </a:bodyPr>
            <a:lstStyle/>
            <a:p>
              <a:pPr algn="l"/>
              <a:r>
                <a:rPr lang="th-TH" sz="1200" b="1" dirty="0">
                  <a:solidFill>
                    <a:schemeClr val="accent2"/>
                  </a:solidFill>
                </a:rPr>
                <a:t>เริ่มเรียน</a:t>
              </a:r>
              <a:r>
                <a:rPr lang="en-US" sz="1200" b="1" dirty="0">
                  <a:solidFill>
                    <a:schemeClr val="accent2"/>
                  </a:solidFill>
                </a:rPr>
                <a:t>:</a:t>
              </a:r>
              <a:r>
                <a:rPr lang="th-TH" sz="1200" b="1" dirty="0">
                  <a:solidFill>
                    <a:schemeClr val="accent2"/>
                  </a:solidFill>
                </a:rPr>
                <a:t> </a:t>
              </a:r>
              <a:br>
                <a:rPr lang="en-US" sz="1200" b="0" dirty="0">
                  <a:solidFill>
                    <a:schemeClr val="accent2"/>
                  </a:solidFill>
                </a:rPr>
              </a:br>
              <a:r>
                <a:rPr lang="en-US" sz="1200" b="0" dirty="0">
                  <a:solidFill>
                    <a:schemeClr val="accent2"/>
                  </a:solidFill>
                </a:rPr>
                <a:t>09:00 </a:t>
              </a:r>
              <a:r>
                <a:rPr lang="th-TH" sz="1200" b="0" dirty="0">
                  <a:solidFill>
                    <a:schemeClr val="accent2"/>
                  </a:solidFill>
                </a:rPr>
                <a:t>น</a:t>
              </a:r>
              <a:r>
                <a:rPr lang="en-US" sz="1200" b="0" dirty="0">
                  <a:solidFill>
                    <a:schemeClr val="accent2"/>
                  </a:solidFill>
                </a:rPr>
                <a:t>.</a:t>
              </a:r>
            </a:p>
          </p:txBody>
        </p:sp>
      </p:grpSp>
      <p:sp>
        <p:nvSpPr>
          <p:cNvPr id="26" name="Rectangle: Rounded Corners 25">
            <a:extLst>
              <a:ext uri="{FF2B5EF4-FFF2-40B4-BE49-F238E27FC236}">
                <a16:creationId xmlns:a16="http://schemas.microsoft.com/office/drawing/2014/main" id="{AA906BB5-AC3F-7B8C-9572-A38045BE3BBD}"/>
              </a:ext>
            </a:extLst>
          </p:cNvPr>
          <p:cNvSpPr/>
          <p:nvPr/>
        </p:nvSpPr>
        <p:spPr bwMode="black">
          <a:xfrm>
            <a:off x="1347041" y="2618070"/>
            <a:ext cx="9413368" cy="45719"/>
          </a:xfrm>
          <a:prstGeom prst="roundRect">
            <a:avLst>
              <a:gd name="adj" fmla="val 50000"/>
            </a:avLst>
          </a:prstGeom>
          <a:solidFill>
            <a:schemeClr val="bg1"/>
          </a:soli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US" sz="1800" dirty="0">
              <a:solidFill>
                <a:schemeClr val="tx1"/>
              </a:solidFill>
            </a:endParaRPr>
          </a:p>
        </p:txBody>
      </p:sp>
      <p:cxnSp>
        <p:nvCxnSpPr>
          <p:cNvPr id="27" name="Straight Connector 26">
            <a:extLst>
              <a:ext uri="{FF2B5EF4-FFF2-40B4-BE49-F238E27FC236}">
                <a16:creationId xmlns:a16="http://schemas.microsoft.com/office/drawing/2014/main" id="{1633774F-4B4F-E199-1324-36CACBAB2326}"/>
              </a:ext>
            </a:extLst>
          </p:cNvPr>
          <p:cNvCxnSpPr>
            <a:cxnSpLocks/>
            <a:stCxn id="26" idx="1"/>
          </p:cNvCxnSpPr>
          <p:nvPr/>
        </p:nvCxnSpPr>
        <p:spPr>
          <a:xfrm flipV="1">
            <a:off x="1347041" y="2280223"/>
            <a:ext cx="0" cy="360707"/>
          </a:xfrm>
          <a:prstGeom prst="line">
            <a:avLst/>
          </a:prstGeom>
          <a:ln w="38100" cap="rnd">
            <a:solidFill>
              <a:schemeClr val="bg2"/>
            </a:solidFill>
            <a:prstDash val="solid"/>
            <a:tailEnd type="ova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FAF4A48-69A1-2DE7-0A38-930674E73FD8}"/>
              </a:ext>
            </a:extLst>
          </p:cNvPr>
          <p:cNvCxnSpPr>
            <a:cxnSpLocks/>
          </p:cNvCxnSpPr>
          <p:nvPr/>
        </p:nvCxnSpPr>
        <p:spPr>
          <a:xfrm flipV="1">
            <a:off x="3675859" y="2348040"/>
            <a:ext cx="0" cy="292890"/>
          </a:xfrm>
          <a:prstGeom prst="line">
            <a:avLst/>
          </a:prstGeom>
          <a:ln w="9525" cap="rnd">
            <a:solidFill>
              <a:schemeClr val="bg2"/>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22A2CF79-1516-95BC-18DC-7A84942D331F}"/>
              </a:ext>
            </a:extLst>
          </p:cNvPr>
          <p:cNvCxnSpPr>
            <a:cxnSpLocks/>
            <a:stCxn id="26" idx="0"/>
          </p:cNvCxnSpPr>
          <p:nvPr/>
        </p:nvCxnSpPr>
        <p:spPr>
          <a:xfrm flipV="1">
            <a:off x="6053725" y="2280223"/>
            <a:ext cx="0" cy="337847"/>
          </a:xfrm>
          <a:prstGeom prst="line">
            <a:avLst/>
          </a:prstGeom>
          <a:ln w="38100" cap="rnd">
            <a:solidFill>
              <a:schemeClr val="bg2"/>
            </a:solidFill>
            <a:prstDash val="solid"/>
            <a:tailEnd type="oval"/>
          </a:ln>
        </p:spPr>
        <p:style>
          <a:lnRef idx="2">
            <a:schemeClr val="accent1"/>
          </a:lnRef>
          <a:fillRef idx="0">
            <a:schemeClr val="accent1"/>
          </a:fillRef>
          <a:effectRef idx="1">
            <a:schemeClr val="accent1"/>
          </a:effectRef>
          <a:fontRef idx="minor">
            <a:schemeClr val="tx1"/>
          </a:fontRef>
        </p:style>
      </p:cxnSp>
      <p:grpSp>
        <p:nvGrpSpPr>
          <p:cNvPr id="30" name="Group 29">
            <a:extLst>
              <a:ext uri="{FF2B5EF4-FFF2-40B4-BE49-F238E27FC236}">
                <a16:creationId xmlns:a16="http://schemas.microsoft.com/office/drawing/2014/main" id="{C8BF0EE0-1D9C-C479-E924-C09E5DFA32F2}"/>
              </a:ext>
            </a:extLst>
          </p:cNvPr>
          <p:cNvGrpSpPr/>
          <p:nvPr/>
        </p:nvGrpSpPr>
        <p:grpSpPr>
          <a:xfrm>
            <a:off x="3301784" y="1861224"/>
            <a:ext cx="1422417" cy="461665"/>
            <a:chOff x="3433720" y="2114290"/>
            <a:chExt cx="1422417" cy="461665"/>
          </a:xfrm>
        </p:grpSpPr>
        <p:grpSp>
          <p:nvGrpSpPr>
            <p:cNvPr id="31" name="Group 30">
              <a:extLst>
                <a:ext uri="{FF2B5EF4-FFF2-40B4-BE49-F238E27FC236}">
                  <a16:creationId xmlns:a16="http://schemas.microsoft.com/office/drawing/2014/main" id="{8CCF6476-2508-EC53-F5CE-EEEA9F6F37B4}"/>
                </a:ext>
              </a:extLst>
            </p:cNvPr>
            <p:cNvGrpSpPr/>
            <p:nvPr/>
          </p:nvGrpSpPr>
          <p:grpSpPr>
            <a:xfrm>
              <a:off x="3433720" y="2167566"/>
              <a:ext cx="308181" cy="308181"/>
              <a:chOff x="838199" y="1250239"/>
              <a:chExt cx="885975" cy="885975"/>
            </a:xfrm>
          </p:grpSpPr>
          <p:grpSp>
            <p:nvGrpSpPr>
              <p:cNvPr id="33" name="Group 32">
                <a:extLst>
                  <a:ext uri="{FF2B5EF4-FFF2-40B4-BE49-F238E27FC236}">
                    <a16:creationId xmlns:a16="http://schemas.microsoft.com/office/drawing/2014/main" id="{A281802E-39D8-8CE0-C10A-8BF30B7F8AE1}"/>
                  </a:ext>
                </a:extLst>
              </p:cNvPr>
              <p:cNvGrpSpPr/>
              <p:nvPr/>
            </p:nvGrpSpPr>
            <p:grpSpPr bwMode="gray">
              <a:xfrm>
                <a:off x="838199" y="1250239"/>
                <a:ext cx="885975" cy="885975"/>
                <a:chOff x="865641" y="1173737"/>
                <a:chExt cx="868166" cy="868166"/>
              </a:xfrm>
            </p:grpSpPr>
            <p:sp>
              <p:nvSpPr>
                <p:cNvPr id="35" name="Oval 34">
                  <a:extLst>
                    <a:ext uri="{FF2B5EF4-FFF2-40B4-BE49-F238E27FC236}">
                      <a16:creationId xmlns:a16="http://schemas.microsoft.com/office/drawing/2014/main" id="{535C243C-53C4-31E9-EEF1-CE1288CB440E}"/>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36" name="Oval 35">
                  <a:extLst>
                    <a:ext uri="{FF2B5EF4-FFF2-40B4-BE49-F238E27FC236}">
                      <a16:creationId xmlns:a16="http://schemas.microsoft.com/office/drawing/2014/main" id="{F8123B4A-1925-081C-3C3F-B1434B3B0E0F}"/>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34" name="Graphic 33" descr="Burger and drink with solid fill">
                <a:extLst>
                  <a:ext uri="{FF2B5EF4-FFF2-40B4-BE49-F238E27FC236}">
                    <a16:creationId xmlns:a16="http://schemas.microsoft.com/office/drawing/2014/main" id="{598CA884-A8F3-F0AC-0E05-EB6B543681F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bwMode="white">
              <a:xfrm>
                <a:off x="945270" y="1357310"/>
                <a:ext cx="671832" cy="671832"/>
              </a:xfrm>
              <a:prstGeom prst="rect">
                <a:avLst/>
              </a:prstGeom>
            </p:spPr>
          </p:pic>
        </p:grpSp>
        <p:sp>
          <p:nvSpPr>
            <p:cNvPr id="32" name="TextBox 31">
              <a:extLst>
                <a:ext uri="{FF2B5EF4-FFF2-40B4-BE49-F238E27FC236}">
                  <a16:creationId xmlns:a16="http://schemas.microsoft.com/office/drawing/2014/main" id="{3485D903-1FE5-7604-D194-D866AE5C1801}"/>
                </a:ext>
              </a:extLst>
            </p:cNvPr>
            <p:cNvSpPr txBox="1"/>
            <p:nvPr/>
          </p:nvSpPr>
          <p:spPr>
            <a:xfrm>
              <a:off x="3752434" y="2114290"/>
              <a:ext cx="1103703" cy="461665"/>
            </a:xfrm>
            <a:prstGeom prst="rect">
              <a:avLst/>
            </a:prstGeom>
            <a:noFill/>
          </p:spPr>
          <p:txBody>
            <a:bodyPr wrap="square" rtlCol="0">
              <a:spAutoFit/>
            </a:bodyPr>
            <a:lstStyle/>
            <a:p>
              <a:pPr algn="l"/>
              <a:r>
                <a:rPr lang="th-TH" sz="1200" b="1" dirty="0">
                  <a:solidFill>
                    <a:schemeClr val="accent2"/>
                  </a:solidFill>
                </a:rPr>
                <a:t>พักเบรก</a:t>
              </a:r>
              <a:r>
                <a:rPr lang="en-US" sz="1200" b="1" dirty="0">
                  <a:solidFill>
                    <a:schemeClr val="accent2"/>
                  </a:solidFill>
                </a:rPr>
                <a:t>(1):</a:t>
              </a:r>
              <a:br>
                <a:rPr lang="en-US" sz="1200" b="1" dirty="0">
                  <a:solidFill>
                    <a:schemeClr val="accent2"/>
                  </a:solidFill>
                </a:rPr>
              </a:br>
              <a:r>
                <a:rPr lang="en-US" sz="1200" b="0" dirty="0">
                  <a:solidFill>
                    <a:schemeClr val="accent2"/>
                  </a:solidFill>
                </a:rPr>
                <a:t>10:30 </a:t>
              </a:r>
              <a:r>
                <a:rPr lang="th-TH" sz="1200" b="0" dirty="0">
                  <a:solidFill>
                    <a:schemeClr val="accent2"/>
                  </a:solidFill>
                </a:rPr>
                <a:t>น</a:t>
              </a:r>
              <a:r>
                <a:rPr lang="en-US" sz="1200" b="0" dirty="0">
                  <a:solidFill>
                    <a:schemeClr val="accent2"/>
                  </a:solidFill>
                </a:rPr>
                <a:t>.</a:t>
              </a:r>
            </a:p>
          </p:txBody>
        </p:sp>
      </p:grpSp>
      <p:grpSp>
        <p:nvGrpSpPr>
          <p:cNvPr id="37" name="Group 36">
            <a:extLst>
              <a:ext uri="{FF2B5EF4-FFF2-40B4-BE49-F238E27FC236}">
                <a16:creationId xmlns:a16="http://schemas.microsoft.com/office/drawing/2014/main" id="{7DCDBDAA-57DE-70B4-7700-C6DFE42194BE}"/>
              </a:ext>
            </a:extLst>
          </p:cNvPr>
          <p:cNvGrpSpPr/>
          <p:nvPr/>
        </p:nvGrpSpPr>
        <p:grpSpPr>
          <a:xfrm>
            <a:off x="5617753" y="1753058"/>
            <a:ext cx="1297655" cy="461665"/>
            <a:chOff x="5660027" y="1968869"/>
            <a:chExt cx="1297655" cy="461665"/>
          </a:xfrm>
        </p:grpSpPr>
        <p:sp>
          <p:nvSpPr>
            <p:cNvPr id="38" name="TextBox 37">
              <a:extLst>
                <a:ext uri="{FF2B5EF4-FFF2-40B4-BE49-F238E27FC236}">
                  <a16:creationId xmlns:a16="http://schemas.microsoft.com/office/drawing/2014/main" id="{7E563C66-97A5-C5A1-585A-9C22D68C7E46}"/>
                </a:ext>
              </a:extLst>
            </p:cNvPr>
            <p:cNvSpPr txBox="1"/>
            <p:nvPr/>
          </p:nvSpPr>
          <p:spPr>
            <a:xfrm>
              <a:off x="6111527" y="1968869"/>
              <a:ext cx="846155" cy="461665"/>
            </a:xfrm>
            <a:prstGeom prst="rect">
              <a:avLst/>
            </a:prstGeom>
            <a:noFill/>
          </p:spPr>
          <p:txBody>
            <a:bodyPr wrap="square" rtlCol="0">
              <a:spAutoFit/>
            </a:bodyPr>
            <a:lstStyle/>
            <a:p>
              <a:pPr algn="l"/>
              <a:r>
                <a:rPr lang="th-TH" sz="1200" b="1" dirty="0">
                  <a:solidFill>
                    <a:schemeClr val="accent2"/>
                  </a:solidFill>
                </a:rPr>
                <a:t>พักเที่ยง</a:t>
              </a:r>
              <a:r>
                <a:rPr lang="en-US" sz="1200" b="1" dirty="0">
                  <a:solidFill>
                    <a:schemeClr val="accent2"/>
                  </a:solidFill>
                </a:rPr>
                <a:t>:</a:t>
              </a:r>
              <a:br>
                <a:rPr lang="th-TH" sz="1200" b="1" dirty="0">
                  <a:solidFill>
                    <a:schemeClr val="accent2"/>
                  </a:solidFill>
                </a:rPr>
              </a:br>
              <a:r>
                <a:rPr lang="en-US" sz="1200" b="0" dirty="0">
                  <a:solidFill>
                    <a:schemeClr val="accent2"/>
                  </a:solidFill>
                </a:rPr>
                <a:t>12:00 </a:t>
              </a:r>
              <a:r>
                <a:rPr lang="th-TH" sz="1200" b="0" dirty="0">
                  <a:solidFill>
                    <a:schemeClr val="accent2"/>
                  </a:solidFill>
                </a:rPr>
                <a:t>น</a:t>
              </a:r>
              <a:r>
                <a:rPr lang="en-US" sz="1200" b="0" dirty="0">
                  <a:solidFill>
                    <a:schemeClr val="accent2"/>
                  </a:solidFill>
                </a:rPr>
                <a:t>.</a:t>
              </a:r>
            </a:p>
          </p:txBody>
        </p:sp>
        <p:grpSp>
          <p:nvGrpSpPr>
            <p:cNvPr id="39" name="Group 38">
              <a:extLst>
                <a:ext uri="{FF2B5EF4-FFF2-40B4-BE49-F238E27FC236}">
                  <a16:creationId xmlns:a16="http://schemas.microsoft.com/office/drawing/2014/main" id="{944CC415-5565-0027-1921-848771E592EE}"/>
                </a:ext>
              </a:extLst>
            </p:cNvPr>
            <p:cNvGrpSpPr/>
            <p:nvPr/>
          </p:nvGrpSpPr>
          <p:grpSpPr>
            <a:xfrm>
              <a:off x="5660027" y="1970854"/>
              <a:ext cx="411480" cy="411480"/>
              <a:chOff x="838200" y="2601771"/>
              <a:chExt cx="885975" cy="885975"/>
            </a:xfrm>
          </p:grpSpPr>
          <p:grpSp>
            <p:nvGrpSpPr>
              <p:cNvPr id="40" name="Group 39">
                <a:extLst>
                  <a:ext uri="{FF2B5EF4-FFF2-40B4-BE49-F238E27FC236}">
                    <a16:creationId xmlns:a16="http://schemas.microsoft.com/office/drawing/2014/main" id="{362A5D48-6F6B-690B-4F23-C54E22F7A106}"/>
                  </a:ext>
                </a:extLst>
              </p:cNvPr>
              <p:cNvGrpSpPr/>
              <p:nvPr/>
            </p:nvGrpSpPr>
            <p:grpSpPr bwMode="gray">
              <a:xfrm>
                <a:off x="838200" y="2601771"/>
                <a:ext cx="885975" cy="885975"/>
                <a:chOff x="865641" y="1173737"/>
                <a:chExt cx="868166" cy="868166"/>
              </a:xfrm>
            </p:grpSpPr>
            <p:sp>
              <p:nvSpPr>
                <p:cNvPr id="42" name="Oval 41">
                  <a:extLst>
                    <a:ext uri="{FF2B5EF4-FFF2-40B4-BE49-F238E27FC236}">
                      <a16:creationId xmlns:a16="http://schemas.microsoft.com/office/drawing/2014/main" id="{024C6499-7E10-D727-5E5D-89772986D514}"/>
                    </a:ext>
                  </a:extLst>
                </p:cNvPr>
                <p:cNvSpPr/>
                <p:nvPr/>
              </p:nvSpPr>
              <p:spPr bwMode="gray">
                <a:xfrm>
                  <a:off x="914223"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43" name="Oval 42">
                  <a:extLst>
                    <a:ext uri="{FF2B5EF4-FFF2-40B4-BE49-F238E27FC236}">
                      <a16:creationId xmlns:a16="http://schemas.microsoft.com/office/drawing/2014/main" id="{E6436227-A04C-86ED-D322-53ADF0EA01D2}"/>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41" name="Graphic 40" descr="Table setting with solid fill">
                <a:extLst>
                  <a:ext uri="{FF2B5EF4-FFF2-40B4-BE49-F238E27FC236}">
                    <a16:creationId xmlns:a16="http://schemas.microsoft.com/office/drawing/2014/main" id="{A69BA0EC-F9AD-44EF-A437-29A96B025B0B}"/>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bwMode="white">
              <a:xfrm>
                <a:off x="967577" y="2724015"/>
                <a:ext cx="641486" cy="641486"/>
              </a:xfrm>
              <a:prstGeom prst="rect">
                <a:avLst/>
              </a:prstGeom>
            </p:spPr>
          </p:pic>
        </p:grpSp>
      </p:grpSp>
      <p:cxnSp>
        <p:nvCxnSpPr>
          <p:cNvPr id="44" name="Straight Connector 43">
            <a:extLst>
              <a:ext uri="{FF2B5EF4-FFF2-40B4-BE49-F238E27FC236}">
                <a16:creationId xmlns:a16="http://schemas.microsoft.com/office/drawing/2014/main" id="{3A9C4000-C59A-111B-83D1-A277FFBE5856}"/>
              </a:ext>
            </a:extLst>
          </p:cNvPr>
          <p:cNvCxnSpPr>
            <a:cxnSpLocks/>
          </p:cNvCxnSpPr>
          <p:nvPr/>
        </p:nvCxnSpPr>
        <p:spPr>
          <a:xfrm flipV="1">
            <a:off x="8261134" y="2348040"/>
            <a:ext cx="0" cy="292890"/>
          </a:xfrm>
          <a:prstGeom prst="line">
            <a:avLst/>
          </a:prstGeom>
          <a:ln w="9525" cap="rnd">
            <a:solidFill>
              <a:schemeClr val="bg2"/>
            </a:solidFill>
            <a:prstDash val="dash"/>
            <a:tailEnd type="oval"/>
          </a:ln>
        </p:spPr>
        <p:style>
          <a:lnRef idx="2">
            <a:schemeClr val="accent1"/>
          </a:lnRef>
          <a:fillRef idx="0">
            <a:schemeClr val="accent1"/>
          </a:fillRef>
          <a:effectRef idx="1">
            <a:schemeClr val="accent1"/>
          </a:effectRef>
          <a:fontRef idx="minor">
            <a:schemeClr val="tx1"/>
          </a:fontRef>
        </p:style>
      </p:cxnSp>
      <p:grpSp>
        <p:nvGrpSpPr>
          <p:cNvPr id="45" name="Group 44">
            <a:extLst>
              <a:ext uri="{FF2B5EF4-FFF2-40B4-BE49-F238E27FC236}">
                <a16:creationId xmlns:a16="http://schemas.microsoft.com/office/drawing/2014/main" id="{DD788B2A-29CD-AC34-7105-BABCCA46A82B}"/>
              </a:ext>
            </a:extLst>
          </p:cNvPr>
          <p:cNvGrpSpPr/>
          <p:nvPr/>
        </p:nvGrpSpPr>
        <p:grpSpPr>
          <a:xfrm>
            <a:off x="7865903" y="1861222"/>
            <a:ext cx="1454439" cy="461665"/>
            <a:chOff x="7952057" y="2090823"/>
            <a:chExt cx="1454439" cy="461665"/>
          </a:xfrm>
        </p:grpSpPr>
        <p:grpSp>
          <p:nvGrpSpPr>
            <p:cNvPr id="46" name="Group 45">
              <a:extLst>
                <a:ext uri="{FF2B5EF4-FFF2-40B4-BE49-F238E27FC236}">
                  <a16:creationId xmlns:a16="http://schemas.microsoft.com/office/drawing/2014/main" id="{061AD2B9-C562-BB71-C90F-2428A59D1600}"/>
                </a:ext>
              </a:extLst>
            </p:cNvPr>
            <p:cNvGrpSpPr/>
            <p:nvPr/>
          </p:nvGrpSpPr>
          <p:grpSpPr>
            <a:xfrm>
              <a:off x="7952057" y="2152024"/>
              <a:ext cx="308181" cy="308181"/>
              <a:chOff x="838199" y="1250239"/>
              <a:chExt cx="885975" cy="885975"/>
            </a:xfrm>
          </p:grpSpPr>
          <p:grpSp>
            <p:nvGrpSpPr>
              <p:cNvPr id="48" name="Group 47">
                <a:extLst>
                  <a:ext uri="{FF2B5EF4-FFF2-40B4-BE49-F238E27FC236}">
                    <a16:creationId xmlns:a16="http://schemas.microsoft.com/office/drawing/2014/main" id="{85945A10-B04A-06A9-7391-CFDEDC76D662}"/>
                  </a:ext>
                </a:extLst>
              </p:cNvPr>
              <p:cNvGrpSpPr/>
              <p:nvPr/>
            </p:nvGrpSpPr>
            <p:grpSpPr bwMode="gray">
              <a:xfrm>
                <a:off x="838199" y="1250239"/>
                <a:ext cx="885975" cy="885975"/>
                <a:chOff x="865641" y="1173737"/>
                <a:chExt cx="868166" cy="868166"/>
              </a:xfrm>
            </p:grpSpPr>
            <p:sp>
              <p:nvSpPr>
                <p:cNvPr id="50" name="Oval 49">
                  <a:extLst>
                    <a:ext uri="{FF2B5EF4-FFF2-40B4-BE49-F238E27FC236}">
                      <a16:creationId xmlns:a16="http://schemas.microsoft.com/office/drawing/2014/main" id="{4FF7DD58-36EC-E1C2-7C30-0A91E6DEA681}"/>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51" name="Oval 50">
                  <a:extLst>
                    <a:ext uri="{FF2B5EF4-FFF2-40B4-BE49-F238E27FC236}">
                      <a16:creationId xmlns:a16="http://schemas.microsoft.com/office/drawing/2014/main" id="{F7154EF1-83AC-DB43-CE01-AA093B9FD75D}"/>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49" name="Graphic 48" descr="Burger and drink with solid fill">
                <a:extLst>
                  <a:ext uri="{FF2B5EF4-FFF2-40B4-BE49-F238E27FC236}">
                    <a16:creationId xmlns:a16="http://schemas.microsoft.com/office/drawing/2014/main" id="{A706B2FE-5C02-C81D-EF85-8140A0B4655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bwMode="white">
              <a:xfrm>
                <a:off x="945270" y="1357310"/>
                <a:ext cx="671832" cy="671832"/>
              </a:xfrm>
              <a:prstGeom prst="rect">
                <a:avLst/>
              </a:prstGeom>
            </p:spPr>
          </p:pic>
        </p:grpSp>
        <p:sp>
          <p:nvSpPr>
            <p:cNvPr id="47" name="TextBox 46">
              <a:extLst>
                <a:ext uri="{FF2B5EF4-FFF2-40B4-BE49-F238E27FC236}">
                  <a16:creationId xmlns:a16="http://schemas.microsoft.com/office/drawing/2014/main" id="{8A8B2574-0E59-8CDA-4200-D5F3A5F70144}"/>
                </a:ext>
              </a:extLst>
            </p:cNvPr>
            <p:cNvSpPr txBox="1"/>
            <p:nvPr/>
          </p:nvSpPr>
          <p:spPr>
            <a:xfrm>
              <a:off x="8302793" y="2090823"/>
              <a:ext cx="1103703" cy="461665"/>
            </a:xfrm>
            <a:prstGeom prst="rect">
              <a:avLst/>
            </a:prstGeom>
            <a:noFill/>
          </p:spPr>
          <p:txBody>
            <a:bodyPr wrap="square" rtlCol="0">
              <a:spAutoFit/>
            </a:bodyPr>
            <a:lstStyle/>
            <a:p>
              <a:pPr algn="l"/>
              <a:r>
                <a:rPr lang="th-TH" sz="1200" b="1" dirty="0">
                  <a:solidFill>
                    <a:schemeClr val="accent2"/>
                  </a:solidFill>
                </a:rPr>
                <a:t>พักเบรก</a:t>
              </a:r>
              <a:r>
                <a:rPr lang="en-US" sz="1200" b="1" dirty="0">
                  <a:solidFill>
                    <a:schemeClr val="accent2"/>
                  </a:solidFill>
                </a:rPr>
                <a:t>(2):</a:t>
              </a:r>
              <a:br>
                <a:rPr lang="en-US" sz="1200" b="1" dirty="0">
                  <a:solidFill>
                    <a:schemeClr val="accent2"/>
                  </a:solidFill>
                </a:rPr>
              </a:br>
              <a:r>
                <a:rPr lang="en-US" sz="1200" b="0" dirty="0">
                  <a:solidFill>
                    <a:schemeClr val="accent2"/>
                  </a:solidFill>
                </a:rPr>
                <a:t>14:30 </a:t>
              </a:r>
              <a:r>
                <a:rPr lang="th-TH" sz="1200" b="0" dirty="0">
                  <a:solidFill>
                    <a:schemeClr val="accent2"/>
                  </a:solidFill>
                </a:rPr>
                <a:t>น</a:t>
              </a:r>
              <a:r>
                <a:rPr lang="en-US" sz="1200" b="0" dirty="0">
                  <a:solidFill>
                    <a:schemeClr val="accent2"/>
                  </a:solidFill>
                </a:rPr>
                <a:t>.</a:t>
              </a:r>
            </a:p>
          </p:txBody>
        </p:sp>
      </p:grpSp>
      <p:grpSp>
        <p:nvGrpSpPr>
          <p:cNvPr id="52" name="Group 51">
            <a:extLst>
              <a:ext uri="{FF2B5EF4-FFF2-40B4-BE49-F238E27FC236}">
                <a16:creationId xmlns:a16="http://schemas.microsoft.com/office/drawing/2014/main" id="{EE401B12-7E1B-D74C-02D8-18772FA52701}"/>
              </a:ext>
            </a:extLst>
          </p:cNvPr>
          <p:cNvGrpSpPr/>
          <p:nvPr/>
        </p:nvGrpSpPr>
        <p:grpSpPr>
          <a:xfrm>
            <a:off x="10250397" y="1753057"/>
            <a:ext cx="1303315" cy="461665"/>
            <a:chOff x="10292671" y="1968869"/>
            <a:chExt cx="1303315" cy="461665"/>
          </a:xfrm>
        </p:grpSpPr>
        <p:grpSp>
          <p:nvGrpSpPr>
            <p:cNvPr id="53" name="Group 52">
              <a:extLst>
                <a:ext uri="{FF2B5EF4-FFF2-40B4-BE49-F238E27FC236}">
                  <a16:creationId xmlns:a16="http://schemas.microsoft.com/office/drawing/2014/main" id="{280348F9-025B-2CB6-2B7A-B5A1983A1B06}"/>
                </a:ext>
              </a:extLst>
            </p:cNvPr>
            <p:cNvGrpSpPr/>
            <p:nvPr/>
          </p:nvGrpSpPr>
          <p:grpSpPr>
            <a:xfrm>
              <a:off x="10292671" y="1991499"/>
              <a:ext cx="411480" cy="411480"/>
              <a:chOff x="838199" y="5211096"/>
              <a:chExt cx="885975" cy="885975"/>
            </a:xfrm>
          </p:grpSpPr>
          <p:grpSp>
            <p:nvGrpSpPr>
              <p:cNvPr id="55" name="Group 54">
                <a:extLst>
                  <a:ext uri="{FF2B5EF4-FFF2-40B4-BE49-F238E27FC236}">
                    <a16:creationId xmlns:a16="http://schemas.microsoft.com/office/drawing/2014/main" id="{C440341C-BFF2-36E9-EBBA-CA4E8F010A41}"/>
                  </a:ext>
                </a:extLst>
              </p:cNvPr>
              <p:cNvGrpSpPr/>
              <p:nvPr/>
            </p:nvGrpSpPr>
            <p:grpSpPr bwMode="gray">
              <a:xfrm>
                <a:off x="838199" y="5211096"/>
                <a:ext cx="885975" cy="885975"/>
                <a:chOff x="865641" y="1173737"/>
                <a:chExt cx="868166" cy="868166"/>
              </a:xfrm>
            </p:grpSpPr>
            <p:sp>
              <p:nvSpPr>
                <p:cNvPr id="57" name="Oval 56">
                  <a:extLst>
                    <a:ext uri="{FF2B5EF4-FFF2-40B4-BE49-F238E27FC236}">
                      <a16:creationId xmlns:a16="http://schemas.microsoft.com/office/drawing/2014/main" id="{06AEF696-5ABD-479B-8204-530397CDFBAD}"/>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58" name="Oval 57">
                  <a:extLst>
                    <a:ext uri="{FF2B5EF4-FFF2-40B4-BE49-F238E27FC236}">
                      <a16:creationId xmlns:a16="http://schemas.microsoft.com/office/drawing/2014/main" id="{34971B81-981C-0F2C-C673-74CAA10AF2AB}"/>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56" name="Graphic 55" descr="Stopwatch with solid fill">
                <a:extLst>
                  <a:ext uri="{FF2B5EF4-FFF2-40B4-BE49-F238E27FC236}">
                    <a16:creationId xmlns:a16="http://schemas.microsoft.com/office/drawing/2014/main" id="{113325AE-19C6-563B-E3AB-878B8759C90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974278" y="5352607"/>
                <a:ext cx="613818" cy="613818"/>
              </a:xfrm>
              <a:prstGeom prst="rect">
                <a:avLst/>
              </a:prstGeom>
            </p:spPr>
          </p:pic>
        </p:grpSp>
        <p:sp>
          <p:nvSpPr>
            <p:cNvPr id="54" name="TextBox 53">
              <a:extLst>
                <a:ext uri="{FF2B5EF4-FFF2-40B4-BE49-F238E27FC236}">
                  <a16:creationId xmlns:a16="http://schemas.microsoft.com/office/drawing/2014/main" id="{388D1E61-3A33-063A-0CF7-75CE8008E966}"/>
                </a:ext>
              </a:extLst>
            </p:cNvPr>
            <p:cNvSpPr txBox="1"/>
            <p:nvPr/>
          </p:nvSpPr>
          <p:spPr>
            <a:xfrm>
              <a:off x="10749831" y="1968869"/>
              <a:ext cx="846155" cy="461665"/>
            </a:xfrm>
            <a:prstGeom prst="rect">
              <a:avLst/>
            </a:prstGeom>
            <a:noFill/>
          </p:spPr>
          <p:txBody>
            <a:bodyPr wrap="square" rtlCol="0">
              <a:spAutoFit/>
            </a:bodyPr>
            <a:lstStyle/>
            <a:p>
              <a:pPr algn="l"/>
              <a:r>
                <a:rPr lang="th-TH" sz="1200" b="1" dirty="0">
                  <a:solidFill>
                    <a:schemeClr val="accent2"/>
                  </a:solidFill>
                </a:rPr>
                <a:t>เลิกเรียน</a:t>
              </a:r>
              <a:r>
                <a:rPr lang="en-US" sz="1200" b="1" dirty="0">
                  <a:solidFill>
                    <a:schemeClr val="accent2"/>
                  </a:solidFill>
                </a:rPr>
                <a:t>:</a:t>
              </a:r>
              <a:r>
                <a:rPr lang="th-TH" sz="1200" b="1" dirty="0">
                  <a:solidFill>
                    <a:schemeClr val="accent2"/>
                  </a:solidFill>
                </a:rPr>
                <a:t> </a:t>
              </a:r>
              <a:r>
                <a:rPr lang="en-US" sz="1200" b="0" dirty="0">
                  <a:solidFill>
                    <a:schemeClr val="accent2"/>
                  </a:solidFill>
                </a:rPr>
                <a:t>16:00 </a:t>
              </a:r>
              <a:r>
                <a:rPr lang="th-TH" sz="1200" b="0" dirty="0">
                  <a:solidFill>
                    <a:schemeClr val="accent2"/>
                  </a:solidFill>
                </a:rPr>
                <a:t>น</a:t>
              </a:r>
              <a:r>
                <a:rPr lang="en-US" sz="1200" b="0" dirty="0">
                  <a:solidFill>
                    <a:schemeClr val="accent2"/>
                  </a:solidFill>
                </a:rPr>
                <a:t>.</a:t>
              </a:r>
            </a:p>
          </p:txBody>
        </p:sp>
      </p:grpSp>
      <p:cxnSp>
        <p:nvCxnSpPr>
          <p:cNvPr id="59" name="Straight Connector 58">
            <a:extLst>
              <a:ext uri="{FF2B5EF4-FFF2-40B4-BE49-F238E27FC236}">
                <a16:creationId xmlns:a16="http://schemas.microsoft.com/office/drawing/2014/main" id="{029542D5-80E0-7023-EEB7-F5BFB276A964}"/>
              </a:ext>
            </a:extLst>
          </p:cNvPr>
          <p:cNvCxnSpPr>
            <a:cxnSpLocks/>
          </p:cNvCxnSpPr>
          <p:nvPr/>
        </p:nvCxnSpPr>
        <p:spPr>
          <a:xfrm flipV="1">
            <a:off x="10745656" y="2280223"/>
            <a:ext cx="0" cy="360707"/>
          </a:xfrm>
          <a:prstGeom prst="line">
            <a:avLst/>
          </a:prstGeom>
          <a:ln w="38100" cap="rnd">
            <a:solidFill>
              <a:schemeClr val="bg2"/>
            </a:solidFill>
            <a:prstDash val="solid"/>
            <a:tailEnd type="oval"/>
          </a:ln>
        </p:spPr>
        <p:style>
          <a:lnRef idx="2">
            <a:schemeClr val="accent1"/>
          </a:lnRef>
          <a:fillRef idx="0">
            <a:schemeClr val="accent1"/>
          </a:fillRef>
          <a:effectRef idx="1">
            <a:schemeClr val="accent1"/>
          </a:effectRef>
          <a:fontRef idx="minor">
            <a:schemeClr val="tx1"/>
          </a:fontRef>
        </p:style>
      </p:cxnSp>
      <p:pic>
        <p:nvPicPr>
          <p:cNvPr id="60" name="Picture 59">
            <a:extLst>
              <a:ext uri="{FF2B5EF4-FFF2-40B4-BE49-F238E27FC236}">
                <a16:creationId xmlns:a16="http://schemas.microsoft.com/office/drawing/2014/main" id="{45F9B160-9A2E-B669-5F8D-503F9B5C4DF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055082" y="4024192"/>
            <a:ext cx="1253900" cy="1253900"/>
          </a:xfrm>
          <a:prstGeom prst="roundRect">
            <a:avLst>
              <a:gd name="adj" fmla="val 11543"/>
            </a:avLst>
          </a:prstGeom>
          <a:ln>
            <a:noFill/>
          </a:ln>
        </p:spPr>
      </p:pic>
      <p:grpSp>
        <p:nvGrpSpPr>
          <p:cNvPr id="61" name="Group 60">
            <a:extLst>
              <a:ext uri="{FF2B5EF4-FFF2-40B4-BE49-F238E27FC236}">
                <a16:creationId xmlns:a16="http://schemas.microsoft.com/office/drawing/2014/main" id="{C8B02980-6583-8C0D-128C-4CFEFDEB49AD}"/>
              </a:ext>
            </a:extLst>
          </p:cNvPr>
          <p:cNvGrpSpPr/>
          <p:nvPr/>
        </p:nvGrpSpPr>
        <p:grpSpPr>
          <a:xfrm>
            <a:off x="8096928" y="4815173"/>
            <a:ext cx="1834718" cy="495548"/>
            <a:chOff x="7852524" y="5376955"/>
            <a:chExt cx="1834718" cy="495548"/>
          </a:xfrm>
        </p:grpSpPr>
        <p:sp>
          <p:nvSpPr>
            <p:cNvPr id="62" name="Rectangle: Rounded Corners 61">
              <a:extLst>
                <a:ext uri="{FF2B5EF4-FFF2-40B4-BE49-F238E27FC236}">
                  <a16:creationId xmlns:a16="http://schemas.microsoft.com/office/drawing/2014/main" id="{96702C98-6C3F-F28D-614E-329BB42D4EB3}"/>
                </a:ext>
              </a:extLst>
            </p:cNvPr>
            <p:cNvSpPr/>
            <p:nvPr/>
          </p:nvSpPr>
          <p:spPr>
            <a:xfrm>
              <a:off x="7852524" y="5376955"/>
              <a:ext cx="1834718" cy="495548"/>
            </a:xfrm>
            <a:prstGeom prst="roundRect">
              <a:avLst>
                <a:gd name="adj" fmla="val 50000"/>
              </a:avLst>
            </a:prstGeom>
            <a:solidFill>
              <a:schemeClr val="bg1"/>
            </a:solidFill>
            <a:ln w="28575">
              <a:solidFill>
                <a:srgbClr val="2486FF"/>
              </a:solidFill>
            </a:ln>
            <a:effectLst>
              <a:outerShdw blurRad="50800" dist="38100" dir="2700000" algn="tl" rotWithShape="0">
                <a:prstClr val="black">
                  <a:alpha val="40000"/>
                </a:prstClr>
              </a:outerShdw>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63" name="TextBox 62">
              <a:extLst>
                <a:ext uri="{FF2B5EF4-FFF2-40B4-BE49-F238E27FC236}">
                  <a16:creationId xmlns:a16="http://schemas.microsoft.com/office/drawing/2014/main" id="{C49DB490-5EFA-15FA-55ED-07823537C953}"/>
                </a:ext>
              </a:extLst>
            </p:cNvPr>
            <p:cNvSpPr txBox="1"/>
            <p:nvPr/>
          </p:nvSpPr>
          <p:spPr>
            <a:xfrm>
              <a:off x="8032839" y="5393896"/>
              <a:ext cx="1474088" cy="461665"/>
            </a:xfrm>
            <a:prstGeom prst="rect">
              <a:avLst/>
            </a:prstGeom>
            <a:noFill/>
          </p:spPr>
          <p:txBody>
            <a:bodyPr wrap="square" rtlCol="0">
              <a:spAutoFit/>
            </a:bodyPr>
            <a:lstStyle/>
            <a:p>
              <a:pPr algn="ctr"/>
              <a:r>
                <a:rPr lang="th-TH" sz="1200" b="1" dirty="0"/>
                <a:t>สแกนเพื่อ</a:t>
              </a:r>
              <a:br>
                <a:rPr lang="th-TH" sz="1200" b="1" dirty="0"/>
              </a:br>
              <a:r>
                <a:rPr lang="th-TH" sz="1200" b="1" dirty="0"/>
                <a:t>ดูรายละเอียดเพิ่มเติม</a:t>
              </a:r>
              <a:endParaRPr lang="en-US" sz="1200" b="1" dirty="0"/>
            </a:p>
          </p:txBody>
        </p:sp>
      </p:grpSp>
      <p:grpSp>
        <p:nvGrpSpPr>
          <p:cNvPr id="64" name="Group 63">
            <a:extLst>
              <a:ext uri="{FF2B5EF4-FFF2-40B4-BE49-F238E27FC236}">
                <a16:creationId xmlns:a16="http://schemas.microsoft.com/office/drawing/2014/main" id="{6F3409B2-3CF0-A465-4946-9EB9F987464B}"/>
              </a:ext>
            </a:extLst>
          </p:cNvPr>
          <p:cNvGrpSpPr/>
          <p:nvPr/>
        </p:nvGrpSpPr>
        <p:grpSpPr>
          <a:xfrm>
            <a:off x="693509" y="3291983"/>
            <a:ext cx="1960408" cy="353592"/>
            <a:chOff x="8135153" y="2716368"/>
            <a:chExt cx="1960408" cy="353592"/>
          </a:xfrm>
        </p:grpSpPr>
        <p:sp>
          <p:nvSpPr>
            <p:cNvPr id="65" name="Rectangle: Rounded Corners 64">
              <a:extLst>
                <a:ext uri="{FF2B5EF4-FFF2-40B4-BE49-F238E27FC236}">
                  <a16:creationId xmlns:a16="http://schemas.microsoft.com/office/drawing/2014/main" id="{9989E8F0-C25F-438D-B89C-241F4EC70E2D}"/>
                </a:ext>
              </a:extLst>
            </p:cNvPr>
            <p:cNvSpPr/>
            <p:nvPr/>
          </p:nvSpPr>
          <p:spPr>
            <a:xfrm>
              <a:off x="8188780" y="2716368"/>
              <a:ext cx="1883242" cy="344764"/>
            </a:xfrm>
            <a:prstGeom prst="roundRect">
              <a:avLst>
                <a:gd name="adj" fmla="val 50000"/>
              </a:avLst>
            </a:prstGeom>
            <a:solidFill>
              <a:schemeClr val="bg1"/>
            </a:solidFill>
            <a:ln w="28575">
              <a:solidFill>
                <a:srgbClr val="2486FF"/>
              </a:solidFill>
            </a:ln>
            <a:effectLst>
              <a:outerShdw blurRad="50800" dist="38100" dir="2700000" algn="tl" rotWithShape="0">
                <a:prstClr val="black">
                  <a:alpha val="40000"/>
                </a:prstClr>
              </a:outerShdw>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66" name="TextBox 65">
              <a:extLst>
                <a:ext uri="{FF2B5EF4-FFF2-40B4-BE49-F238E27FC236}">
                  <a16:creationId xmlns:a16="http://schemas.microsoft.com/office/drawing/2014/main" id="{65B8C24E-A594-62EC-2803-549A82E66CCE}"/>
                </a:ext>
              </a:extLst>
            </p:cNvPr>
            <p:cNvSpPr txBox="1"/>
            <p:nvPr/>
          </p:nvSpPr>
          <p:spPr>
            <a:xfrm>
              <a:off x="8135153" y="2731406"/>
              <a:ext cx="1960408" cy="338554"/>
            </a:xfrm>
            <a:prstGeom prst="rect">
              <a:avLst/>
            </a:prstGeom>
            <a:noFill/>
          </p:spPr>
          <p:txBody>
            <a:bodyPr wrap="square" rtlCol="0">
              <a:spAutoFit/>
            </a:bodyPr>
            <a:lstStyle/>
            <a:p>
              <a:pPr algn="ctr"/>
              <a:r>
                <a:rPr lang="th-TH" sz="1600" b="1" dirty="0"/>
                <a:t>ช่องทางการติดต่อ</a:t>
              </a:r>
              <a:endParaRPr lang="en-US" sz="1600" b="1" dirty="0"/>
            </a:p>
          </p:txBody>
        </p:sp>
      </p:grpSp>
      <p:sp>
        <p:nvSpPr>
          <p:cNvPr id="67" name="TextBox 66">
            <a:extLst>
              <a:ext uri="{FF2B5EF4-FFF2-40B4-BE49-F238E27FC236}">
                <a16:creationId xmlns:a16="http://schemas.microsoft.com/office/drawing/2014/main" id="{1F1CDE7E-57C3-5A94-860C-9CF091D3BC8B}"/>
              </a:ext>
            </a:extLst>
          </p:cNvPr>
          <p:cNvSpPr txBox="1"/>
          <p:nvPr/>
        </p:nvSpPr>
        <p:spPr>
          <a:xfrm>
            <a:off x="1186481" y="3869051"/>
            <a:ext cx="3038949" cy="307777"/>
          </a:xfrm>
          <a:prstGeom prst="rect">
            <a:avLst/>
          </a:prstGeom>
          <a:noFill/>
        </p:spPr>
        <p:txBody>
          <a:bodyPr wrap="square" rtlCol="0">
            <a:spAutoFit/>
          </a:bodyPr>
          <a:lstStyle/>
          <a:p>
            <a:r>
              <a:rPr lang="en-US" sz="1400" b="1" dirty="0">
                <a:solidFill>
                  <a:schemeClr val="accent2"/>
                </a:solidFill>
              </a:rPr>
              <a:t>Email: </a:t>
            </a:r>
            <a:r>
              <a:rPr lang="en-US" sz="1400" dirty="0">
                <a:solidFill>
                  <a:schemeClr val="accent2"/>
                </a:solidFill>
              </a:rPr>
              <a:t>training@9expert.co.th</a:t>
            </a:r>
          </a:p>
        </p:txBody>
      </p:sp>
      <p:sp>
        <p:nvSpPr>
          <p:cNvPr id="68" name="TextBox 67">
            <a:extLst>
              <a:ext uri="{FF2B5EF4-FFF2-40B4-BE49-F238E27FC236}">
                <a16:creationId xmlns:a16="http://schemas.microsoft.com/office/drawing/2014/main" id="{7E4B7E50-3C91-4505-D631-9FDDE2115258}"/>
              </a:ext>
            </a:extLst>
          </p:cNvPr>
          <p:cNvSpPr txBox="1"/>
          <p:nvPr/>
        </p:nvSpPr>
        <p:spPr>
          <a:xfrm>
            <a:off x="1186481" y="4367180"/>
            <a:ext cx="3038949" cy="307777"/>
          </a:xfrm>
          <a:prstGeom prst="rect">
            <a:avLst/>
          </a:prstGeom>
          <a:noFill/>
        </p:spPr>
        <p:txBody>
          <a:bodyPr wrap="square" rtlCol="0">
            <a:spAutoFit/>
          </a:bodyPr>
          <a:lstStyle/>
          <a:p>
            <a:r>
              <a:rPr lang="en-US" sz="1400" b="1" dirty="0">
                <a:solidFill>
                  <a:schemeClr val="accent2"/>
                </a:solidFill>
              </a:rPr>
              <a:t>LINE Official Account: </a:t>
            </a:r>
            <a:r>
              <a:rPr lang="en-US" sz="1400" dirty="0">
                <a:solidFill>
                  <a:schemeClr val="accent2"/>
                </a:solidFill>
              </a:rPr>
              <a:t>@9expert</a:t>
            </a:r>
          </a:p>
        </p:txBody>
      </p:sp>
      <p:grpSp>
        <p:nvGrpSpPr>
          <p:cNvPr id="69" name="Group 68">
            <a:extLst>
              <a:ext uri="{FF2B5EF4-FFF2-40B4-BE49-F238E27FC236}">
                <a16:creationId xmlns:a16="http://schemas.microsoft.com/office/drawing/2014/main" id="{25E525A2-251B-1DCB-5CD3-F1B998F6D7E4}"/>
              </a:ext>
            </a:extLst>
          </p:cNvPr>
          <p:cNvGrpSpPr/>
          <p:nvPr/>
        </p:nvGrpSpPr>
        <p:grpSpPr>
          <a:xfrm>
            <a:off x="747811" y="3819446"/>
            <a:ext cx="411480" cy="411480"/>
            <a:chOff x="838199" y="5211096"/>
            <a:chExt cx="885975" cy="885975"/>
          </a:xfrm>
        </p:grpSpPr>
        <p:grpSp>
          <p:nvGrpSpPr>
            <p:cNvPr id="70" name="Group 69">
              <a:extLst>
                <a:ext uri="{FF2B5EF4-FFF2-40B4-BE49-F238E27FC236}">
                  <a16:creationId xmlns:a16="http://schemas.microsoft.com/office/drawing/2014/main" id="{8C775B9D-7915-BB44-283D-A2BB722728E3}"/>
                </a:ext>
              </a:extLst>
            </p:cNvPr>
            <p:cNvGrpSpPr/>
            <p:nvPr/>
          </p:nvGrpSpPr>
          <p:grpSpPr bwMode="gray">
            <a:xfrm>
              <a:off x="838199" y="5211096"/>
              <a:ext cx="885975" cy="885975"/>
              <a:chOff x="865641" y="1173737"/>
              <a:chExt cx="868166" cy="868166"/>
            </a:xfrm>
          </p:grpSpPr>
          <p:sp>
            <p:nvSpPr>
              <p:cNvPr id="72" name="Oval 71">
                <a:extLst>
                  <a:ext uri="{FF2B5EF4-FFF2-40B4-BE49-F238E27FC236}">
                    <a16:creationId xmlns:a16="http://schemas.microsoft.com/office/drawing/2014/main" id="{5F676D86-05D3-815E-0BDD-3DED31C9C771}"/>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73" name="Oval 72">
                <a:extLst>
                  <a:ext uri="{FF2B5EF4-FFF2-40B4-BE49-F238E27FC236}">
                    <a16:creationId xmlns:a16="http://schemas.microsoft.com/office/drawing/2014/main" id="{DF7CDC7A-CCE4-DB6A-7E9E-D82DAF2841C3}"/>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71" name="Graphic 70" descr="Email with solid fill">
              <a:extLst>
                <a:ext uri="{FF2B5EF4-FFF2-40B4-BE49-F238E27FC236}">
                  <a16:creationId xmlns:a16="http://schemas.microsoft.com/office/drawing/2014/main" id="{5BE7833B-97D0-3097-11B3-740809BF955D}"/>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29814" y="5381657"/>
              <a:ext cx="491760" cy="491760"/>
            </a:xfrm>
            <a:prstGeom prst="rect">
              <a:avLst/>
            </a:prstGeom>
          </p:spPr>
        </p:pic>
      </p:grpSp>
      <p:grpSp>
        <p:nvGrpSpPr>
          <p:cNvPr id="74" name="Group 73">
            <a:extLst>
              <a:ext uri="{FF2B5EF4-FFF2-40B4-BE49-F238E27FC236}">
                <a16:creationId xmlns:a16="http://schemas.microsoft.com/office/drawing/2014/main" id="{CB1F3AA3-16E8-39CB-46FB-ADBE85C66561}"/>
              </a:ext>
            </a:extLst>
          </p:cNvPr>
          <p:cNvGrpSpPr/>
          <p:nvPr/>
        </p:nvGrpSpPr>
        <p:grpSpPr>
          <a:xfrm>
            <a:off x="747811" y="4324731"/>
            <a:ext cx="411480" cy="411480"/>
            <a:chOff x="838199" y="5211096"/>
            <a:chExt cx="885975" cy="885975"/>
          </a:xfrm>
        </p:grpSpPr>
        <p:grpSp>
          <p:nvGrpSpPr>
            <p:cNvPr id="75" name="Group 74">
              <a:extLst>
                <a:ext uri="{FF2B5EF4-FFF2-40B4-BE49-F238E27FC236}">
                  <a16:creationId xmlns:a16="http://schemas.microsoft.com/office/drawing/2014/main" id="{066BE9AE-4DDE-F1D0-520A-8DF55CA9E53B}"/>
                </a:ext>
              </a:extLst>
            </p:cNvPr>
            <p:cNvGrpSpPr/>
            <p:nvPr/>
          </p:nvGrpSpPr>
          <p:grpSpPr bwMode="gray">
            <a:xfrm>
              <a:off x="838199" y="5211096"/>
              <a:ext cx="885975" cy="885975"/>
              <a:chOff x="865641" y="1173737"/>
              <a:chExt cx="868166" cy="868166"/>
            </a:xfrm>
          </p:grpSpPr>
          <p:sp>
            <p:nvSpPr>
              <p:cNvPr id="77" name="Oval 76">
                <a:extLst>
                  <a:ext uri="{FF2B5EF4-FFF2-40B4-BE49-F238E27FC236}">
                    <a16:creationId xmlns:a16="http://schemas.microsoft.com/office/drawing/2014/main" id="{0C179CDC-AEAD-20DB-10A2-213544BF8C45}"/>
                  </a:ext>
                </a:extLst>
              </p:cNvPr>
              <p:cNvSpPr/>
              <p:nvPr/>
            </p:nvSpPr>
            <p:spPr bwMode="gray">
              <a:xfrm>
                <a:off x="909199" y="1217295"/>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78" name="Oval 77">
                <a:extLst>
                  <a:ext uri="{FF2B5EF4-FFF2-40B4-BE49-F238E27FC236}">
                    <a16:creationId xmlns:a16="http://schemas.microsoft.com/office/drawing/2014/main" id="{F21890AA-391D-8E7D-F3D9-F9E00143BD64}"/>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76" name="Graphic 75" descr="Chat bubble with solid fill">
              <a:extLst>
                <a:ext uri="{FF2B5EF4-FFF2-40B4-BE49-F238E27FC236}">
                  <a16:creationId xmlns:a16="http://schemas.microsoft.com/office/drawing/2014/main" id="{43E20BA8-F6DA-75EB-7BFC-158E69E369CC}"/>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29814" y="5422873"/>
              <a:ext cx="491760" cy="491760"/>
            </a:xfrm>
            <a:prstGeom prst="rect">
              <a:avLst/>
            </a:prstGeom>
          </p:spPr>
        </p:pic>
      </p:grpSp>
      <p:sp>
        <p:nvSpPr>
          <p:cNvPr id="79" name="TextBox 78">
            <a:extLst>
              <a:ext uri="{FF2B5EF4-FFF2-40B4-BE49-F238E27FC236}">
                <a16:creationId xmlns:a16="http://schemas.microsoft.com/office/drawing/2014/main" id="{BCE881EF-CAAA-8660-406D-D7ADF732B3AA}"/>
              </a:ext>
            </a:extLst>
          </p:cNvPr>
          <p:cNvSpPr txBox="1"/>
          <p:nvPr/>
        </p:nvSpPr>
        <p:spPr>
          <a:xfrm>
            <a:off x="1186481" y="4909061"/>
            <a:ext cx="3038949" cy="307777"/>
          </a:xfrm>
          <a:prstGeom prst="rect">
            <a:avLst/>
          </a:prstGeom>
          <a:noFill/>
        </p:spPr>
        <p:txBody>
          <a:bodyPr wrap="square" rtlCol="0">
            <a:spAutoFit/>
          </a:bodyPr>
          <a:lstStyle/>
          <a:p>
            <a:r>
              <a:rPr lang="en-US" sz="1400" b="1" dirty="0">
                <a:solidFill>
                  <a:schemeClr val="accent2"/>
                </a:solidFill>
              </a:rPr>
              <a:t>Facebook Page: </a:t>
            </a:r>
            <a:r>
              <a:rPr lang="en-US" sz="1400" dirty="0">
                <a:solidFill>
                  <a:schemeClr val="accent2"/>
                </a:solidFill>
              </a:rPr>
              <a:t>9expert Training</a:t>
            </a:r>
          </a:p>
        </p:txBody>
      </p:sp>
      <p:grpSp>
        <p:nvGrpSpPr>
          <p:cNvPr id="80" name="Group 79">
            <a:extLst>
              <a:ext uri="{FF2B5EF4-FFF2-40B4-BE49-F238E27FC236}">
                <a16:creationId xmlns:a16="http://schemas.microsoft.com/office/drawing/2014/main" id="{3672B18D-BA18-AA51-0CE5-969D3EA0CD3E}"/>
              </a:ext>
            </a:extLst>
          </p:cNvPr>
          <p:cNvGrpSpPr/>
          <p:nvPr/>
        </p:nvGrpSpPr>
        <p:grpSpPr>
          <a:xfrm>
            <a:off x="747811" y="4866612"/>
            <a:ext cx="411480" cy="411480"/>
            <a:chOff x="838199" y="5211096"/>
            <a:chExt cx="885975" cy="885975"/>
          </a:xfrm>
        </p:grpSpPr>
        <p:grpSp>
          <p:nvGrpSpPr>
            <p:cNvPr id="81" name="Group 80">
              <a:extLst>
                <a:ext uri="{FF2B5EF4-FFF2-40B4-BE49-F238E27FC236}">
                  <a16:creationId xmlns:a16="http://schemas.microsoft.com/office/drawing/2014/main" id="{31BA0651-B9E7-C3BA-C3FE-0E2D00D6E1EC}"/>
                </a:ext>
              </a:extLst>
            </p:cNvPr>
            <p:cNvGrpSpPr/>
            <p:nvPr/>
          </p:nvGrpSpPr>
          <p:grpSpPr bwMode="gray">
            <a:xfrm>
              <a:off x="838199" y="5211096"/>
              <a:ext cx="885975" cy="885975"/>
              <a:chOff x="865641" y="1173737"/>
              <a:chExt cx="868166" cy="868166"/>
            </a:xfrm>
          </p:grpSpPr>
          <p:sp>
            <p:nvSpPr>
              <p:cNvPr id="83" name="Oval 82">
                <a:extLst>
                  <a:ext uri="{FF2B5EF4-FFF2-40B4-BE49-F238E27FC236}">
                    <a16:creationId xmlns:a16="http://schemas.microsoft.com/office/drawing/2014/main" id="{0421D124-5FCA-9336-D166-F00280ADE8CE}"/>
                  </a:ext>
                </a:extLst>
              </p:cNvPr>
              <p:cNvSpPr/>
              <p:nvPr/>
            </p:nvSpPr>
            <p:spPr bwMode="gray">
              <a:xfrm>
                <a:off x="909199" y="1217299"/>
                <a:ext cx="781050" cy="781050"/>
              </a:xfrm>
              <a:prstGeom prst="ellipse">
                <a:avLst/>
              </a:prstGeom>
              <a:solidFill>
                <a:srgbClr val="2486FF"/>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sp>
            <p:nvSpPr>
              <p:cNvPr id="84" name="Oval 83">
                <a:extLst>
                  <a:ext uri="{FF2B5EF4-FFF2-40B4-BE49-F238E27FC236}">
                    <a16:creationId xmlns:a16="http://schemas.microsoft.com/office/drawing/2014/main" id="{77B69DCE-4F5B-15C4-9535-10BBC440B653}"/>
                  </a:ext>
                </a:extLst>
              </p:cNvPr>
              <p:cNvSpPr/>
              <p:nvPr/>
            </p:nvSpPr>
            <p:spPr bwMode="gray">
              <a:xfrm>
                <a:off x="865641" y="1173737"/>
                <a:ext cx="868166" cy="868166"/>
              </a:xfrm>
              <a:prstGeom prst="ellipse">
                <a:avLst/>
              </a:prstGeom>
              <a:noFill/>
              <a:ln>
                <a:solidFill>
                  <a:srgbClr val="2486FF"/>
                </a:solidFill>
                <a:prstDash val="dash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800" dirty="0">
                  <a:solidFill>
                    <a:schemeClr val="tx1"/>
                  </a:solidFill>
                </a:endParaRPr>
              </a:p>
            </p:txBody>
          </p:sp>
        </p:grpSp>
        <p:pic>
          <p:nvPicPr>
            <p:cNvPr id="82" name="Graphic 81" descr="Influencer with solid fill">
              <a:extLst>
                <a:ext uri="{FF2B5EF4-FFF2-40B4-BE49-F238E27FC236}">
                  <a16:creationId xmlns:a16="http://schemas.microsoft.com/office/drawing/2014/main" id="{9622C556-2224-0552-CB2B-0CDF7C99FC85}"/>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002152" y="5392246"/>
              <a:ext cx="547081" cy="547081"/>
            </a:xfrm>
            <a:prstGeom prst="rect">
              <a:avLst/>
            </a:prstGeom>
          </p:spPr>
        </p:pic>
      </p:grpSp>
    </p:spTree>
    <p:extLst>
      <p:ext uri="{BB962C8B-B14F-4D97-AF65-F5344CB8AC3E}">
        <p14:creationId xmlns:p14="http://schemas.microsoft.com/office/powerpoint/2010/main" val="1471811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par>
                                <p:cTn id="8" presetID="22" presetClass="entr" presetSubtype="4"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down)">
                                      <p:cBhvr>
                                        <p:cTn id="10" dur="5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64" presetClass="path" presetSubtype="0" accel="36000" decel="64000" fill="hold" nodeType="withEffect">
                                  <p:stCondLst>
                                    <p:cond delay="0"/>
                                  </p:stCondLst>
                                  <p:childTnLst>
                                    <p:animMotion origin="layout" path="M 5E-6 0.04699 L 5E-6 -3.7037E-7 " pathEditMode="relative" rAng="0" ptsTypes="AA">
                                      <p:cBhvr>
                                        <p:cTn id="15" dur="1000" fill="hold"/>
                                        <p:tgtEl>
                                          <p:spTgt spid="19"/>
                                        </p:tgtEl>
                                        <p:attrNameLst>
                                          <p:attrName>ppt_x</p:attrName>
                                          <p:attrName>ppt_y</p:attrName>
                                        </p:attrNameLst>
                                      </p:cBhvr>
                                      <p:rCtr x="0" y="-2361"/>
                                    </p:animMotion>
                                  </p:childTnLst>
                                </p:cTn>
                              </p:par>
                              <p:par>
                                <p:cTn id="16" presetID="22" presetClass="entr" presetSubtype="4" fill="hold" nodeType="withEffect">
                                  <p:stCondLst>
                                    <p:cond delay="200"/>
                                  </p:stCondLst>
                                  <p:childTnLst>
                                    <p:set>
                                      <p:cBhvr>
                                        <p:cTn id="17" dur="1" fill="hold">
                                          <p:stCondLst>
                                            <p:cond delay="0"/>
                                          </p:stCondLst>
                                        </p:cTn>
                                        <p:tgtEl>
                                          <p:spTgt spid="28"/>
                                        </p:tgtEl>
                                        <p:attrNameLst>
                                          <p:attrName>style.visibility</p:attrName>
                                        </p:attrNameLst>
                                      </p:cBhvr>
                                      <p:to>
                                        <p:strVal val="visible"/>
                                      </p:to>
                                    </p:set>
                                    <p:animEffect transition="in" filter="wipe(down)">
                                      <p:cBhvr>
                                        <p:cTn id="18" dur="500"/>
                                        <p:tgtEl>
                                          <p:spTgt spid="28"/>
                                        </p:tgtEl>
                                      </p:cBhvr>
                                    </p:animEffect>
                                  </p:childTnLst>
                                </p:cTn>
                              </p:par>
                              <p:par>
                                <p:cTn id="19" presetID="10" presetClass="entr" presetSubtype="0" fill="hold" nodeType="withEffect">
                                  <p:stCondLst>
                                    <p:cond delay="20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64" presetClass="path" presetSubtype="0" accel="36000" decel="64000" fill="hold" nodeType="withEffect">
                                  <p:stCondLst>
                                    <p:cond delay="200"/>
                                  </p:stCondLst>
                                  <p:childTnLst>
                                    <p:animMotion origin="layout" path="M 3.33333E-6 0.04699 L 3.33333E-6 -1.11111E-6 " pathEditMode="relative" rAng="0" ptsTypes="AA">
                                      <p:cBhvr>
                                        <p:cTn id="23" dur="1000" fill="hold"/>
                                        <p:tgtEl>
                                          <p:spTgt spid="30"/>
                                        </p:tgtEl>
                                        <p:attrNameLst>
                                          <p:attrName>ppt_x</p:attrName>
                                          <p:attrName>ppt_y</p:attrName>
                                        </p:attrNameLst>
                                      </p:cBhvr>
                                      <p:rCtr x="0" y="-2361"/>
                                    </p:animMotion>
                                  </p:childTnLst>
                                </p:cTn>
                              </p:par>
                              <p:par>
                                <p:cTn id="24" presetID="22" presetClass="entr" presetSubtype="4" fill="hold" nodeType="withEffect">
                                  <p:stCondLst>
                                    <p:cond delay="400"/>
                                  </p:stCondLst>
                                  <p:childTnLst>
                                    <p:set>
                                      <p:cBhvr>
                                        <p:cTn id="25" dur="1" fill="hold">
                                          <p:stCondLst>
                                            <p:cond delay="0"/>
                                          </p:stCondLst>
                                        </p:cTn>
                                        <p:tgtEl>
                                          <p:spTgt spid="29"/>
                                        </p:tgtEl>
                                        <p:attrNameLst>
                                          <p:attrName>style.visibility</p:attrName>
                                        </p:attrNameLst>
                                      </p:cBhvr>
                                      <p:to>
                                        <p:strVal val="visible"/>
                                      </p:to>
                                    </p:set>
                                    <p:animEffect transition="in" filter="wipe(down)">
                                      <p:cBhvr>
                                        <p:cTn id="26" dur="500"/>
                                        <p:tgtEl>
                                          <p:spTgt spid="29"/>
                                        </p:tgtEl>
                                      </p:cBhvr>
                                    </p:animEffect>
                                  </p:childTnLst>
                                </p:cTn>
                              </p:par>
                              <p:par>
                                <p:cTn id="27" presetID="10" presetClass="entr" presetSubtype="0" fill="hold" nodeType="withEffect">
                                  <p:stCondLst>
                                    <p:cond delay="30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500"/>
                                        <p:tgtEl>
                                          <p:spTgt spid="37"/>
                                        </p:tgtEl>
                                      </p:cBhvr>
                                    </p:animEffect>
                                  </p:childTnLst>
                                </p:cTn>
                              </p:par>
                              <p:par>
                                <p:cTn id="30" presetID="64" presetClass="path" presetSubtype="0" accel="36000" decel="64000" fill="hold" nodeType="withEffect">
                                  <p:stCondLst>
                                    <p:cond delay="300"/>
                                  </p:stCondLst>
                                  <p:childTnLst>
                                    <p:animMotion origin="layout" path="M -2.29167E-6 0.04699 L -2.29167E-6 -3.7037E-7 " pathEditMode="relative" rAng="0" ptsTypes="AA">
                                      <p:cBhvr>
                                        <p:cTn id="31" dur="1000" fill="hold"/>
                                        <p:tgtEl>
                                          <p:spTgt spid="37"/>
                                        </p:tgtEl>
                                        <p:attrNameLst>
                                          <p:attrName>ppt_x</p:attrName>
                                          <p:attrName>ppt_y</p:attrName>
                                        </p:attrNameLst>
                                      </p:cBhvr>
                                      <p:rCtr x="0" y="-2361"/>
                                    </p:animMotion>
                                  </p:childTnLst>
                                </p:cTn>
                              </p:par>
                              <p:par>
                                <p:cTn id="32" presetID="22" presetClass="entr" presetSubtype="4" fill="hold" nodeType="withEffect">
                                  <p:stCondLst>
                                    <p:cond delay="500"/>
                                  </p:stCondLst>
                                  <p:childTnLst>
                                    <p:set>
                                      <p:cBhvr>
                                        <p:cTn id="33" dur="1" fill="hold">
                                          <p:stCondLst>
                                            <p:cond delay="0"/>
                                          </p:stCondLst>
                                        </p:cTn>
                                        <p:tgtEl>
                                          <p:spTgt spid="44"/>
                                        </p:tgtEl>
                                        <p:attrNameLst>
                                          <p:attrName>style.visibility</p:attrName>
                                        </p:attrNameLst>
                                      </p:cBhvr>
                                      <p:to>
                                        <p:strVal val="visible"/>
                                      </p:to>
                                    </p:set>
                                    <p:animEffect transition="in" filter="wipe(down)">
                                      <p:cBhvr>
                                        <p:cTn id="34" dur="500"/>
                                        <p:tgtEl>
                                          <p:spTgt spid="44"/>
                                        </p:tgtEl>
                                      </p:cBhvr>
                                    </p:animEffect>
                                  </p:childTnLst>
                                </p:cTn>
                              </p:par>
                              <p:par>
                                <p:cTn id="35" presetID="10" presetClass="entr" presetSubtype="0" fill="hold" nodeType="withEffect">
                                  <p:stCondLst>
                                    <p:cond delay="40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500"/>
                                        <p:tgtEl>
                                          <p:spTgt spid="45"/>
                                        </p:tgtEl>
                                      </p:cBhvr>
                                    </p:animEffect>
                                  </p:childTnLst>
                                </p:cTn>
                              </p:par>
                              <p:par>
                                <p:cTn id="38" presetID="64" presetClass="path" presetSubtype="0" accel="36000" decel="64000" fill="hold" nodeType="withEffect">
                                  <p:stCondLst>
                                    <p:cond delay="400"/>
                                  </p:stCondLst>
                                  <p:childTnLst>
                                    <p:animMotion origin="layout" path="M 2.29167E-6 0.04699 L 2.29167E-6 -1.11111E-6 " pathEditMode="relative" rAng="0" ptsTypes="AA">
                                      <p:cBhvr>
                                        <p:cTn id="39" dur="1000" fill="hold"/>
                                        <p:tgtEl>
                                          <p:spTgt spid="45"/>
                                        </p:tgtEl>
                                        <p:attrNameLst>
                                          <p:attrName>ppt_x</p:attrName>
                                          <p:attrName>ppt_y</p:attrName>
                                        </p:attrNameLst>
                                      </p:cBhvr>
                                      <p:rCtr x="0" y="-2361"/>
                                    </p:animMotion>
                                  </p:childTnLst>
                                </p:cTn>
                              </p:par>
                              <p:par>
                                <p:cTn id="40" presetID="10" presetClass="entr" presetSubtype="0" fill="hold" nodeType="withEffect">
                                  <p:stCondLst>
                                    <p:cond delay="500"/>
                                  </p:stCondLst>
                                  <p:childTnLst>
                                    <p:set>
                                      <p:cBhvr>
                                        <p:cTn id="41" dur="1" fill="hold">
                                          <p:stCondLst>
                                            <p:cond delay="0"/>
                                          </p:stCondLst>
                                        </p:cTn>
                                        <p:tgtEl>
                                          <p:spTgt spid="52"/>
                                        </p:tgtEl>
                                        <p:attrNameLst>
                                          <p:attrName>style.visibility</p:attrName>
                                        </p:attrNameLst>
                                      </p:cBhvr>
                                      <p:to>
                                        <p:strVal val="visible"/>
                                      </p:to>
                                    </p:set>
                                    <p:animEffect transition="in" filter="fade">
                                      <p:cBhvr>
                                        <p:cTn id="42" dur="500"/>
                                        <p:tgtEl>
                                          <p:spTgt spid="52"/>
                                        </p:tgtEl>
                                      </p:cBhvr>
                                    </p:animEffect>
                                  </p:childTnLst>
                                </p:cTn>
                              </p:par>
                              <p:par>
                                <p:cTn id="43" presetID="64" presetClass="path" presetSubtype="0" accel="36000" decel="64000" fill="hold" nodeType="withEffect">
                                  <p:stCondLst>
                                    <p:cond delay="500"/>
                                  </p:stCondLst>
                                  <p:childTnLst>
                                    <p:animMotion origin="layout" path="M -6.25E-7 0.04699 L -6.25E-7 -3.7037E-7 " pathEditMode="relative" rAng="0" ptsTypes="AA">
                                      <p:cBhvr>
                                        <p:cTn id="44" dur="1000" fill="hold"/>
                                        <p:tgtEl>
                                          <p:spTgt spid="52"/>
                                        </p:tgtEl>
                                        <p:attrNameLst>
                                          <p:attrName>ppt_x</p:attrName>
                                          <p:attrName>ppt_y</p:attrName>
                                        </p:attrNameLst>
                                      </p:cBhvr>
                                      <p:rCtr x="0" y="-2361"/>
                                    </p:animMotion>
                                  </p:childTnLst>
                                </p:cTn>
                              </p:par>
                              <p:par>
                                <p:cTn id="45" presetID="22" presetClass="entr" presetSubtype="4" fill="hold" nodeType="withEffect">
                                  <p:stCondLst>
                                    <p:cond delay="0"/>
                                  </p:stCondLst>
                                  <p:childTnLst>
                                    <p:set>
                                      <p:cBhvr>
                                        <p:cTn id="46" dur="1" fill="hold">
                                          <p:stCondLst>
                                            <p:cond delay="0"/>
                                          </p:stCondLst>
                                        </p:cTn>
                                        <p:tgtEl>
                                          <p:spTgt spid="59"/>
                                        </p:tgtEl>
                                        <p:attrNameLst>
                                          <p:attrName>style.visibility</p:attrName>
                                        </p:attrNameLst>
                                      </p:cBhvr>
                                      <p:to>
                                        <p:strVal val="visible"/>
                                      </p:to>
                                    </p:set>
                                    <p:animEffect transition="in" filter="wipe(down)">
                                      <p:cBhvr>
                                        <p:cTn id="47" dur="500"/>
                                        <p:tgtEl>
                                          <p:spTgt spid="5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4"/>
                                        </p:tgtEl>
                                        <p:attrNameLst>
                                          <p:attrName>style.visibility</p:attrName>
                                        </p:attrNameLst>
                                      </p:cBhvr>
                                      <p:to>
                                        <p:strVal val="visible"/>
                                      </p:to>
                                    </p:set>
                                    <p:animEffect transition="in" filter="fade">
                                      <p:cBhvr>
                                        <p:cTn id="52" dur="500"/>
                                        <p:tgtEl>
                                          <p:spTgt spid="64"/>
                                        </p:tgtEl>
                                      </p:cBhvr>
                                    </p:animEffect>
                                  </p:childTnLst>
                                </p:cTn>
                              </p:par>
                              <p:par>
                                <p:cTn id="53" presetID="63" presetClass="path" presetSubtype="0" accel="35000" decel="65000" fill="hold" nodeType="withEffect">
                                  <p:stCondLst>
                                    <p:cond delay="0"/>
                                  </p:stCondLst>
                                  <p:childTnLst>
                                    <p:animMotion origin="layout" path="M -0.08125 0.00046 L 2.08333E-6 2.96296E-6 " pathEditMode="relative" rAng="0" ptsTypes="AA">
                                      <p:cBhvr>
                                        <p:cTn id="54" dur="1000" fill="hold"/>
                                        <p:tgtEl>
                                          <p:spTgt spid="64"/>
                                        </p:tgtEl>
                                        <p:attrNameLst>
                                          <p:attrName>ppt_x</p:attrName>
                                          <p:attrName>ppt_y</p:attrName>
                                        </p:attrNameLst>
                                      </p:cBhvr>
                                      <p:rCtr x="4062" y="-23"/>
                                    </p:animMotion>
                                  </p:childTnLst>
                                </p:cTn>
                              </p:par>
                              <p:par>
                                <p:cTn id="55" presetID="10" presetClass="entr" presetSubtype="0" fill="hold" nodeType="withEffect">
                                  <p:stCondLst>
                                    <p:cond delay="300"/>
                                  </p:stCondLst>
                                  <p:childTnLst>
                                    <p:set>
                                      <p:cBhvr>
                                        <p:cTn id="56" dur="1" fill="hold">
                                          <p:stCondLst>
                                            <p:cond delay="0"/>
                                          </p:stCondLst>
                                        </p:cTn>
                                        <p:tgtEl>
                                          <p:spTgt spid="69"/>
                                        </p:tgtEl>
                                        <p:attrNameLst>
                                          <p:attrName>style.visibility</p:attrName>
                                        </p:attrNameLst>
                                      </p:cBhvr>
                                      <p:to>
                                        <p:strVal val="visible"/>
                                      </p:to>
                                    </p:set>
                                    <p:animEffect transition="in" filter="fade">
                                      <p:cBhvr>
                                        <p:cTn id="57" dur="500"/>
                                        <p:tgtEl>
                                          <p:spTgt spid="69"/>
                                        </p:tgtEl>
                                      </p:cBhvr>
                                    </p:animEffect>
                                  </p:childTnLst>
                                </p:cTn>
                              </p:par>
                              <p:par>
                                <p:cTn id="58" presetID="64" presetClass="path" presetSubtype="0" accel="36000" decel="64000" fill="hold" nodeType="withEffect">
                                  <p:stCondLst>
                                    <p:cond delay="300"/>
                                  </p:stCondLst>
                                  <p:childTnLst>
                                    <p:animMotion origin="layout" path="M -3.33333E-6 0.04699 L -3.33333E-6 2.96296E-6 " pathEditMode="relative" rAng="0" ptsTypes="AA">
                                      <p:cBhvr>
                                        <p:cTn id="59" dur="1000" fill="hold"/>
                                        <p:tgtEl>
                                          <p:spTgt spid="69"/>
                                        </p:tgtEl>
                                        <p:attrNameLst>
                                          <p:attrName>ppt_x</p:attrName>
                                          <p:attrName>ppt_y</p:attrName>
                                        </p:attrNameLst>
                                      </p:cBhvr>
                                      <p:rCtr x="0" y="-2361"/>
                                    </p:animMotion>
                                  </p:childTnLst>
                                </p:cTn>
                              </p:par>
                              <p:par>
                                <p:cTn id="60" presetID="10" presetClass="entr" presetSubtype="0" fill="hold" nodeType="withEffect">
                                  <p:stCondLst>
                                    <p:cond delay="500"/>
                                  </p:stCondLst>
                                  <p:childTnLst>
                                    <p:set>
                                      <p:cBhvr>
                                        <p:cTn id="61" dur="1" fill="hold">
                                          <p:stCondLst>
                                            <p:cond delay="0"/>
                                          </p:stCondLst>
                                        </p:cTn>
                                        <p:tgtEl>
                                          <p:spTgt spid="74"/>
                                        </p:tgtEl>
                                        <p:attrNameLst>
                                          <p:attrName>style.visibility</p:attrName>
                                        </p:attrNameLst>
                                      </p:cBhvr>
                                      <p:to>
                                        <p:strVal val="visible"/>
                                      </p:to>
                                    </p:set>
                                    <p:animEffect transition="in" filter="fade">
                                      <p:cBhvr>
                                        <p:cTn id="62" dur="500"/>
                                        <p:tgtEl>
                                          <p:spTgt spid="74"/>
                                        </p:tgtEl>
                                      </p:cBhvr>
                                    </p:animEffect>
                                  </p:childTnLst>
                                </p:cTn>
                              </p:par>
                              <p:par>
                                <p:cTn id="63" presetID="64" presetClass="path" presetSubtype="0" accel="36000" decel="64000" fill="hold" nodeType="withEffect">
                                  <p:stCondLst>
                                    <p:cond delay="500"/>
                                  </p:stCondLst>
                                  <p:childTnLst>
                                    <p:animMotion origin="layout" path="M -3.33333E-6 0.04699 L -3.33333E-6 1.85185E-6 " pathEditMode="relative" rAng="0" ptsTypes="AA">
                                      <p:cBhvr>
                                        <p:cTn id="64" dur="1000" fill="hold"/>
                                        <p:tgtEl>
                                          <p:spTgt spid="74"/>
                                        </p:tgtEl>
                                        <p:attrNameLst>
                                          <p:attrName>ppt_x</p:attrName>
                                          <p:attrName>ppt_y</p:attrName>
                                        </p:attrNameLst>
                                      </p:cBhvr>
                                      <p:rCtr x="0" y="-2361"/>
                                    </p:animMotion>
                                  </p:childTnLst>
                                </p:cTn>
                              </p:par>
                              <p:par>
                                <p:cTn id="65" presetID="10" presetClass="entr" presetSubtype="0" fill="hold" grpId="0" nodeType="withEffect">
                                  <p:stCondLst>
                                    <p:cond delay="800"/>
                                  </p:stCondLst>
                                  <p:childTnLst>
                                    <p:set>
                                      <p:cBhvr>
                                        <p:cTn id="66" dur="1" fill="hold">
                                          <p:stCondLst>
                                            <p:cond delay="0"/>
                                          </p:stCondLst>
                                        </p:cTn>
                                        <p:tgtEl>
                                          <p:spTgt spid="67"/>
                                        </p:tgtEl>
                                        <p:attrNameLst>
                                          <p:attrName>style.visibility</p:attrName>
                                        </p:attrNameLst>
                                      </p:cBhvr>
                                      <p:to>
                                        <p:strVal val="visible"/>
                                      </p:to>
                                    </p:set>
                                    <p:animEffect transition="in" filter="fade">
                                      <p:cBhvr>
                                        <p:cTn id="67" dur="500"/>
                                        <p:tgtEl>
                                          <p:spTgt spid="67"/>
                                        </p:tgtEl>
                                      </p:cBhvr>
                                    </p:animEffect>
                                  </p:childTnLst>
                                </p:cTn>
                              </p:par>
                              <p:par>
                                <p:cTn id="68" presetID="63" presetClass="path" presetSubtype="0" accel="35000" decel="65000" fill="hold" grpId="1" nodeType="withEffect">
                                  <p:stCondLst>
                                    <p:cond delay="800"/>
                                  </p:stCondLst>
                                  <p:childTnLst>
                                    <p:animMotion origin="layout" path="M -0.02109 4.44444E-6 L -3.33333E-6 4.44444E-6 " pathEditMode="relative" rAng="0" ptsTypes="AA">
                                      <p:cBhvr>
                                        <p:cTn id="69" dur="1000" fill="hold"/>
                                        <p:tgtEl>
                                          <p:spTgt spid="67"/>
                                        </p:tgtEl>
                                        <p:attrNameLst>
                                          <p:attrName>ppt_x</p:attrName>
                                          <p:attrName>ppt_y</p:attrName>
                                        </p:attrNameLst>
                                      </p:cBhvr>
                                      <p:rCtr x="1055" y="0"/>
                                    </p:animMotion>
                                  </p:childTnLst>
                                </p:cTn>
                              </p:par>
                              <p:par>
                                <p:cTn id="70" presetID="10" presetClass="entr" presetSubtype="0" fill="hold" grpId="0" nodeType="withEffect">
                                  <p:stCondLst>
                                    <p:cond delay="1000"/>
                                  </p:stCondLst>
                                  <p:childTnLst>
                                    <p:set>
                                      <p:cBhvr>
                                        <p:cTn id="71" dur="1" fill="hold">
                                          <p:stCondLst>
                                            <p:cond delay="0"/>
                                          </p:stCondLst>
                                        </p:cTn>
                                        <p:tgtEl>
                                          <p:spTgt spid="68"/>
                                        </p:tgtEl>
                                        <p:attrNameLst>
                                          <p:attrName>style.visibility</p:attrName>
                                        </p:attrNameLst>
                                      </p:cBhvr>
                                      <p:to>
                                        <p:strVal val="visible"/>
                                      </p:to>
                                    </p:set>
                                    <p:animEffect transition="in" filter="fade">
                                      <p:cBhvr>
                                        <p:cTn id="72" dur="500"/>
                                        <p:tgtEl>
                                          <p:spTgt spid="68"/>
                                        </p:tgtEl>
                                      </p:cBhvr>
                                    </p:animEffect>
                                  </p:childTnLst>
                                </p:cTn>
                              </p:par>
                              <p:par>
                                <p:cTn id="73" presetID="63" presetClass="path" presetSubtype="0" accel="35000" decel="65000" fill="hold" grpId="1" nodeType="withEffect">
                                  <p:stCondLst>
                                    <p:cond delay="1000"/>
                                  </p:stCondLst>
                                  <p:childTnLst>
                                    <p:animMotion origin="layout" path="M -0.02057 7.40741E-7 L -3.33333E-6 7.40741E-7 " pathEditMode="relative" rAng="0" ptsTypes="AA">
                                      <p:cBhvr>
                                        <p:cTn id="74" dur="1000" fill="hold"/>
                                        <p:tgtEl>
                                          <p:spTgt spid="68"/>
                                        </p:tgtEl>
                                        <p:attrNameLst>
                                          <p:attrName>ppt_x</p:attrName>
                                          <p:attrName>ppt_y</p:attrName>
                                        </p:attrNameLst>
                                      </p:cBhvr>
                                      <p:rCtr x="1029" y="0"/>
                                    </p:animMotion>
                                  </p:childTnLst>
                                </p:cTn>
                              </p:par>
                              <p:par>
                                <p:cTn id="75" presetID="10" presetClass="entr" presetSubtype="0" fill="hold" nodeType="withEffect">
                                  <p:stCondLst>
                                    <p:cond delay="500"/>
                                  </p:stCondLst>
                                  <p:childTnLst>
                                    <p:set>
                                      <p:cBhvr>
                                        <p:cTn id="76" dur="1" fill="hold">
                                          <p:stCondLst>
                                            <p:cond delay="0"/>
                                          </p:stCondLst>
                                        </p:cTn>
                                        <p:tgtEl>
                                          <p:spTgt spid="80"/>
                                        </p:tgtEl>
                                        <p:attrNameLst>
                                          <p:attrName>style.visibility</p:attrName>
                                        </p:attrNameLst>
                                      </p:cBhvr>
                                      <p:to>
                                        <p:strVal val="visible"/>
                                      </p:to>
                                    </p:set>
                                    <p:animEffect transition="in" filter="fade">
                                      <p:cBhvr>
                                        <p:cTn id="77" dur="500"/>
                                        <p:tgtEl>
                                          <p:spTgt spid="80"/>
                                        </p:tgtEl>
                                      </p:cBhvr>
                                    </p:animEffect>
                                  </p:childTnLst>
                                </p:cTn>
                              </p:par>
                              <p:par>
                                <p:cTn id="78" presetID="64" presetClass="path" presetSubtype="0" accel="36000" decel="64000" fill="hold" nodeType="withEffect">
                                  <p:stCondLst>
                                    <p:cond delay="500"/>
                                  </p:stCondLst>
                                  <p:childTnLst>
                                    <p:animMotion origin="layout" path="M -3.33333E-6 0.04699 L -3.33333E-6 -3.33333E-6 " pathEditMode="relative" rAng="0" ptsTypes="AA">
                                      <p:cBhvr>
                                        <p:cTn id="79" dur="1000" fill="hold"/>
                                        <p:tgtEl>
                                          <p:spTgt spid="80"/>
                                        </p:tgtEl>
                                        <p:attrNameLst>
                                          <p:attrName>ppt_x</p:attrName>
                                          <p:attrName>ppt_y</p:attrName>
                                        </p:attrNameLst>
                                      </p:cBhvr>
                                      <p:rCtr x="0" y="-2361"/>
                                    </p:animMotion>
                                  </p:childTnLst>
                                </p:cTn>
                              </p:par>
                              <p:par>
                                <p:cTn id="80" presetID="10" presetClass="entr" presetSubtype="0" fill="hold" grpId="0" nodeType="withEffect">
                                  <p:stCondLst>
                                    <p:cond delay="1000"/>
                                  </p:stCondLst>
                                  <p:childTnLst>
                                    <p:set>
                                      <p:cBhvr>
                                        <p:cTn id="81" dur="1" fill="hold">
                                          <p:stCondLst>
                                            <p:cond delay="0"/>
                                          </p:stCondLst>
                                        </p:cTn>
                                        <p:tgtEl>
                                          <p:spTgt spid="79"/>
                                        </p:tgtEl>
                                        <p:attrNameLst>
                                          <p:attrName>style.visibility</p:attrName>
                                        </p:attrNameLst>
                                      </p:cBhvr>
                                      <p:to>
                                        <p:strVal val="visible"/>
                                      </p:to>
                                    </p:set>
                                    <p:animEffect transition="in" filter="fade">
                                      <p:cBhvr>
                                        <p:cTn id="82" dur="500"/>
                                        <p:tgtEl>
                                          <p:spTgt spid="79"/>
                                        </p:tgtEl>
                                      </p:cBhvr>
                                    </p:animEffect>
                                  </p:childTnLst>
                                </p:cTn>
                              </p:par>
                              <p:par>
                                <p:cTn id="83" presetID="63" presetClass="path" presetSubtype="0" accel="35000" decel="65000" fill="hold" grpId="1" nodeType="withEffect">
                                  <p:stCondLst>
                                    <p:cond delay="1000"/>
                                  </p:stCondLst>
                                  <p:childTnLst>
                                    <p:animMotion origin="layout" path="M -0.02057 4.07407E-6 L -3.33333E-6 4.07407E-6 " pathEditMode="relative" rAng="0" ptsTypes="AA">
                                      <p:cBhvr>
                                        <p:cTn id="84" dur="1000" fill="hold"/>
                                        <p:tgtEl>
                                          <p:spTgt spid="79"/>
                                        </p:tgtEl>
                                        <p:attrNameLst>
                                          <p:attrName>ppt_x</p:attrName>
                                          <p:attrName>ppt_y</p:attrName>
                                        </p:attrNameLst>
                                      </p:cBhvr>
                                      <p:rCtr x="1029" y="0"/>
                                    </p:animMotion>
                                  </p:childTnLst>
                                </p:cTn>
                              </p:par>
                              <p:par>
                                <p:cTn id="85" presetID="10" presetClass="entr" presetSubtype="0" fill="hold" nodeType="withEffect">
                                  <p:stCondLst>
                                    <p:cond delay="1300"/>
                                  </p:stCondLst>
                                  <p:childTnLst>
                                    <p:set>
                                      <p:cBhvr>
                                        <p:cTn id="86" dur="1" fill="hold">
                                          <p:stCondLst>
                                            <p:cond delay="0"/>
                                          </p:stCondLst>
                                        </p:cTn>
                                        <p:tgtEl>
                                          <p:spTgt spid="61"/>
                                        </p:tgtEl>
                                        <p:attrNameLst>
                                          <p:attrName>style.visibility</p:attrName>
                                        </p:attrNameLst>
                                      </p:cBhvr>
                                      <p:to>
                                        <p:strVal val="visible"/>
                                      </p:to>
                                    </p:set>
                                    <p:animEffect transition="in" filter="fade">
                                      <p:cBhvr>
                                        <p:cTn id="87" dur="500"/>
                                        <p:tgtEl>
                                          <p:spTgt spid="61"/>
                                        </p:tgtEl>
                                      </p:cBhvr>
                                    </p:animEffect>
                                  </p:childTnLst>
                                </p:cTn>
                              </p:par>
                              <p:par>
                                <p:cTn id="88" presetID="64" presetClass="path" presetSubtype="0" accel="36000" decel="64000" fill="hold" nodeType="withEffect">
                                  <p:stCondLst>
                                    <p:cond delay="1300"/>
                                  </p:stCondLst>
                                  <p:childTnLst>
                                    <p:animMotion origin="layout" path="M -0.02708 -3.7037E-7 L 8.33333E-7 -3.7037E-7 " pathEditMode="relative" rAng="0" ptsTypes="AA">
                                      <p:cBhvr>
                                        <p:cTn id="89" dur="1000" fill="hold"/>
                                        <p:tgtEl>
                                          <p:spTgt spid="61"/>
                                        </p:tgtEl>
                                        <p:attrNameLst>
                                          <p:attrName>ppt_x</p:attrName>
                                          <p:attrName>ppt_y</p:attrName>
                                        </p:attrNameLst>
                                      </p:cBhvr>
                                      <p:rCtr x="1354" y="0"/>
                                    </p:animMotion>
                                  </p:childTnLst>
                                </p:cTn>
                              </p:par>
                              <p:par>
                                <p:cTn id="90" presetID="10" presetClass="entr" presetSubtype="0" fill="hold" nodeType="withEffect">
                                  <p:stCondLst>
                                    <p:cond delay="1500"/>
                                  </p:stCondLst>
                                  <p:childTnLst>
                                    <p:set>
                                      <p:cBhvr>
                                        <p:cTn id="91" dur="1" fill="hold">
                                          <p:stCondLst>
                                            <p:cond delay="0"/>
                                          </p:stCondLst>
                                        </p:cTn>
                                        <p:tgtEl>
                                          <p:spTgt spid="60"/>
                                        </p:tgtEl>
                                        <p:attrNameLst>
                                          <p:attrName>style.visibility</p:attrName>
                                        </p:attrNameLst>
                                      </p:cBhvr>
                                      <p:to>
                                        <p:strVal val="visible"/>
                                      </p:to>
                                    </p:set>
                                    <p:animEffect transition="in" filter="fade">
                                      <p:cBhvr>
                                        <p:cTn id="92" dur="500"/>
                                        <p:tgtEl>
                                          <p:spTgt spid="60"/>
                                        </p:tgtEl>
                                      </p:cBhvr>
                                    </p:animEffect>
                                  </p:childTnLst>
                                </p:cTn>
                              </p:par>
                              <p:par>
                                <p:cTn id="93" presetID="64" presetClass="path" presetSubtype="0" accel="36000" decel="64000" fill="hold" nodeType="withEffect">
                                  <p:stCondLst>
                                    <p:cond delay="1500"/>
                                  </p:stCondLst>
                                  <p:childTnLst>
                                    <p:animMotion origin="layout" path="M -0.02709 1.11022E-16 L 4.79167E-6 1.11022E-16 " pathEditMode="relative" rAng="0" ptsTypes="AA">
                                      <p:cBhvr>
                                        <p:cTn id="94" dur="1000" fill="hold"/>
                                        <p:tgtEl>
                                          <p:spTgt spid="60"/>
                                        </p:tgtEl>
                                        <p:attrNameLst>
                                          <p:attrName>ppt_x</p:attrName>
                                          <p:attrName>ppt_y</p:attrName>
                                        </p:attrNameLst>
                                      </p:cBhvr>
                                      <p:rCtr x="135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67" grpId="0"/>
      <p:bldP spid="67" grpId="1"/>
      <p:bldP spid="68" grpId="0"/>
      <p:bldP spid="68" grpId="1"/>
      <p:bldP spid="79" grpId="0"/>
      <p:bldP spid="79" grpId="1"/>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7718B05F-E1A1-C5F8-AEEE-50B7B6BF9435}"/>
              </a:ext>
            </a:extLst>
          </p:cNvPr>
          <p:cNvSpPr/>
          <p:nvPr/>
        </p:nvSpPr>
        <p:spPr bwMode="blackWhite">
          <a:xfrm>
            <a:off x="8140676" y="1800226"/>
            <a:ext cx="3213124" cy="3495675"/>
          </a:xfrm>
          <a:prstGeom prst="roundRect">
            <a:avLst>
              <a:gd name="adj" fmla="val 7686"/>
            </a:avLst>
          </a:prstGeom>
          <a:solidFill>
            <a:schemeClr val="bg1">
              <a:alpha val="11000"/>
            </a:schemeClr>
          </a:solidFill>
          <a:ln>
            <a:gradFill>
              <a:gsLst>
                <a:gs pos="0">
                  <a:srgbClr val="F8FAFD">
                    <a:alpha val="0"/>
                  </a:srgbClr>
                </a:gs>
                <a:gs pos="52000">
                  <a:schemeClr val="bg2"/>
                </a:gs>
                <a:gs pos="100000">
                  <a:schemeClr val="bg1">
                    <a:alpha val="6000"/>
                  </a:schemeClr>
                </a:gs>
              </a:gsLst>
              <a:lin ang="13200000" scaled="0"/>
            </a:gradFill>
            <a:headEnd type="none" w="med" len="med"/>
            <a:tailEnd type="triangle" w="lg" len="lg"/>
          </a:ln>
          <a:effectLst>
            <a:outerShdw blurRad="50800" dist="38100" dir="5400000" algn="t"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3" name="Footer Placeholder 2">
            <a:extLst>
              <a:ext uri="{FF2B5EF4-FFF2-40B4-BE49-F238E27FC236}">
                <a16:creationId xmlns:a16="http://schemas.microsoft.com/office/drawing/2014/main" id="{355AEAF2-82CD-700B-6B0D-1647C3BA1D30}"/>
              </a:ext>
            </a:extLst>
          </p:cNvPr>
          <p:cNvSpPr>
            <a:spLocks noGrp="1"/>
          </p:cNvSpPr>
          <p:nvPr>
            <p:ph type="ftr" sz="quarter" idx="10"/>
          </p:nvPr>
        </p:nvSpPr>
        <p:spPr/>
        <p:txBody>
          <a:bodyPr/>
          <a:lstStyle/>
          <a:p>
            <a:r>
              <a:rPr lang="en-US"/>
              <a:t>Copyright © 2026 9Expert Co., Ltd. All rights reserved.</a:t>
            </a:r>
            <a:endParaRPr lang="en-TH" dirty="0"/>
          </a:p>
        </p:txBody>
      </p:sp>
      <p:sp>
        <p:nvSpPr>
          <p:cNvPr id="4" name="Slide Number Placeholder 3">
            <a:extLst>
              <a:ext uri="{FF2B5EF4-FFF2-40B4-BE49-F238E27FC236}">
                <a16:creationId xmlns:a16="http://schemas.microsoft.com/office/drawing/2014/main" id="{C87F0642-12C5-678F-D26F-4AF4C2696CFF}"/>
              </a:ext>
            </a:extLst>
          </p:cNvPr>
          <p:cNvSpPr>
            <a:spLocks noGrp="1"/>
          </p:cNvSpPr>
          <p:nvPr>
            <p:ph type="sldNum" sz="quarter" idx="11"/>
          </p:nvPr>
        </p:nvSpPr>
        <p:spPr/>
        <p:txBody>
          <a:bodyPr/>
          <a:lstStyle/>
          <a:p>
            <a:fld id="{7B973119-0BF9-7444-941C-BCE2AFE6BE2E}" type="slidenum">
              <a:rPr lang="en-TH" smtClean="0"/>
              <a:pPr/>
              <a:t>‹#›</a:t>
            </a:fld>
            <a:endParaRPr lang="en-TH"/>
          </a:p>
        </p:txBody>
      </p:sp>
      <p:sp>
        <p:nvSpPr>
          <p:cNvPr id="5" name="Rectangle: Rounded Corners 4">
            <a:extLst>
              <a:ext uri="{FF2B5EF4-FFF2-40B4-BE49-F238E27FC236}">
                <a16:creationId xmlns:a16="http://schemas.microsoft.com/office/drawing/2014/main" id="{E3A6AA5C-4383-88FB-24E7-51598002983A}"/>
              </a:ext>
            </a:extLst>
          </p:cNvPr>
          <p:cNvSpPr/>
          <p:nvPr/>
        </p:nvSpPr>
        <p:spPr bwMode="black">
          <a:xfrm>
            <a:off x="838201" y="792393"/>
            <a:ext cx="68581" cy="506545"/>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TextBox 5">
            <a:extLst>
              <a:ext uri="{FF2B5EF4-FFF2-40B4-BE49-F238E27FC236}">
                <a16:creationId xmlns:a16="http://schemas.microsoft.com/office/drawing/2014/main" id="{8350EF99-F445-2026-B918-D51C705E25E3}"/>
              </a:ext>
            </a:extLst>
          </p:cNvPr>
          <p:cNvSpPr txBox="1"/>
          <p:nvPr/>
        </p:nvSpPr>
        <p:spPr>
          <a:xfrm>
            <a:off x="1017038" y="753278"/>
            <a:ext cx="9293290" cy="584775"/>
          </a:xfrm>
          <a:prstGeom prst="rect">
            <a:avLst/>
          </a:prstGeom>
          <a:noFill/>
        </p:spPr>
        <p:txBody>
          <a:bodyPr wrap="square" rtlCol="0" anchor="ctr">
            <a:spAutoFit/>
          </a:bodyPr>
          <a:lstStyle/>
          <a:p>
            <a:r>
              <a:rPr lang="en-US" sz="3200" b="1" dirty="0">
                <a:solidFill>
                  <a:schemeClr val="bg1"/>
                </a:solidFill>
                <a:cs typeface="LINE Seed Sans TH" panose="020B0303020203020204" pitchFamily="34" charset="-34"/>
              </a:rPr>
              <a:t>Interactive Catalog</a:t>
            </a:r>
            <a:endParaRPr lang="th-TH" sz="3200" b="1" dirty="0">
              <a:solidFill>
                <a:schemeClr val="bg1"/>
              </a:solidFill>
              <a:cs typeface="LINE Seed Sans TH" panose="020B0303020203020204" pitchFamily="34" charset="-34"/>
            </a:endParaRPr>
          </a:p>
        </p:txBody>
      </p:sp>
      <p:pic>
        <p:nvPicPr>
          <p:cNvPr id="7" name="Picture 6">
            <a:extLst>
              <a:ext uri="{FF2B5EF4-FFF2-40B4-BE49-F238E27FC236}">
                <a16:creationId xmlns:a16="http://schemas.microsoft.com/office/drawing/2014/main" id="{9BF94C95-0687-59ED-7E67-21B692A7D5DA}"/>
              </a:ext>
            </a:extLst>
          </p:cNvPr>
          <p:cNvPicPr>
            <a:picLocks noChangeAspect="1"/>
          </p:cNvPicPr>
          <p:nvPr/>
        </p:nvPicPr>
        <p:blipFill>
          <a:blip r:embed="rId3" cstate="print">
            <a:extLst>
              <a:ext uri="{28A0092B-C50C-407E-A947-70E740481C1C}">
                <a14:useLocalDpi xmlns:a14="http://schemas.microsoft.com/office/drawing/2010/main" val="0"/>
              </a:ext>
            </a:extLst>
          </a:blip>
          <a:srcRect l="26" r="26"/>
          <a:stretch/>
        </p:blipFill>
        <p:spPr>
          <a:xfrm>
            <a:off x="838201" y="1445508"/>
            <a:ext cx="6124575" cy="4332609"/>
          </a:xfrm>
          <a:prstGeom prst="roundRect">
            <a:avLst>
              <a:gd name="adj" fmla="val 5329"/>
            </a:avLst>
          </a:prstGeom>
          <a:solidFill>
            <a:schemeClr val="bg1">
              <a:alpha val="11000"/>
            </a:schemeClr>
          </a:solidFill>
          <a:ln>
            <a:gradFill>
              <a:gsLst>
                <a:gs pos="0">
                  <a:srgbClr val="F8FAFD">
                    <a:alpha val="0"/>
                  </a:srgbClr>
                </a:gs>
                <a:gs pos="52000">
                  <a:schemeClr val="bg2"/>
                </a:gs>
                <a:gs pos="100000">
                  <a:schemeClr val="bg1">
                    <a:alpha val="6000"/>
                  </a:schemeClr>
                </a:gs>
              </a:gsLst>
              <a:lin ang="13200000" scaled="0"/>
            </a:gradFill>
            <a:headEnd type="none" w="med" len="med"/>
            <a:tailEnd type="triangle" w="lg" len="lg"/>
          </a:ln>
          <a:effectLst>
            <a:outerShdw blurRad="50800" dist="38100" dir="5400000" algn="t" rotWithShape="0">
              <a:prstClr val="black">
                <a:alpha val="40000"/>
              </a:prstClr>
            </a:outerShdw>
          </a:effectLst>
        </p:spPr>
      </p:pic>
      <p:sp>
        <p:nvSpPr>
          <p:cNvPr id="8" name="TextBox 7">
            <a:extLst>
              <a:ext uri="{FF2B5EF4-FFF2-40B4-BE49-F238E27FC236}">
                <a16:creationId xmlns:a16="http://schemas.microsoft.com/office/drawing/2014/main" id="{D798D0EE-129F-17B3-0DEC-F0312F5B4E80}"/>
              </a:ext>
            </a:extLst>
          </p:cNvPr>
          <p:cNvSpPr txBox="1"/>
          <p:nvPr/>
        </p:nvSpPr>
        <p:spPr>
          <a:xfrm>
            <a:off x="8388074" y="2112417"/>
            <a:ext cx="2718330" cy="400110"/>
          </a:xfrm>
          <a:prstGeom prst="rect">
            <a:avLst/>
          </a:prstGeom>
          <a:noFill/>
        </p:spPr>
        <p:txBody>
          <a:bodyPr wrap="square" rtlCol="0">
            <a:spAutoFit/>
          </a:bodyPr>
          <a:lstStyle/>
          <a:p>
            <a:pPr algn="ctr"/>
            <a:r>
              <a:rPr lang="th-TH" sz="2000" b="1" dirty="0">
                <a:solidFill>
                  <a:schemeClr val="accent2"/>
                </a:solidFill>
              </a:rPr>
              <a:t>สแกนเพื่อดู</a:t>
            </a:r>
            <a:r>
              <a:rPr lang="th-TH" sz="2000" b="1" baseline="0" dirty="0">
                <a:solidFill>
                  <a:schemeClr val="accent2"/>
                </a:solidFill>
              </a:rPr>
              <a:t> </a:t>
            </a:r>
            <a:r>
              <a:rPr lang="en-US" sz="2000" b="1" baseline="0" dirty="0">
                <a:solidFill>
                  <a:schemeClr val="accent2"/>
                </a:solidFill>
              </a:rPr>
              <a:t>Catalog</a:t>
            </a:r>
            <a:r>
              <a:rPr lang="en-US" sz="2000" b="1" dirty="0">
                <a:solidFill>
                  <a:schemeClr val="accent2"/>
                </a:solidFill>
              </a:rPr>
              <a:t>: </a:t>
            </a:r>
          </a:p>
        </p:txBody>
      </p:sp>
      <p:pic>
        <p:nvPicPr>
          <p:cNvPr id="9" name="Picture 2">
            <a:extLst>
              <a:ext uri="{FF2B5EF4-FFF2-40B4-BE49-F238E27FC236}">
                <a16:creationId xmlns:a16="http://schemas.microsoft.com/office/drawing/2014/main" id="{6E8BFE3F-A7A7-A491-43D0-CE418B50F4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52070" y="2743614"/>
            <a:ext cx="2190338" cy="2190338"/>
          </a:xfrm>
          <a:prstGeom prst="roundRect">
            <a:avLst>
              <a:gd name="adj" fmla="val 6188"/>
            </a:avLst>
          </a:prstGeom>
          <a:noFill/>
          <a:ln>
            <a:no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17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6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No_Recor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D34F4C5-2031-D975-FAD9-BAB6E9B2E0A3}"/>
              </a:ext>
            </a:extLst>
          </p:cNvPr>
          <p:cNvSpPr txBox="1"/>
          <p:nvPr/>
        </p:nvSpPr>
        <p:spPr>
          <a:xfrm>
            <a:off x="2708468" y="3014930"/>
            <a:ext cx="6775064" cy="1323439"/>
          </a:xfrm>
          <a:prstGeom prst="rect">
            <a:avLst/>
          </a:prstGeom>
          <a:noFill/>
        </p:spPr>
        <p:txBody>
          <a:bodyPr wrap="square" rtlCol="0">
            <a:spAutoFit/>
          </a:bodyPr>
          <a:lstStyle/>
          <a:p>
            <a:pPr algn="ctr"/>
            <a:r>
              <a:rPr lang="th-TH" sz="8000" b="1" dirty="0">
                <a:solidFill>
                  <a:srgbClr val="FF0000"/>
                </a:solidFill>
                <a:latin typeface="LINE Seed Sans TH" panose="020B0303020203020204" pitchFamily="34" charset="-34"/>
                <a:ea typeface="LINE Seed Sans TH" panose="020B0303020203020204" pitchFamily="34" charset="-34"/>
                <a:cs typeface="LINE Seed Sans TH" panose="020B0303020203020204" pitchFamily="34" charset="-34"/>
              </a:rPr>
              <a:t>ขอสงวนสิทธิ์</a:t>
            </a:r>
          </a:p>
        </p:txBody>
      </p:sp>
      <p:sp>
        <p:nvSpPr>
          <p:cNvPr id="11" name="TextBox 10">
            <a:extLst>
              <a:ext uri="{FF2B5EF4-FFF2-40B4-BE49-F238E27FC236}">
                <a16:creationId xmlns:a16="http://schemas.microsoft.com/office/drawing/2014/main" id="{0F39AA87-F723-128D-9C57-9C53031A9AC9}"/>
              </a:ext>
            </a:extLst>
          </p:cNvPr>
          <p:cNvSpPr txBox="1"/>
          <p:nvPr/>
        </p:nvSpPr>
        <p:spPr>
          <a:xfrm>
            <a:off x="1144684" y="4179024"/>
            <a:ext cx="9902632" cy="830997"/>
          </a:xfrm>
          <a:prstGeom prst="rect">
            <a:avLst/>
          </a:prstGeom>
          <a:noFill/>
        </p:spPr>
        <p:txBody>
          <a:bodyPr wrap="square" rtlCol="0">
            <a:spAutoFit/>
          </a:bodyPr>
          <a:lstStyle/>
          <a:p>
            <a:pPr algn="ctr"/>
            <a:r>
              <a:rPr lang="th-TH" sz="4800" dirty="0">
                <a:solidFill>
                  <a:schemeClr val="tx1"/>
                </a:solidFill>
                <a:latin typeface="+mj-lt"/>
              </a:rPr>
              <a:t>การบันทึกวิดีโอระหว่างการอบรม</a:t>
            </a:r>
          </a:p>
        </p:txBody>
      </p:sp>
      <p:pic>
        <p:nvPicPr>
          <p:cNvPr id="12" name="Graphic 11" descr="Video camera with solid fill">
            <a:extLst>
              <a:ext uri="{FF2B5EF4-FFF2-40B4-BE49-F238E27FC236}">
                <a16:creationId xmlns:a16="http://schemas.microsoft.com/office/drawing/2014/main" id="{C12680F7-3D5E-5C9C-739A-8FDF370361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black">
          <a:xfrm rot="20547981">
            <a:off x="5638800" y="1790006"/>
            <a:ext cx="914400" cy="914400"/>
          </a:xfrm>
          <a:prstGeom prst="rect">
            <a:avLst/>
          </a:prstGeom>
        </p:spPr>
      </p:pic>
      <p:sp>
        <p:nvSpPr>
          <p:cNvPr id="13" name="&quot;Not Allowed&quot; Symbol 12">
            <a:extLst>
              <a:ext uri="{FF2B5EF4-FFF2-40B4-BE49-F238E27FC236}">
                <a16:creationId xmlns:a16="http://schemas.microsoft.com/office/drawing/2014/main" id="{BB395CF3-D3BD-BB4F-117D-3BCCA005639D}"/>
              </a:ext>
            </a:extLst>
          </p:cNvPr>
          <p:cNvSpPr/>
          <p:nvPr/>
        </p:nvSpPr>
        <p:spPr bwMode="black">
          <a:xfrm>
            <a:off x="5376978" y="1528184"/>
            <a:ext cx="1438046" cy="1438046"/>
          </a:xfrm>
          <a:prstGeom prst="noSmoking">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sz="1800">
              <a:solidFill>
                <a:schemeClr val="tx1"/>
              </a:solidFill>
            </a:endParaRPr>
          </a:p>
        </p:txBody>
      </p:sp>
      <p:sp>
        <p:nvSpPr>
          <p:cNvPr id="20" name="Footer Placeholder 4">
            <a:extLst>
              <a:ext uri="{FF2B5EF4-FFF2-40B4-BE49-F238E27FC236}">
                <a16:creationId xmlns:a16="http://schemas.microsoft.com/office/drawing/2014/main" id="{F275AAD3-EA0D-F6F3-B95F-4CD3AC082570}"/>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Tree>
    <p:extLst>
      <p:ext uri="{BB962C8B-B14F-4D97-AF65-F5344CB8AC3E}">
        <p14:creationId xmlns:p14="http://schemas.microsoft.com/office/powerpoint/2010/main" val="1183358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Note_Layout">
    <p:bg>
      <p:bgPr>
        <a:solidFill>
          <a:srgbClr val="FFFFFF"/>
        </a:solidFill>
        <a:effectLst/>
      </p:bgPr>
    </p:bg>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E2F3E4AA-452C-A230-9E82-3FD2D9186D4F}"/>
              </a:ext>
            </a:extLst>
          </p:cNvPr>
          <p:cNvGrpSpPr/>
          <p:nvPr/>
        </p:nvGrpSpPr>
        <p:grpSpPr>
          <a:xfrm>
            <a:off x="872490" y="1638302"/>
            <a:ext cx="10515600" cy="4130550"/>
            <a:chOff x="4610100" y="1470660"/>
            <a:chExt cx="6278880" cy="4396740"/>
          </a:xfrm>
        </p:grpSpPr>
        <p:cxnSp>
          <p:nvCxnSpPr>
            <p:cNvPr id="14" name="Straight Connector 13">
              <a:extLst>
                <a:ext uri="{FF2B5EF4-FFF2-40B4-BE49-F238E27FC236}">
                  <a16:creationId xmlns:a16="http://schemas.microsoft.com/office/drawing/2014/main" id="{C4A56AFB-7DE9-7885-A83C-7DFB84895007}"/>
                </a:ext>
              </a:extLst>
            </p:cNvPr>
            <p:cNvCxnSpPr>
              <a:cxnSpLocks/>
            </p:cNvCxnSpPr>
            <p:nvPr/>
          </p:nvCxnSpPr>
          <p:spPr>
            <a:xfrm>
              <a:off x="4610100" y="147066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3138189-C74B-FB9A-846D-10903FA5F570}"/>
                </a:ext>
              </a:extLst>
            </p:cNvPr>
            <p:cNvCxnSpPr>
              <a:cxnSpLocks/>
            </p:cNvCxnSpPr>
            <p:nvPr/>
          </p:nvCxnSpPr>
          <p:spPr>
            <a:xfrm>
              <a:off x="4610100" y="188214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08B517E-CBC1-8FD3-7E4D-999CD1DA4C3E}"/>
                </a:ext>
              </a:extLst>
            </p:cNvPr>
            <p:cNvCxnSpPr>
              <a:cxnSpLocks/>
            </p:cNvCxnSpPr>
            <p:nvPr/>
          </p:nvCxnSpPr>
          <p:spPr>
            <a:xfrm>
              <a:off x="4610100" y="227076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C895DB1-AD35-7C68-7DC0-8F856B1CF59D}"/>
                </a:ext>
              </a:extLst>
            </p:cNvPr>
            <p:cNvCxnSpPr>
              <a:cxnSpLocks/>
            </p:cNvCxnSpPr>
            <p:nvPr/>
          </p:nvCxnSpPr>
          <p:spPr>
            <a:xfrm>
              <a:off x="4610100" y="268224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14A075D-6B43-7587-D3F2-0767704CB559}"/>
                </a:ext>
              </a:extLst>
            </p:cNvPr>
            <p:cNvCxnSpPr>
              <a:cxnSpLocks/>
            </p:cNvCxnSpPr>
            <p:nvPr/>
          </p:nvCxnSpPr>
          <p:spPr>
            <a:xfrm>
              <a:off x="4610100" y="307848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EBC6B298-CD6B-EDD4-9BBC-50A2858BAEB8}"/>
                </a:ext>
              </a:extLst>
            </p:cNvPr>
            <p:cNvCxnSpPr>
              <a:cxnSpLocks/>
            </p:cNvCxnSpPr>
            <p:nvPr/>
          </p:nvCxnSpPr>
          <p:spPr>
            <a:xfrm>
              <a:off x="4610100" y="348996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81D1CE6-224B-8C10-A289-FB1BCAC69933}"/>
                </a:ext>
              </a:extLst>
            </p:cNvPr>
            <p:cNvCxnSpPr>
              <a:cxnSpLocks/>
            </p:cNvCxnSpPr>
            <p:nvPr/>
          </p:nvCxnSpPr>
          <p:spPr>
            <a:xfrm>
              <a:off x="4610100" y="387858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3F569AE-547C-EB51-9375-8A82AA65C224}"/>
                </a:ext>
              </a:extLst>
            </p:cNvPr>
            <p:cNvCxnSpPr>
              <a:cxnSpLocks/>
            </p:cNvCxnSpPr>
            <p:nvPr/>
          </p:nvCxnSpPr>
          <p:spPr>
            <a:xfrm>
              <a:off x="4610100" y="429006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845AC13-B28F-4874-60D6-4CCB81AF1EE1}"/>
                </a:ext>
              </a:extLst>
            </p:cNvPr>
            <p:cNvCxnSpPr>
              <a:cxnSpLocks/>
            </p:cNvCxnSpPr>
            <p:nvPr/>
          </p:nvCxnSpPr>
          <p:spPr>
            <a:xfrm>
              <a:off x="4610100" y="4655820"/>
              <a:ext cx="5396197"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B16BD57-606D-3376-D671-B891E9FD8BDE}"/>
                </a:ext>
              </a:extLst>
            </p:cNvPr>
            <p:cNvCxnSpPr>
              <a:cxnSpLocks/>
            </p:cNvCxnSpPr>
            <p:nvPr/>
          </p:nvCxnSpPr>
          <p:spPr>
            <a:xfrm>
              <a:off x="4610100" y="5067300"/>
              <a:ext cx="5296099"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EE5C311-2DA2-F396-C0D3-8EDAFFBBD470}"/>
                </a:ext>
              </a:extLst>
            </p:cNvPr>
            <p:cNvCxnSpPr>
              <a:cxnSpLocks/>
            </p:cNvCxnSpPr>
            <p:nvPr/>
          </p:nvCxnSpPr>
          <p:spPr>
            <a:xfrm>
              <a:off x="4610100" y="5455920"/>
              <a:ext cx="521420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5C83250-1A78-7A76-A31E-F16A6519F590}"/>
                </a:ext>
              </a:extLst>
            </p:cNvPr>
            <p:cNvCxnSpPr>
              <a:cxnSpLocks/>
            </p:cNvCxnSpPr>
            <p:nvPr/>
          </p:nvCxnSpPr>
          <p:spPr>
            <a:xfrm>
              <a:off x="4610100" y="5867400"/>
              <a:ext cx="5105002"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grpSp>
      <p:sp>
        <p:nvSpPr>
          <p:cNvPr id="2" name="Rectangle: Rounded Corners 1">
            <a:extLst>
              <a:ext uri="{FF2B5EF4-FFF2-40B4-BE49-F238E27FC236}">
                <a16:creationId xmlns:a16="http://schemas.microsoft.com/office/drawing/2014/main" id="{32C59737-0C86-DF99-C138-1DA1CB4E52DA}"/>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TextBox 6">
            <a:extLst>
              <a:ext uri="{FF2B5EF4-FFF2-40B4-BE49-F238E27FC236}">
                <a16:creationId xmlns:a16="http://schemas.microsoft.com/office/drawing/2014/main" id="{1F18F855-E18C-DA6D-99B9-C1DA54A53162}"/>
              </a:ext>
            </a:extLst>
          </p:cNvPr>
          <p:cNvSpPr txBox="1"/>
          <p:nvPr/>
        </p:nvSpPr>
        <p:spPr>
          <a:xfrm>
            <a:off x="1017038" y="753278"/>
            <a:ext cx="9293290" cy="584775"/>
          </a:xfrm>
          <a:prstGeom prst="rect">
            <a:avLst/>
          </a:prstGeom>
          <a:noFill/>
        </p:spPr>
        <p:txBody>
          <a:bodyPr wrap="square" rtlCol="0" anchor="ctr">
            <a:spAutoFit/>
          </a:bodyPr>
          <a:lstStyle/>
          <a:p>
            <a:r>
              <a:rPr lang="en-US" sz="3200" b="1" dirty="0">
                <a:solidFill>
                  <a:schemeClr val="tx2"/>
                </a:solidFill>
                <a:cs typeface="LINE Seed Sans TH" panose="020B0303020203020204" pitchFamily="34" charset="-34"/>
              </a:rPr>
              <a:t>Note</a:t>
            </a:r>
            <a:endParaRPr lang="th-TH" sz="3200" b="1" dirty="0">
              <a:solidFill>
                <a:schemeClr val="tx2"/>
              </a:solidFill>
              <a:cs typeface="LINE Seed Sans TH" panose="020B0303020203020204" pitchFamily="34" charset="-34"/>
            </a:endParaRPr>
          </a:p>
        </p:txBody>
      </p:sp>
      <p:pic>
        <p:nvPicPr>
          <p:cNvPr id="11" name="Picture 10">
            <a:extLst>
              <a:ext uri="{FF2B5EF4-FFF2-40B4-BE49-F238E27FC236}">
                <a16:creationId xmlns:a16="http://schemas.microsoft.com/office/drawing/2014/main" id="{D564E7AF-1711-EACE-878F-48B79B3923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2500" y="4397901"/>
            <a:ext cx="1545591" cy="1643596"/>
          </a:xfrm>
          <a:prstGeom prst="rect">
            <a:avLst/>
          </a:prstGeom>
        </p:spPr>
      </p:pic>
      <p:sp>
        <p:nvSpPr>
          <p:cNvPr id="26" name="Footer Placeholder 4">
            <a:extLst>
              <a:ext uri="{FF2B5EF4-FFF2-40B4-BE49-F238E27FC236}">
                <a16:creationId xmlns:a16="http://schemas.microsoft.com/office/drawing/2014/main" id="{F2FFA1AF-DAD9-6CD2-0B55-A30CBCAEF410}"/>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7" name="Slide Number Placeholder 5">
            <a:extLst>
              <a:ext uri="{FF2B5EF4-FFF2-40B4-BE49-F238E27FC236}">
                <a16:creationId xmlns:a16="http://schemas.microsoft.com/office/drawing/2014/main" id="{37E0C144-282D-7377-226C-BCC36EE497AE}"/>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0573702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Note_Layout">
    <p:bg>
      <p:bgPr>
        <a:solidFill>
          <a:srgbClr val="FFFFFF"/>
        </a:solidFill>
        <a:effectLst/>
      </p:bgPr>
    </p:bg>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E2F3E4AA-452C-A230-9E82-3FD2D9186D4F}"/>
              </a:ext>
            </a:extLst>
          </p:cNvPr>
          <p:cNvGrpSpPr/>
          <p:nvPr/>
        </p:nvGrpSpPr>
        <p:grpSpPr>
          <a:xfrm>
            <a:off x="872490" y="1638302"/>
            <a:ext cx="10515600" cy="4130550"/>
            <a:chOff x="4610100" y="1470660"/>
            <a:chExt cx="6278880" cy="4396740"/>
          </a:xfrm>
        </p:grpSpPr>
        <p:cxnSp>
          <p:nvCxnSpPr>
            <p:cNvPr id="14" name="Straight Connector 13">
              <a:extLst>
                <a:ext uri="{FF2B5EF4-FFF2-40B4-BE49-F238E27FC236}">
                  <a16:creationId xmlns:a16="http://schemas.microsoft.com/office/drawing/2014/main" id="{C4A56AFB-7DE9-7885-A83C-7DFB84895007}"/>
                </a:ext>
              </a:extLst>
            </p:cNvPr>
            <p:cNvCxnSpPr>
              <a:cxnSpLocks/>
            </p:cNvCxnSpPr>
            <p:nvPr/>
          </p:nvCxnSpPr>
          <p:spPr>
            <a:xfrm>
              <a:off x="4610100" y="147066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3138189-C74B-FB9A-846D-10903FA5F570}"/>
                </a:ext>
              </a:extLst>
            </p:cNvPr>
            <p:cNvCxnSpPr>
              <a:cxnSpLocks/>
            </p:cNvCxnSpPr>
            <p:nvPr/>
          </p:nvCxnSpPr>
          <p:spPr>
            <a:xfrm>
              <a:off x="4610100" y="188214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08B517E-CBC1-8FD3-7E4D-999CD1DA4C3E}"/>
                </a:ext>
              </a:extLst>
            </p:cNvPr>
            <p:cNvCxnSpPr>
              <a:cxnSpLocks/>
            </p:cNvCxnSpPr>
            <p:nvPr/>
          </p:nvCxnSpPr>
          <p:spPr>
            <a:xfrm>
              <a:off x="4610100" y="227076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C895DB1-AD35-7C68-7DC0-8F856B1CF59D}"/>
                </a:ext>
              </a:extLst>
            </p:cNvPr>
            <p:cNvCxnSpPr>
              <a:cxnSpLocks/>
            </p:cNvCxnSpPr>
            <p:nvPr/>
          </p:nvCxnSpPr>
          <p:spPr>
            <a:xfrm>
              <a:off x="4610100" y="268224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14A075D-6B43-7587-D3F2-0767704CB559}"/>
                </a:ext>
              </a:extLst>
            </p:cNvPr>
            <p:cNvCxnSpPr>
              <a:cxnSpLocks/>
            </p:cNvCxnSpPr>
            <p:nvPr/>
          </p:nvCxnSpPr>
          <p:spPr>
            <a:xfrm>
              <a:off x="4610100" y="307848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EBC6B298-CD6B-EDD4-9BBC-50A2858BAEB8}"/>
                </a:ext>
              </a:extLst>
            </p:cNvPr>
            <p:cNvCxnSpPr>
              <a:cxnSpLocks/>
            </p:cNvCxnSpPr>
            <p:nvPr/>
          </p:nvCxnSpPr>
          <p:spPr>
            <a:xfrm>
              <a:off x="4610100" y="348996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81D1CE6-224B-8C10-A289-FB1BCAC69933}"/>
                </a:ext>
              </a:extLst>
            </p:cNvPr>
            <p:cNvCxnSpPr>
              <a:cxnSpLocks/>
            </p:cNvCxnSpPr>
            <p:nvPr/>
          </p:nvCxnSpPr>
          <p:spPr>
            <a:xfrm>
              <a:off x="4610100" y="387858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3F569AE-547C-EB51-9375-8A82AA65C224}"/>
                </a:ext>
              </a:extLst>
            </p:cNvPr>
            <p:cNvCxnSpPr>
              <a:cxnSpLocks/>
            </p:cNvCxnSpPr>
            <p:nvPr/>
          </p:nvCxnSpPr>
          <p:spPr>
            <a:xfrm>
              <a:off x="4610100" y="429006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845AC13-B28F-4874-60D6-4CCB81AF1EE1}"/>
                </a:ext>
              </a:extLst>
            </p:cNvPr>
            <p:cNvCxnSpPr>
              <a:cxnSpLocks/>
            </p:cNvCxnSpPr>
            <p:nvPr/>
          </p:nvCxnSpPr>
          <p:spPr>
            <a:xfrm>
              <a:off x="4610100" y="4655820"/>
              <a:ext cx="5396197"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B16BD57-606D-3376-D671-B891E9FD8BDE}"/>
                </a:ext>
              </a:extLst>
            </p:cNvPr>
            <p:cNvCxnSpPr>
              <a:cxnSpLocks/>
            </p:cNvCxnSpPr>
            <p:nvPr/>
          </p:nvCxnSpPr>
          <p:spPr>
            <a:xfrm>
              <a:off x="4610100" y="5067300"/>
              <a:ext cx="5296099"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EE5C311-2DA2-F396-C0D3-8EDAFFBBD470}"/>
                </a:ext>
              </a:extLst>
            </p:cNvPr>
            <p:cNvCxnSpPr>
              <a:cxnSpLocks/>
            </p:cNvCxnSpPr>
            <p:nvPr/>
          </p:nvCxnSpPr>
          <p:spPr>
            <a:xfrm>
              <a:off x="4610100" y="5455920"/>
              <a:ext cx="521420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5C83250-1A78-7A76-A31E-F16A6519F590}"/>
                </a:ext>
              </a:extLst>
            </p:cNvPr>
            <p:cNvCxnSpPr>
              <a:cxnSpLocks/>
            </p:cNvCxnSpPr>
            <p:nvPr/>
          </p:nvCxnSpPr>
          <p:spPr>
            <a:xfrm>
              <a:off x="4610100" y="5867400"/>
              <a:ext cx="5105002"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grpSp>
      <p:sp>
        <p:nvSpPr>
          <p:cNvPr id="2" name="Rectangle: Rounded Corners 1">
            <a:extLst>
              <a:ext uri="{FF2B5EF4-FFF2-40B4-BE49-F238E27FC236}">
                <a16:creationId xmlns:a16="http://schemas.microsoft.com/office/drawing/2014/main" id="{32C59737-0C86-DF99-C138-1DA1CB4E52DA}"/>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TextBox 6">
            <a:extLst>
              <a:ext uri="{FF2B5EF4-FFF2-40B4-BE49-F238E27FC236}">
                <a16:creationId xmlns:a16="http://schemas.microsoft.com/office/drawing/2014/main" id="{1F18F855-E18C-DA6D-99B9-C1DA54A53162}"/>
              </a:ext>
            </a:extLst>
          </p:cNvPr>
          <p:cNvSpPr txBox="1"/>
          <p:nvPr/>
        </p:nvSpPr>
        <p:spPr>
          <a:xfrm>
            <a:off x="1017038" y="753278"/>
            <a:ext cx="9293290" cy="584775"/>
          </a:xfrm>
          <a:prstGeom prst="rect">
            <a:avLst/>
          </a:prstGeom>
          <a:noFill/>
        </p:spPr>
        <p:txBody>
          <a:bodyPr wrap="square" rtlCol="0" anchor="ctr">
            <a:spAutoFit/>
          </a:bodyPr>
          <a:lstStyle/>
          <a:p>
            <a:r>
              <a:rPr lang="en-US" sz="3200" b="1" dirty="0">
                <a:solidFill>
                  <a:schemeClr val="tx2"/>
                </a:solidFill>
                <a:cs typeface="LINE Seed Sans TH" panose="020B0303020203020204" pitchFamily="34" charset="-34"/>
              </a:rPr>
              <a:t>Note</a:t>
            </a:r>
            <a:endParaRPr lang="th-TH" sz="3200" b="1" dirty="0">
              <a:solidFill>
                <a:schemeClr val="tx2"/>
              </a:solidFill>
              <a:cs typeface="LINE Seed Sans TH" panose="020B0303020203020204" pitchFamily="34" charset="-34"/>
            </a:endParaRPr>
          </a:p>
        </p:txBody>
      </p:sp>
      <p:pic>
        <p:nvPicPr>
          <p:cNvPr id="11" name="Picture 10">
            <a:extLst>
              <a:ext uri="{FF2B5EF4-FFF2-40B4-BE49-F238E27FC236}">
                <a16:creationId xmlns:a16="http://schemas.microsoft.com/office/drawing/2014/main" id="{D564E7AF-1711-EACE-878F-48B79B3923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2500" y="4397901"/>
            <a:ext cx="1545591" cy="1643596"/>
          </a:xfrm>
          <a:prstGeom prst="rect">
            <a:avLst/>
          </a:prstGeom>
        </p:spPr>
      </p:pic>
      <p:sp>
        <p:nvSpPr>
          <p:cNvPr id="26" name="Footer Placeholder 4">
            <a:extLst>
              <a:ext uri="{FF2B5EF4-FFF2-40B4-BE49-F238E27FC236}">
                <a16:creationId xmlns:a16="http://schemas.microsoft.com/office/drawing/2014/main" id="{F2FFA1AF-DAD9-6CD2-0B55-A30CBCAEF410}"/>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7" name="Slide Number Placeholder 5">
            <a:extLst>
              <a:ext uri="{FF2B5EF4-FFF2-40B4-BE49-F238E27FC236}">
                <a16:creationId xmlns:a16="http://schemas.microsoft.com/office/drawing/2014/main" id="{37E0C144-282D-7377-226C-BCC36EE497AE}"/>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05737026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cSld name="Break_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2840C95-8ED2-3C21-75B0-718D97146DAA}"/>
              </a:ext>
            </a:extLst>
          </p:cNvPr>
          <p:cNvSpPr txBox="1"/>
          <p:nvPr/>
        </p:nvSpPr>
        <p:spPr>
          <a:xfrm>
            <a:off x="3596100" y="4002966"/>
            <a:ext cx="5111336" cy="523220"/>
          </a:xfrm>
          <a:prstGeom prst="rect">
            <a:avLst/>
          </a:prstGeom>
          <a:noFill/>
        </p:spPr>
        <p:txBody>
          <a:bodyPr wrap="square" rtlCol="0">
            <a:spAutoFit/>
          </a:bodyPr>
          <a:lstStyle/>
          <a:p>
            <a:pPr algn="ctr"/>
            <a:r>
              <a:rPr lang="en-US" sz="2800" dirty="0">
                <a:solidFill>
                  <a:schemeClr val="tx1"/>
                </a:solidFill>
              </a:rPr>
              <a:t>Never Stop Learning</a:t>
            </a:r>
            <a:endParaRPr lang="th-TH" sz="2800" dirty="0">
              <a:solidFill>
                <a:schemeClr val="tx1"/>
              </a:solidFill>
            </a:endParaRPr>
          </a:p>
        </p:txBody>
      </p:sp>
      <p:pic>
        <p:nvPicPr>
          <p:cNvPr id="8" name="Picture 7">
            <a:extLst>
              <a:ext uri="{FF2B5EF4-FFF2-40B4-BE49-F238E27FC236}">
                <a16:creationId xmlns:a16="http://schemas.microsoft.com/office/drawing/2014/main" id="{A85D8415-F496-86DE-653C-037D8CD1839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black">
          <a:xfrm>
            <a:off x="2802894" y="2168442"/>
            <a:ext cx="6586211" cy="2160277"/>
          </a:xfrm>
          <a:prstGeom prst="rect">
            <a:avLst/>
          </a:prstGeom>
        </p:spPr>
      </p:pic>
      <p:sp>
        <p:nvSpPr>
          <p:cNvPr id="11" name="Footer Placeholder 4">
            <a:extLst>
              <a:ext uri="{FF2B5EF4-FFF2-40B4-BE49-F238E27FC236}">
                <a16:creationId xmlns:a16="http://schemas.microsoft.com/office/drawing/2014/main" id="{35AB6B49-CAC7-BE8E-B6F7-AC6B781C82D7}"/>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Tree>
    <p:extLst>
      <p:ext uri="{BB962C8B-B14F-4D97-AF65-F5344CB8AC3E}">
        <p14:creationId xmlns:p14="http://schemas.microsoft.com/office/powerpoint/2010/main" val="392111858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Contact U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A17D83EF-9114-A0B9-F490-2B5ED6FBA66D}"/>
              </a:ext>
            </a:extLst>
          </p:cNvPr>
          <p:cNvSpPr txBox="1"/>
          <p:nvPr/>
        </p:nvSpPr>
        <p:spPr>
          <a:xfrm>
            <a:off x="4458746" y="4934263"/>
            <a:ext cx="3361742" cy="338554"/>
          </a:xfrm>
          <a:prstGeom prst="rect">
            <a:avLst/>
          </a:prstGeom>
          <a:noFill/>
        </p:spPr>
        <p:txBody>
          <a:bodyPr wrap="square" rtlCol="0">
            <a:spAutoFit/>
          </a:bodyPr>
          <a:lstStyle/>
          <a:p>
            <a:pPr algn="ctr"/>
            <a:r>
              <a:rPr lang="en-US" sz="1600" dirty="0"/>
              <a:t>instructor@9expert.co.th</a:t>
            </a:r>
          </a:p>
        </p:txBody>
      </p:sp>
      <p:sp>
        <p:nvSpPr>
          <p:cNvPr id="7" name="TextBox 6">
            <a:extLst>
              <a:ext uri="{FF2B5EF4-FFF2-40B4-BE49-F238E27FC236}">
                <a16:creationId xmlns:a16="http://schemas.microsoft.com/office/drawing/2014/main" id="{54B03804-3652-873C-7418-8A3D590DD663}"/>
              </a:ext>
            </a:extLst>
          </p:cNvPr>
          <p:cNvSpPr txBox="1"/>
          <p:nvPr/>
        </p:nvSpPr>
        <p:spPr>
          <a:xfrm>
            <a:off x="2388951" y="1538954"/>
            <a:ext cx="7414099"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สอบถามหลังเรียนจบ ได้ที่ช่องทางข้างล่างนี้ครับ</a:t>
            </a:r>
          </a:p>
        </p:txBody>
      </p:sp>
      <p:sp>
        <p:nvSpPr>
          <p:cNvPr id="8" name="TextBox 7">
            <a:extLst>
              <a:ext uri="{FF2B5EF4-FFF2-40B4-BE49-F238E27FC236}">
                <a16:creationId xmlns:a16="http://schemas.microsoft.com/office/drawing/2014/main" id="{A8F2F560-C1F4-839C-6DB6-B2BF4F8236E2}"/>
              </a:ext>
            </a:extLst>
          </p:cNvPr>
          <p:cNvSpPr txBox="1"/>
          <p:nvPr/>
        </p:nvSpPr>
        <p:spPr bwMode="hidden">
          <a:xfrm>
            <a:off x="2257936" y="675420"/>
            <a:ext cx="7676128" cy="892552"/>
          </a:xfrm>
          <a:prstGeom prst="rect">
            <a:avLst/>
          </a:prstGeom>
          <a:noFill/>
        </p:spPr>
        <p:txBody>
          <a:bodyPr wrap="square">
            <a:spAutoFit/>
          </a:bodyPr>
          <a:lstStyle/>
          <a:p>
            <a:pPr algn="ctr"/>
            <a:r>
              <a:rPr lang="th-TH"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สอบถามหลังเรียนจบ</a:t>
            </a:r>
            <a:endPar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endParaRPr>
          </a:p>
        </p:txBody>
      </p:sp>
      <p:sp>
        <p:nvSpPr>
          <p:cNvPr id="9" name="TextBox 8">
            <a:extLst>
              <a:ext uri="{FF2B5EF4-FFF2-40B4-BE49-F238E27FC236}">
                <a16:creationId xmlns:a16="http://schemas.microsoft.com/office/drawing/2014/main" id="{169CB072-3DB3-37A7-1FED-1CF95E9DBDAF}"/>
              </a:ext>
            </a:extLst>
          </p:cNvPr>
          <p:cNvSpPr txBox="1"/>
          <p:nvPr/>
        </p:nvSpPr>
        <p:spPr>
          <a:xfrm>
            <a:off x="2257936" y="690333"/>
            <a:ext cx="7676130" cy="892552"/>
          </a:xfrm>
          <a:prstGeom prst="rect">
            <a:avLst/>
          </a:prstGeom>
          <a:noFill/>
        </p:spPr>
        <p:txBody>
          <a:bodyPr wrap="square">
            <a:spAutoFit/>
          </a:bodyPr>
          <a:lstStyle/>
          <a:p>
            <a:pPr algn="ctr"/>
            <a:r>
              <a:rPr lang="th-TH" sz="5200" b="1" kern="1200" dirty="0">
                <a:solidFill>
                  <a:schemeClr val="accent2"/>
                </a:solidFill>
                <a:effectLst/>
                <a:latin typeface="+mn-lt"/>
                <a:ea typeface="+mj-ea"/>
                <a:cs typeface="LINE Seed Sans TH" panose="020B0303020203020204" pitchFamily="34" charset="-34"/>
              </a:rPr>
              <a:t>สอบถามหลังเรียนจบ</a:t>
            </a:r>
            <a:endParaRPr lang="en-US" sz="5200" b="1" kern="1200" dirty="0">
              <a:solidFill>
                <a:schemeClr val="accent2"/>
              </a:solidFill>
              <a:effectLst/>
              <a:latin typeface="+mn-lt"/>
              <a:ea typeface="+mj-ea"/>
              <a:cs typeface="LINE Seed Sans TH" panose="020B0303020203020204" pitchFamily="34" charset="-34"/>
            </a:endParaRPr>
          </a:p>
        </p:txBody>
      </p:sp>
      <p:pic>
        <p:nvPicPr>
          <p:cNvPr id="11" name="Graphic 10" descr="Open envelope with solid fill">
            <a:extLst>
              <a:ext uri="{FF2B5EF4-FFF2-40B4-BE49-F238E27FC236}">
                <a16:creationId xmlns:a16="http://schemas.microsoft.com/office/drawing/2014/main" id="{64127999-D56A-FC33-7EA0-812E732D6D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21550" y="3268844"/>
            <a:ext cx="1331635" cy="1331635"/>
          </a:xfrm>
          <a:prstGeom prst="rect">
            <a:avLst/>
          </a:prstGeom>
        </p:spPr>
      </p:pic>
      <p:sp>
        <p:nvSpPr>
          <p:cNvPr id="12" name="TextBox 11">
            <a:extLst>
              <a:ext uri="{FF2B5EF4-FFF2-40B4-BE49-F238E27FC236}">
                <a16:creationId xmlns:a16="http://schemas.microsoft.com/office/drawing/2014/main" id="{77959165-3C45-975B-BB72-221424A6EB0B}"/>
              </a:ext>
            </a:extLst>
          </p:cNvPr>
          <p:cNvSpPr txBox="1"/>
          <p:nvPr/>
        </p:nvSpPr>
        <p:spPr>
          <a:xfrm>
            <a:off x="5320952" y="2647460"/>
            <a:ext cx="1637330" cy="461665"/>
          </a:xfrm>
          <a:prstGeom prst="rect">
            <a:avLst/>
          </a:prstGeom>
          <a:noFill/>
        </p:spPr>
        <p:txBody>
          <a:bodyPr wrap="square" rtlCol="0">
            <a:spAutoFit/>
          </a:bodyPr>
          <a:lstStyle/>
          <a:p>
            <a:pPr algn="ctr"/>
            <a:r>
              <a:rPr lang="en-US" sz="2400" b="1" dirty="0"/>
              <a:t>Email</a:t>
            </a:r>
          </a:p>
        </p:txBody>
      </p:sp>
      <p:cxnSp>
        <p:nvCxnSpPr>
          <p:cNvPr id="13" name="Straight Connector 12">
            <a:extLst>
              <a:ext uri="{FF2B5EF4-FFF2-40B4-BE49-F238E27FC236}">
                <a16:creationId xmlns:a16="http://schemas.microsoft.com/office/drawing/2014/main" id="{9BC8C07C-3E85-437B-9328-C141DF569177}"/>
              </a:ext>
            </a:extLst>
          </p:cNvPr>
          <p:cNvCxnSpPr>
            <a:cxnSpLocks/>
          </p:cNvCxnSpPr>
          <p:nvPr/>
        </p:nvCxnSpPr>
        <p:spPr>
          <a:xfrm>
            <a:off x="4008727" y="2769755"/>
            <a:ext cx="0" cy="2238375"/>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D6C9ECA1-2E8B-4A5C-577E-45B043CC27A0}"/>
              </a:ext>
            </a:extLst>
          </p:cNvPr>
          <p:cNvSpPr txBox="1"/>
          <p:nvPr/>
        </p:nvSpPr>
        <p:spPr>
          <a:xfrm>
            <a:off x="1498162" y="2647460"/>
            <a:ext cx="2060548" cy="461665"/>
          </a:xfrm>
          <a:prstGeom prst="rect">
            <a:avLst/>
          </a:prstGeom>
          <a:noFill/>
        </p:spPr>
        <p:txBody>
          <a:bodyPr wrap="square" rtlCol="0">
            <a:spAutoFit/>
          </a:bodyPr>
          <a:lstStyle/>
          <a:p>
            <a:pPr algn="ctr"/>
            <a:r>
              <a:rPr lang="en-US" sz="2400" b="1" dirty="0"/>
              <a:t>LINE OA</a:t>
            </a:r>
          </a:p>
        </p:txBody>
      </p:sp>
      <p:sp>
        <p:nvSpPr>
          <p:cNvPr id="20" name="TextBox 19">
            <a:extLst>
              <a:ext uri="{FF2B5EF4-FFF2-40B4-BE49-F238E27FC236}">
                <a16:creationId xmlns:a16="http://schemas.microsoft.com/office/drawing/2014/main" id="{5CF38613-C028-D925-3F8F-C4F414598458}"/>
              </a:ext>
            </a:extLst>
          </p:cNvPr>
          <p:cNvSpPr txBox="1"/>
          <p:nvPr/>
        </p:nvSpPr>
        <p:spPr>
          <a:xfrm>
            <a:off x="1753754" y="4934263"/>
            <a:ext cx="1549367" cy="338554"/>
          </a:xfrm>
          <a:prstGeom prst="rect">
            <a:avLst/>
          </a:prstGeom>
          <a:noFill/>
        </p:spPr>
        <p:txBody>
          <a:bodyPr wrap="square" rtlCol="0">
            <a:spAutoFit/>
          </a:bodyPr>
          <a:lstStyle/>
          <a:p>
            <a:pPr algn="ctr"/>
            <a:r>
              <a:rPr lang="en-US" sz="1600" dirty="0"/>
              <a:t>@9Expert</a:t>
            </a:r>
          </a:p>
        </p:txBody>
      </p:sp>
      <p:pic>
        <p:nvPicPr>
          <p:cNvPr id="22" name="Picture 21">
            <a:extLst>
              <a:ext uri="{FF2B5EF4-FFF2-40B4-BE49-F238E27FC236}">
                <a16:creationId xmlns:a16="http://schemas.microsoft.com/office/drawing/2014/main" id="{48AE6CAC-A136-483A-27CB-4FA547FAFDF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54548" y="3361346"/>
            <a:ext cx="1147776" cy="1146629"/>
          </a:xfrm>
          <a:prstGeom prst="rect">
            <a:avLst/>
          </a:prstGeom>
        </p:spPr>
      </p:pic>
      <p:cxnSp>
        <p:nvCxnSpPr>
          <p:cNvPr id="23" name="Straight Connector 22">
            <a:extLst>
              <a:ext uri="{FF2B5EF4-FFF2-40B4-BE49-F238E27FC236}">
                <a16:creationId xmlns:a16="http://schemas.microsoft.com/office/drawing/2014/main" id="{EABAC667-283E-2CAA-8BFB-F3368365F2B0}"/>
              </a:ext>
            </a:extLst>
          </p:cNvPr>
          <p:cNvCxnSpPr>
            <a:cxnSpLocks/>
          </p:cNvCxnSpPr>
          <p:nvPr/>
        </p:nvCxnSpPr>
        <p:spPr>
          <a:xfrm>
            <a:off x="8232055" y="2769755"/>
            <a:ext cx="0" cy="2238375"/>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7DDC2A0-EACA-D95B-D524-DBCA424BF35D}"/>
              </a:ext>
            </a:extLst>
          </p:cNvPr>
          <p:cNvSpPr txBox="1"/>
          <p:nvPr/>
        </p:nvSpPr>
        <p:spPr>
          <a:xfrm>
            <a:off x="8680653" y="2647460"/>
            <a:ext cx="2060548" cy="461665"/>
          </a:xfrm>
          <a:prstGeom prst="rect">
            <a:avLst/>
          </a:prstGeom>
          <a:noFill/>
        </p:spPr>
        <p:txBody>
          <a:bodyPr wrap="square" rtlCol="0">
            <a:spAutoFit/>
          </a:bodyPr>
          <a:lstStyle/>
          <a:p>
            <a:pPr algn="ctr"/>
            <a:r>
              <a:rPr lang="th-TH" sz="2400" b="1" dirty="0"/>
              <a:t>กลุ่มศิษย์เก่า</a:t>
            </a:r>
            <a:endParaRPr lang="en-US" sz="2400" b="1" dirty="0"/>
          </a:p>
        </p:txBody>
      </p:sp>
      <p:sp>
        <p:nvSpPr>
          <p:cNvPr id="29" name="TextBox 28">
            <a:extLst>
              <a:ext uri="{FF2B5EF4-FFF2-40B4-BE49-F238E27FC236}">
                <a16:creationId xmlns:a16="http://schemas.microsoft.com/office/drawing/2014/main" id="{F9F334A3-960E-AA39-BC53-CC42CB01EB44}"/>
              </a:ext>
            </a:extLst>
          </p:cNvPr>
          <p:cNvSpPr txBox="1"/>
          <p:nvPr/>
        </p:nvSpPr>
        <p:spPr>
          <a:xfrm>
            <a:off x="8692485" y="4934263"/>
            <a:ext cx="2060544" cy="338554"/>
          </a:xfrm>
          <a:prstGeom prst="rect">
            <a:avLst/>
          </a:prstGeom>
          <a:noFill/>
        </p:spPr>
        <p:txBody>
          <a:bodyPr wrap="square">
            <a:spAutoFit/>
          </a:bodyPr>
          <a:lstStyle/>
          <a:p>
            <a:pPr algn="ctr"/>
            <a:r>
              <a:rPr lang="en-US" sz="1600" dirty="0"/>
              <a:t>9Expert Alumni</a:t>
            </a:r>
            <a:endParaRPr lang="th-TH" sz="1600" dirty="0"/>
          </a:p>
        </p:txBody>
      </p:sp>
      <p:pic>
        <p:nvPicPr>
          <p:cNvPr id="30" name="Picture 29" descr="A blue circle with a white letter f in it&#10;&#10;Description automatically generated">
            <a:extLst>
              <a:ext uri="{FF2B5EF4-FFF2-40B4-BE49-F238E27FC236}">
                <a16:creationId xmlns:a16="http://schemas.microsoft.com/office/drawing/2014/main" id="{BD0FF841-5062-2EED-8932-C632C3596E3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55250" y="3357368"/>
            <a:ext cx="1135014" cy="1150607"/>
          </a:xfrm>
          <a:prstGeom prst="rect">
            <a:avLst/>
          </a:prstGeom>
        </p:spPr>
      </p:pic>
      <p:sp>
        <p:nvSpPr>
          <p:cNvPr id="37" name="Footer Placeholder 4">
            <a:extLst>
              <a:ext uri="{FF2B5EF4-FFF2-40B4-BE49-F238E27FC236}">
                <a16:creationId xmlns:a16="http://schemas.microsoft.com/office/drawing/2014/main" id="{698DB79D-D030-DB47-7343-8BBB7188C03C}"/>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Tree>
    <p:extLst>
      <p:ext uri="{BB962C8B-B14F-4D97-AF65-F5344CB8AC3E}">
        <p14:creationId xmlns:p14="http://schemas.microsoft.com/office/powerpoint/2010/main" val="7420474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No_Recor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D34F4C5-2031-D975-FAD9-BAB6E9B2E0A3}"/>
              </a:ext>
            </a:extLst>
          </p:cNvPr>
          <p:cNvSpPr txBox="1"/>
          <p:nvPr/>
        </p:nvSpPr>
        <p:spPr>
          <a:xfrm>
            <a:off x="2708468" y="3014930"/>
            <a:ext cx="6775064" cy="1323439"/>
          </a:xfrm>
          <a:prstGeom prst="rect">
            <a:avLst/>
          </a:prstGeom>
          <a:noFill/>
        </p:spPr>
        <p:txBody>
          <a:bodyPr wrap="square" rtlCol="0">
            <a:spAutoFit/>
          </a:bodyPr>
          <a:lstStyle/>
          <a:p>
            <a:pPr algn="ctr"/>
            <a:r>
              <a:rPr lang="th-TH" sz="8000" b="1" dirty="0">
                <a:solidFill>
                  <a:srgbClr val="FF0000"/>
                </a:solidFill>
                <a:latin typeface="LINE Seed Sans TH" panose="020B0303020203020204" pitchFamily="34" charset="-34"/>
                <a:ea typeface="LINE Seed Sans TH" panose="020B0303020203020204" pitchFamily="34" charset="-34"/>
                <a:cs typeface="LINE Seed Sans TH" panose="020B0303020203020204" pitchFamily="34" charset="-34"/>
              </a:rPr>
              <a:t>ขอสงวนสิทธิ์</a:t>
            </a:r>
          </a:p>
        </p:txBody>
      </p:sp>
      <p:sp>
        <p:nvSpPr>
          <p:cNvPr id="11" name="TextBox 10">
            <a:extLst>
              <a:ext uri="{FF2B5EF4-FFF2-40B4-BE49-F238E27FC236}">
                <a16:creationId xmlns:a16="http://schemas.microsoft.com/office/drawing/2014/main" id="{0F39AA87-F723-128D-9C57-9C53031A9AC9}"/>
              </a:ext>
            </a:extLst>
          </p:cNvPr>
          <p:cNvSpPr txBox="1"/>
          <p:nvPr/>
        </p:nvSpPr>
        <p:spPr>
          <a:xfrm>
            <a:off x="1144684" y="4179024"/>
            <a:ext cx="9902632" cy="830997"/>
          </a:xfrm>
          <a:prstGeom prst="rect">
            <a:avLst/>
          </a:prstGeom>
          <a:noFill/>
        </p:spPr>
        <p:txBody>
          <a:bodyPr wrap="square" rtlCol="0">
            <a:spAutoFit/>
          </a:bodyPr>
          <a:lstStyle/>
          <a:p>
            <a:pPr algn="ctr"/>
            <a:r>
              <a:rPr lang="th-TH" sz="4800" dirty="0">
                <a:solidFill>
                  <a:schemeClr val="tx1"/>
                </a:solidFill>
                <a:latin typeface="+mj-lt"/>
              </a:rPr>
              <a:t>การบันทึกวิดีโอระหว่างการอบรม</a:t>
            </a:r>
          </a:p>
        </p:txBody>
      </p:sp>
      <p:pic>
        <p:nvPicPr>
          <p:cNvPr id="12" name="Graphic 11" descr="Video camera with solid fill">
            <a:extLst>
              <a:ext uri="{FF2B5EF4-FFF2-40B4-BE49-F238E27FC236}">
                <a16:creationId xmlns:a16="http://schemas.microsoft.com/office/drawing/2014/main" id="{C12680F7-3D5E-5C9C-739A-8FDF370361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black">
          <a:xfrm rot="20547981">
            <a:off x="5638800" y="1790006"/>
            <a:ext cx="914400" cy="914400"/>
          </a:xfrm>
          <a:prstGeom prst="rect">
            <a:avLst/>
          </a:prstGeom>
        </p:spPr>
      </p:pic>
      <p:sp>
        <p:nvSpPr>
          <p:cNvPr id="13" name="&quot;Not Allowed&quot; Symbol 12">
            <a:extLst>
              <a:ext uri="{FF2B5EF4-FFF2-40B4-BE49-F238E27FC236}">
                <a16:creationId xmlns:a16="http://schemas.microsoft.com/office/drawing/2014/main" id="{BB395CF3-D3BD-BB4F-117D-3BCCA005639D}"/>
              </a:ext>
            </a:extLst>
          </p:cNvPr>
          <p:cNvSpPr/>
          <p:nvPr/>
        </p:nvSpPr>
        <p:spPr bwMode="black">
          <a:xfrm>
            <a:off x="5376978" y="1528184"/>
            <a:ext cx="1438046" cy="1438046"/>
          </a:xfrm>
          <a:prstGeom prst="noSmoking">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sz="1800">
              <a:solidFill>
                <a:schemeClr val="tx1"/>
              </a:solidFill>
            </a:endParaRPr>
          </a:p>
        </p:txBody>
      </p:sp>
      <p:sp>
        <p:nvSpPr>
          <p:cNvPr id="20" name="Footer Placeholder 4">
            <a:extLst>
              <a:ext uri="{FF2B5EF4-FFF2-40B4-BE49-F238E27FC236}">
                <a16:creationId xmlns:a16="http://schemas.microsoft.com/office/drawing/2014/main" id="{F275AAD3-EA0D-F6F3-B95F-4CD3AC082570}"/>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Tree>
    <p:extLst>
      <p:ext uri="{BB962C8B-B14F-4D97-AF65-F5344CB8AC3E}">
        <p14:creationId xmlns:p14="http://schemas.microsoft.com/office/powerpoint/2010/main" val="11833584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Note_Layout">
    <p:bg>
      <p:bgPr>
        <a:solidFill>
          <a:srgbClr val="FFFFFF"/>
        </a:solidFill>
        <a:effectLst/>
      </p:bgPr>
    </p:bg>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E2F3E4AA-452C-A230-9E82-3FD2D9186D4F}"/>
              </a:ext>
            </a:extLst>
          </p:cNvPr>
          <p:cNvGrpSpPr/>
          <p:nvPr/>
        </p:nvGrpSpPr>
        <p:grpSpPr>
          <a:xfrm>
            <a:off x="872490" y="1638302"/>
            <a:ext cx="10515600" cy="4130550"/>
            <a:chOff x="4610100" y="1470660"/>
            <a:chExt cx="6278880" cy="4396740"/>
          </a:xfrm>
        </p:grpSpPr>
        <p:cxnSp>
          <p:nvCxnSpPr>
            <p:cNvPr id="14" name="Straight Connector 13">
              <a:extLst>
                <a:ext uri="{FF2B5EF4-FFF2-40B4-BE49-F238E27FC236}">
                  <a16:creationId xmlns:a16="http://schemas.microsoft.com/office/drawing/2014/main" id="{C4A56AFB-7DE9-7885-A83C-7DFB84895007}"/>
                </a:ext>
              </a:extLst>
            </p:cNvPr>
            <p:cNvCxnSpPr>
              <a:cxnSpLocks/>
            </p:cNvCxnSpPr>
            <p:nvPr/>
          </p:nvCxnSpPr>
          <p:spPr>
            <a:xfrm>
              <a:off x="4610100" y="147066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3138189-C74B-FB9A-846D-10903FA5F570}"/>
                </a:ext>
              </a:extLst>
            </p:cNvPr>
            <p:cNvCxnSpPr>
              <a:cxnSpLocks/>
            </p:cNvCxnSpPr>
            <p:nvPr/>
          </p:nvCxnSpPr>
          <p:spPr>
            <a:xfrm>
              <a:off x="4610100" y="188214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08B517E-CBC1-8FD3-7E4D-999CD1DA4C3E}"/>
                </a:ext>
              </a:extLst>
            </p:cNvPr>
            <p:cNvCxnSpPr>
              <a:cxnSpLocks/>
            </p:cNvCxnSpPr>
            <p:nvPr/>
          </p:nvCxnSpPr>
          <p:spPr>
            <a:xfrm>
              <a:off x="4610100" y="227076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C895DB1-AD35-7C68-7DC0-8F856B1CF59D}"/>
                </a:ext>
              </a:extLst>
            </p:cNvPr>
            <p:cNvCxnSpPr>
              <a:cxnSpLocks/>
            </p:cNvCxnSpPr>
            <p:nvPr/>
          </p:nvCxnSpPr>
          <p:spPr>
            <a:xfrm>
              <a:off x="4610100" y="268224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14A075D-6B43-7587-D3F2-0767704CB559}"/>
                </a:ext>
              </a:extLst>
            </p:cNvPr>
            <p:cNvCxnSpPr>
              <a:cxnSpLocks/>
            </p:cNvCxnSpPr>
            <p:nvPr/>
          </p:nvCxnSpPr>
          <p:spPr>
            <a:xfrm>
              <a:off x="4610100" y="307848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EBC6B298-CD6B-EDD4-9BBC-50A2858BAEB8}"/>
                </a:ext>
              </a:extLst>
            </p:cNvPr>
            <p:cNvCxnSpPr>
              <a:cxnSpLocks/>
            </p:cNvCxnSpPr>
            <p:nvPr/>
          </p:nvCxnSpPr>
          <p:spPr>
            <a:xfrm>
              <a:off x="4610100" y="348996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81D1CE6-224B-8C10-A289-FB1BCAC69933}"/>
                </a:ext>
              </a:extLst>
            </p:cNvPr>
            <p:cNvCxnSpPr>
              <a:cxnSpLocks/>
            </p:cNvCxnSpPr>
            <p:nvPr/>
          </p:nvCxnSpPr>
          <p:spPr>
            <a:xfrm>
              <a:off x="4610100" y="387858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3F569AE-547C-EB51-9375-8A82AA65C224}"/>
                </a:ext>
              </a:extLst>
            </p:cNvPr>
            <p:cNvCxnSpPr>
              <a:cxnSpLocks/>
            </p:cNvCxnSpPr>
            <p:nvPr/>
          </p:nvCxnSpPr>
          <p:spPr>
            <a:xfrm>
              <a:off x="4610100" y="4290060"/>
              <a:ext cx="627888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845AC13-B28F-4874-60D6-4CCB81AF1EE1}"/>
                </a:ext>
              </a:extLst>
            </p:cNvPr>
            <p:cNvCxnSpPr>
              <a:cxnSpLocks/>
            </p:cNvCxnSpPr>
            <p:nvPr/>
          </p:nvCxnSpPr>
          <p:spPr>
            <a:xfrm>
              <a:off x="4610100" y="4655820"/>
              <a:ext cx="5396197"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B16BD57-606D-3376-D671-B891E9FD8BDE}"/>
                </a:ext>
              </a:extLst>
            </p:cNvPr>
            <p:cNvCxnSpPr>
              <a:cxnSpLocks/>
            </p:cNvCxnSpPr>
            <p:nvPr/>
          </p:nvCxnSpPr>
          <p:spPr>
            <a:xfrm>
              <a:off x="4610100" y="5067300"/>
              <a:ext cx="5296099"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EE5C311-2DA2-F396-C0D3-8EDAFFBBD470}"/>
                </a:ext>
              </a:extLst>
            </p:cNvPr>
            <p:cNvCxnSpPr>
              <a:cxnSpLocks/>
            </p:cNvCxnSpPr>
            <p:nvPr/>
          </p:nvCxnSpPr>
          <p:spPr>
            <a:xfrm>
              <a:off x="4610100" y="5455920"/>
              <a:ext cx="5214200"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5C83250-1A78-7A76-A31E-F16A6519F590}"/>
                </a:ext>
              </a:extLst>
            </p:cNvPr>
            <p:cNvCxnSpPr>
              <a:cxnSpLocks/>
            </p:cNvCxnSpPr>
            <p:nvPr/>
          </p:nvCxnSpPr>
          <p:spPr>
            <a:xfrm>
              <a:off x="4610100" y="5867400"/>
              <a:ext cx="5105002" cy="0"/>
            </a:xfrm>
            <a:prstGeom prst="line">
              <a:avLst/>
            </a:prstGeom>
            <a:ln w="19050" cap="rnd">
              <a:solidFill>
                <a:srgbClr val="B7C3D4"/>
              </a:solidFill>
              <a:prstDash val="sysDot"/>
            </a:ln>
          </p:spPr>
          <p:style>
            <a:lnRef idx="2">
              <a:schemeClr val="accent1"/>
            </a:lnRef>
            <a:fillRef idx="0">
              <a:schemeClr val="accent1"/>
            </a:fillRef>
            <a:effectRef idx="1">
              <a:schemeClr val="accent1"/>
            </a:effectRef>
            <a:fontRef idx="minor">
              <a:schemeClr val="tx1"/>
            </a:fontRef>
          </p:style>
        </p:cxnSp>
      </p:grpSp>
      <p:sp>
        <p:nvSpPr>
          <p:cNvPr id="2" name="Rectangle: Rounded Corners 1">
            <a:extLst>
              <a:ext uri="{FF2B5EF4-FFF2-40B4-BE49-F238E27FC236}">
                <a16:creationId xmlns:a16="http://schemas.microsoft.com/office/drawing/2014/main" id="{32C59737-0C86-DF99-C138-1DA1CB4E52DA}"/>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TextBox 6">
            <a:extLst>
              <a:ext uri="{FF2B5EF4-FFF2-40B4-BE49-F238E27FC236}">
                <a16:creationId xmlns:a16="http://schemas.microsoft.com/office/drawing/2014/main" id="{1F18F855-E18C-DA6D-99B9-C1DA54A53162}"/>
              </a:ext>
            </a:extLst>
          </p:cNvPr>
          <p:cNvSpPr txBox="1"/>
          <p:nvPr/>
        </p:nvSpPr>
        <p:spPr>
          <a:xfrm>
            <a:off x="1017038" y="753278"/>
            <a:ext cx="9293290" cy="584775"/>
          </a:xfrm>
          <a:prstGeom prst="rect">
            <a:avLst/>
          </a:prstGeom>
          <a:noFill/>
        </p:spPr>
        <p:txBody>
          <a:bodyPr wrap="square" rtlCol="0" anchor="ctr">
            <a:spAutoFit/>
          </a:bodyPr>
          <a:lstStyle/>
          <a:p>
            <a:r>
              <a:rPr lang="en-US" sz="3200" b="1" dirty="0">
                <a:solidFill>
                  <a:schemeClr val="tx2"/>
                </a:solidFill>
                <a:cs typeface="LINE Seed Sans TH" panose="020B0303020203020204" pitchFamily="34" charset="-34"/>
              </a:rPr>
              <a:t>Note</a:t>
            </a:r>
            <a:endParaRPr lang="th-TH" sz="3200" b="1" dirty="0">
              <a:solidFill>
                <a:schemeClr val="tx2"/>
              </a:solidFill>
              <a:cs typeface="LINE Seed Sans TH" panose="020B0303020203020204" pitchFamily="34" charset="-34"/>
            </a:endParaRPr>
          </a:p>
        </p:txBody>
      </p:sp>
      <p:pic>
        <p:nvPicPr>
          <p:cNvPr id="11" name="Picture 10">
            <a:extLst>
              <a:ext uri="{FF2B5EF4-FFF2-40B4-BE49-F238E27FC236}">
                <a16:creationId xmlns:a16="http://schemas.microsoft.com/office/drawing/2014/main" id="{D564E7AF-1711-EACE-878F-48B79B3923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2500" y="4397901"/>
            <a:ext cx="1545591" cy="1643596"/>
          </a:xfrm>
          <a:prstGeom prst="rect">
            <a:avLst/>
          </a:prstGeom>
        </p:spPr>
      </p:pic>
      <p:sp>
        <p:nvSpPr>
          <p:cNvPr id="26" name="Footer Placeholder 4">
            <a:extLst>
              <a:ext uri="{FF2B5EF4-FFF2-40B4-BE49-F238E27FC236}">
                <a16:creationId xmlns:a16="http://schemas.microsoft.com/office/drawing/2014/main" id="{F2FFA1AF-DAD9-6CD2-0B55-A30CBCAEF410}"/>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27" name="Slide Number Placeholder 5">
            <a:extLst>
              <a:ext uri="{FF2B5EF4-FFF2-40B4-BE49-F238E27FC236}">
                <a16:creationId xmlns:a16="http://schemas.microsoft.com/office/drawing/2014/main" id="{37E0C144-282D-7377-226C-BCC36EE497AE}"/>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0573702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Break_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2840C95-8ED2-3C21-75B0-718D97146DAA}"/>
              </a:ext>
            </a:extLst>
          </p:cNvPr>
          <p:cNvSpPr txBox="1"/>
          <p:nvPr/>
        </p:nvSpPr>
        <p:spPr>
          <a:xfrm>
            <a:off x="3596100" y="4002966"/>
            <a:ext cx="5111336" cy="523220"/>
          </a:xfrm>
          <a:prstGeom prst="rect">
            <a:avLst/>
          </a:prstGeom>
          <a:noFill/>
        </p:spPr>
        <p:txBody>
          <a:bodyPr wrap="square" rtlCol="0">
            <a:spAutoFit/>
          </a:bodyPr>
          <a:lstStyle/>
          <a:p>
            <a:pPr algn="ctr"/>
            <a:r>
              <a:rPr lang="en-US" sz="2800" dirty="0">
                <a:solidFill>
                  <a:schemeClr val="tx1"/>
                </a:solidFill>
              </a:rPr>
              <a:t>Never Stop Learning</a:t>
            </a:r>
            <a:endParaRPr lang="th-TH" sz="2800" dirty="0">
              <a:solidFill>
                <a:schemeClr val="tx1"/>
              </a:solidFill>
            </a:endParaRPr>
          </a:p>
        </p:txBody>
      </p:sp>
      <p:pic>
        <p:nvPicPr>
          <p:cNvPr id="8" name="Picture 7">
            <a:extLst>
              <a:ext uri="{FF2B5EF4-FFF2-40B4-BE49-F238E27FC236}">
                <a16:creationId xmlns:a16="http://schemas.microsoft.com/office/drawing/2014/main" id="{A85D8415-F496-86DE-653C-037D8CD1839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black">
          <a:xfrm>
            <a:off x="2802894" y="2168442"/>
            <a:ext cx="6586211" cy="2160277"/>
          </a:xfrm>
          <a:prstGeom prst="rect">
            <a:avLst/>
          </a:prstGeom>
        </p:spPr>
      </p:pic>
      <p:sp>
        <p:nvSpPr>
          <p:cNvPr id="11" name="Footer Placeholder 4">
            <a:extLst>
              <a:ext uri="{FF2B5EF4-FFF2-40B4-BE49-F238E27FC236}">
                <a16:creationId xmlns:a16="http://schemas.microsoft.com/office/drawing/2014/main" id="{35AB6B49-CAC7-BE8E-B6F7-AC6B781C82D7}"/>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Tree>
    <p:extLst>
      <p:ext uri="{BB962C8B-B14F-4D97-AF65-F5344CB8AC3E}">
        <p14:creationId xmlns:p14="http://schemas.microsoft.com/office/powerpoint/2010/main" val="392111858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tact U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A17D83EF-9114-A0B9-F490-2B5ED6FBA66D}"/>
              </a:ext>
            </a:extLst>
          </p:cNvPr>
          <p:cNvSpPr txBox="1"/>
          <p:nvPr/>
        </p:nvSpPr>
        <p:spPr>
          <a:xfrm>
            <a:off x="4458746" y="4934263"/>
            <a:ext cx="3361742" cy="338554"/>
          </a:xfrm>
          <a:prstGeom prst="rect">
            <a:avLst/>
          </a:prstGeom>
          <a:noFill/>
        </p:spPr>
        <p:txBody>
          <a:bodyPr wrap="square" rtlCol="0">
            <a:spAutoFit/>
          </a:bodyPr>
          <a:lstStyle/>
          <a:p>
            <a:pPr algn="ctr"/>
            <a:r>
              <a:rPr lang="en-US" sz="1600" dirty="0"/>
              <a:t>instructor@9expert.co.th</a:t>
            </a:r>
          </a:p>
        </p:txBody>
      </p:sp>
      <p:sp>
        <p:nvSpPr>
          <p:cNvPr id="7" name="TextBox 6">
            <a:extLst>
              <a:ext uri="{FF2B5EF4-FFF2-40B4-BE49-F238E27FC236}">
                <a16:creationId xmlns:a16="http://schemas.microsoft.com/office/drawing/2014/main" id="{54B03804-3652-873C-7418-8A3D590DD663}"/>
              </a:ext>
            </a:extLst>
          </p:cNvPr>
          <p:cNvSpPr txBox="1"/>
          <p:nvPr/>
        </p:nvSpPr>
        <p:spPr>
          <a:xfrm>
            <a:off x="2388951" y="1538954"/>
            <a:ext cx="7414099" cy="492443"/>
          </a:xfrm>
          <a:prstGeom prst="rect">
            <a:avLst/>
          </a:prstGeom>
          <a:noFill/>
        </p:spPr>
        <p:txBody>
          <a:bodyPr wrap="square" rtlCol="0" anchor="ctr">
            <a:spAutoFit/>
          </a:bodyPr>
          <a:lstStyle/>
          <a:p>
            <a:pPr algn="ctr"/>
            <a:r>
              <a:rPr lang="th-TH" sz="2600" b="1" dirty="0">
                <a:solidFill>
                  <a:schemeClr val="tx1"/>
                </a:solidFill>
                <a:cs typeface="LINE Seed Sans TH" panose="020B0303020203020204" pitchFamily="34" charset="-34"/>
              </a:rPr>
              <a:t>สอบถามหลังเรียนจบ ได้ที่ช่องทางข้างล่างนี้ครับ</a:t>
            </a:r>
          </a:p>
        </p:txBody>
      </p:sp>
      <p:sp>
        <p:nvSpPr>
          <p:cNvPr id="8" name="TextBox 7">
            <a:extLst>
              <a:ext uri="{FF2B5EF4-FFF2-40B4-BE49-F238E27FC236}">
                <a16:creationId xmlns:a16="http://schemas.microsoft.com/office/drawing/2014/main" id="{A8F2F560-C1F4-839C-6DB6-B2BF4F8236E2}"/>
              </a:ext>
            </a:extLst>
          </p:cNvPr>
          <p:cNvSpPr txBox="1"/>
          <p:nvPr/>
        </p:nvSpPr>
        <p:spPr bwMode="hidden">
          <a:xfrm>
            <a:off x="2257936" y="675420"/>
            <a:ext cx="7676128" cy="892552"/>
          </a:xfrm>
          <a:prstGeom prst="rect">
            <a:avLst/>
          </a:prstGeom>
          <a:noFill/>
        </p:spPr>
        <p:txBody>
          <a:bodyPr wrap="square">
            <a:spAutoFit/>
          </a:bodyPr>
          <a:lstStyle/>
          <a:p>
            <a:pPr algn="ctr"/>
            <a:r>
              <a:rPr lang="th-TH"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สอบถามหลังเรียนจบ</a:t>
            </a:r>
            <a:endPar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endParaRPr>
          </a:p>
        </p:txBody>
      </p:sp>
      <p:sp>
        <p:nvSpPr>
          <p:cNvPr id="9" name="TextBox 8">
            <a:extLst>
              <a:ext uri="{FF2B5EF4-FFF2-40B4-BE49-F238E27FC236}">
                <a16:creationId xmlns:a16="http://schemas.microsoft.com/office/drawing/2014/main" id="{169CB072-3DB3-37A7-1FED-1CF95E9DBDAF}"/>
              </a:ext>
            </a:extLst>
          </p:cNvPr>
          <p:cNvSpPr txBox="1"/>
          <p:nvPr/>
        </p:nvSpPr>
        <p:spPr>
          <a:xfrm>
            <a:off x="2257936" y="690333"/>
            <a:ext cx="7676130" cy="892552"/>
          </a:xfrm>
          <a:prstGeom prst="rect">
            <a:avLst/>
          </a:prstGeom>
          <a:noFill/>
        </p:spPr>
        <p:txBody>
          <a:bodyPr wrap="square">
            <a:spAutoFit/>
          </a:bodyPr>
          <a:lstStyle/>
          <a:p>
            <a:pPr algn="ctr"/>
            <a:r>
              <a:rPr lang="th-TH" sz="5200" b="1" kern="1200" dirty="0">
                <a:solidFill>
                  <a:schemeClr val="accent2"/>
                </a:solidFill>
                <a:effectLst/>
                <a:latin typeface="+mn-lt"/>
                <a:ea typeface="+mj-ea"/>
                <a:cs typeface="LINE Seed Sans TH" panose="020B0303020203020204" pitchFamily="34" charset="-34"/>
              </a:rPr>
              <a:t>สอบถามหลังเรียนจบ</a:t>
            </a:r>
            <a:endParaRPr lang="en-US" sz="5200" b="1" kern="1200" dirty="0">
              <a:solidFill>
                <a:schemeClr val="accent2"/>
              </a:solidFill>
              <a:effectLst/>
              <a:latin typeface="+mn-lt"/>
              <a:ea typeface="+mj-ea"/>
              <a:cs typeface="LINE Seed Sans TH" panose="020B0303020203020204" pitchFamily="34" charset="-34"/>
            </a:endParaRPr>
          </a:p>
        </p:txBody>
      </p:sp>
      <p:pic>
        <p:nvPicPr>
          <p:cNvPr id="11" name="Graphic 10" descr="Open envelope with solid fill">
            <a:extLst>
              <a:ext uri="{FF2B5EF4-FFF2-40B4-BE49-F238E27FC236}">
                <a16:creationId xmlns:a16="http://schemas.microsoft.com/office/drawing/2014/main" id="{64127999-D56A-FC33-7EA0-812E732D6D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21550" y="3268844"/>
            <a:ext cx="1331635" cy="1331635"/>
          </a:xfrm>
          <a:prstGeom prst="rect">
            <a:avLst/>
          </a:prstGeom>
        </p:spPr>
      </p:pic>
      <p:sp>
        <p:nvSpPr>
          <p:cNvPr id="12" name="TextBox 11">
            <a:extLst>
              <a:ext uri="{FF2B5EF4-FFF2-40B4-BE49-F238E27FC236}">
                <a16:creationId xmlns:a16="http://schemas.microsoft.com/office/drawing/2014/main" id="{77959165-3C45-975B-BB72-221424A6EB0B}"/>
              </a:ext>
            </a:extLst>
          </p:cNvPr>
          <p:cNvSpPr txBox="1"/>
          <p:nvPr/>
        </p:nvSpPr>
        <p:spPr>
          <a:xfrm>
            <a:off x="5320952" y="2647460"/>
            <a:ext cx="1637330" cy="461665"/>
          </a:xfrm>
          <a:prstGeom prst="rect">
            <a:avLst/>
          </a:prstGeom>
          <a:noFill/>
        </p:spPr>
        <p:txBody>
          <a:bodyPr wrap="square" rtlCol="0">
            <a:spAutoFit/>
          </a:bodyPr>
          <a:lstStyle/>
          <a:p>
            <a:pPr algn="ctr"/>
            <a:r>
              <a:rPr lang="en-US" sz="2400" b="1" dirty="0"/>
              <a:t>Email</a:t>
            </a:r>
          </a:p>
        </p:txBody>
      </p:sp>
      <p:cxnSp>
        <p:nvCxnSpPr>
          <p:cNvPr id="13" name="Straight Connector 12">
            <a:extLst>
              <a:ext uri="{FF2B5EF4-FFF2-40B4-BE49-F238E27FC236}">
                <a16:creationId xmlns:a16="http://schemas.microsoft.com/office/drawing/2014/main" id="{9BC8C07C-3E85-437B-9328-C141DF569177}"/>
              </a:ext>
            </a:extLst>
          </p:cNvPr>
          <p:cNvCxnSpPr>
            <a:cxnSpLocks/>
          </p:cNvCxnSpPr>
          <p:nvPr/>
        </p:nvCxnSpPr>
        <p:spPr>
          <a:xfrm>
            <a:off x="4008727" y="2769755"/>
            <a:ext cx="0" cy="2238375"/>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D6C9ECA1-2E8B-4A5C-577E-45B043CC27A0}"/>
              </a:ext>
            </a:extLst>
          </p:cNvPr>
          <p:cNvSpPr txBox="1"/>
          <p:nvPr/>
        </p:nvSpPr>
        <p:spPr>
          <a:xfrm>
            <a:off x="1498162" y="2647460"/>
            <a:ext cx="2060548" cy="461665"/>
          </a:xfrm>
          <a:prstGeom prst="rect">
            <a:avLst/>
          </a:prstGeom>
          <a:noFill/>
        </p:spPr>
        <p:txBody>
          <a:bodyPr wrap="square" rtlCol="0">
            <a:spAutoFit/>
          </a:bodyPr>
          <a:lstStyle/>
          <a:p>
            <a:pPr algn="ctr"/>
            <a:r>
              <a:rPr lang="en-US" sz="2400" b="1" dirty="0"/>
              <a:t>LINE OA</a:t>
            </a:r>
          </a:p>
        </p:txBody>
      </p:sp>
      <p:sp>
        <p:nvSpPr>
          <p:cNvPr id="20" name="TextBox 19">
            <a:extLst>
              <a:ext uri="{FF2B5EF4-FFF2-40B4-BE49-F238E27FC236}">
                <a16:creationId xmlns:a16="http://schemas.microsoft.com/office/drawing/2014/main" id="{5CF38613-C028-D925-3F8F-C4F414598458}"/>
              </a:ext>
            </a:extLst>
          </p:cNvPr>
          <p:cNvSpPr txBox="1"/>
          <p:nvPr/>
        </p:nvSpPr>
        <p:spPr>
          <a:xfrm>
            <a:off x="1753754" y="4934263"/>
            <a:ext cx="1549367" cy="338554"/>
          </a:xfrm>
          <a:prstGeom prst="rect">
            <a:avLst/>
          </a:prstGeom>
          <a:noFill/>
        </p:spPr>
        <p:txBody>
          <a:bodyPr wrap="square" rtlCol="0">
            <a:spAutoFit/>
          </a:bodyPr>
          <a:lstStyle/>
          <a:p>
            <a:pPr algn="ctr"/>
            <a:r>
              <a:rPr lang="en-US" sz="1600" dirty="0"/>
              <a:t>@9Expert</a:t>
            </a:r>
          </a:p>
        </p:txBody>
      </p:sp>
      <p:pic>
        <p:nvPicPr>
          <p:cNvPr id="22" name="Picture 21">
            <a:extLst>
              <a:ext uri="{FF2B5EF4-FFF2-40B4-BE49-F238E27FC236}">
                <a16:creationId xmlns:a16="http://schemas.microsoft.com/office/drawing/2014/main" id="{48AE6CAC-A136-483A-27CB-4FA547FAFDF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54548" y="3361346"/>
            <a:ext cx="1147776" cy="1146629"/>
          </a:xfrm>
          <a:prstGeom prst="rect">
            <a:avLst/>
          </a:prstGeom>
        </p:spPr>
      </p:pic>
      <p:cxnSp>
        <p:nvCxnSpPr>
          <p:cNvPr id="23" name="Straight Connector 22">
            <a:extLst>
              <a:ext uri="{FF2B5EF4-FFF2-40B4-BE49-F238E27FC236}">
                <a16:creationId xmlns:a16="http://schemas.microsoft.com/office/drawing/2014/main" id="{EABAC667-283E-2CAA-8BFB-F3368365F2B0}"/>
              </a:ext>
            </a:extLst>
          </p:cNvPr>
          <p:cNvCxnSpPr>
            <a:cxnSpLocks/>
          </p:cNvCxnSpPr>
          <p:nvPr/>
        </p:nvCxnSpPr>
        <p:spPr>
          <a:xfrm>
            <a:off x="8232055" y="2769755"/>
            <a:ext cx="0" cy="2238375"/>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7DDC2A0-EACA-D95B-D524-DBCA424BF35D}"/>
              </a:ext>
            </a:extLst>
          </p:cNvPr>
          <p:cNvSpPr txBox="1"/>
          <p:nvPr/>
        </p:nvSpPr>
        <p:spPr>
          <a:xfrm>
            <a:off x="8680653" y="2647460"/>
            <a:ext cx="2060548" cy="461665"/>
          </a:xfrm>
          <a:prstGeom prst="rect">
            <a:avLst/>
          </a:prstGeom>
          <a:noFill/>
        </p:spPr>
        <p:txBody>
          <a:bodyPr wrap="square" rtlCol="0">
            <a:spAutoFit/>
          </a:bodyPr>
          <a:lstStyle/>
          <a:p>
            <a:pPr algn="ctr"/>
            <a:r>
              <a:rPr lang="th-TH" sz="2400" b="1" dirty="0"/>
              <a:t>กลุ่มศิษย์เก่า</a:t>
            </a:r>
            <a:endParaRPr lang="en-US" sz="2400" b="1" dirty="0"/>
          </a:p>
        </p:txBody>
      </p:sp>
      <p:sp>
        <p:nvSpPr>
          <p:cNvPr id="29" name="TextBox 28">
            <a:extLst>
              <a:ext uri="{FF2B5EF4-FFF2-40B4-BE49-F238E27FC236}">
                <a16:creationId xmlns:a16="http://schemas.microsoft.com/office/drawing/2014/main" id="{F9F334A3-960E-AA39-BC53-CC42CB01EB44}"/>
              </a:ext>
            </a:extLst>
          </p:cNvPr>
          <p:cNvSpPr txBox="1"/>
          <p:nvPr/>
        </p:nvSpPr>
        <p:spPr>
          <a:xfrm>
            <a:off x="8692485" y="4934263"/>
            <a:ext cx="2060544" cy="338554"/>
          </a:xfrm>
          <a:prstGeom prst="rect">
            <a:avLst/>
          </a:prstGeom>
          <a:noFill/>
        </p:spPr>
        <p:txBody>
          <a:bodyPr wrap="square">
            <a:spAutoFit/>
          </a:bodyPr>
          <a:lstStyle/>
          <a:p>
            <a:pPr algn="ctr"/>
            <a:r>
              <a:rPr lang="en-US" sz="1600" dirty="0"/>
              <a:t>9Expert Alumni</a:t>
            </a:r>
            <a:endParaRPr lang="th-TH" sz="1600" dirty="0"/>
          </a:p>
        </p:txBody>
      </p:sp>
      <p:pic>
        <p:nvPicPr>
          <p:cNvPr id="30" name="Picture 29" descr="A blue circle with a white letter f in it&#10;&#10;Description automatically generated">
            <a:extLst>
              <a:ext uri="{FF2B5EF4-FFF2-40B4-BE49-F238E27FC236}">
                <a16:creationId xmlns:a16="http://schemas.microsoft.com/office/drawing/2014/main" id="{BD0FF841-5062-2EED-8932-C632C3596E3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55250" y="3357368"/>
            <a:ext cx="1135014" cy="1150607"/>
          </a:xfrm>
          <a:prstGeom prst="rect">
            <a:avLst/>
          </a:prstGeom>
        </p:spPr>
      </p:pic>
      <p:sp>
        <p:nvSpPr>
          <p:cNvPr id="37" name="Footer Placeholder 4">
            <a:extLst>
              <a:ext uri="{FF2B5EF4-FFF2-40B4-BE49-F238E27FC236}">
                <a16:creationId xmlns:a16="http://schemas.microsoft.com/office/drawing/2014/main" id="{698DB79D-D030-DB47-7343-8BBB7188C03C}"/>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Tree>
    <p:extLst>
      <p:ext uri="{BB962C8B-B14F-4D97-AF65-F5344CB8AC3E}">
        <p14:creationId xmlns:p14="http://schemas.microsoft.com/office/powerpoint/2010/main" val="74204742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tactUs_Emai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CC9FA60-BD73-1B76-1343-4AB3E1EE2DA9}"/>
              </a:ext>
            </a:extLst>
          </p:cNvPr>
          <p:cNvSpPr>
            <a:spLocks noGrp="1"/>
          </p:cNvSpPr>
          <p:nvPr>
            <p:ph type="ftr" sz="quarter" idx="10"/>
          </p:nvPr>
        </p:nvSpPr>
        <p:spPr/>
        <p:txBody>
          <a:bodyPr/>
          <a:lstStyle/>
          <a:p>
            <a:r>
              <a:rPr lang="en-US"/>
              <a:t>Copyright © 2026 9Expert Co., Ltd. All rights reserved.</a:t>
            </a:r>
            <a:endParaRPr lang="en-TH" dirty="0"/>
          </a:p>
        </p:txBody>
      </p:sp>
      <p:sp>
        <p:nvSpPr>
          <p:cNvPr id="4" name="Slide Number Placeholder 3">
            <a:extLst>
              <a:ext uri="{FF2B5EF4-FFF2-40B4-BE49-F238E27FC236}">
                <a16:creationId xmlns:a16="http://schemas.microsoft.com/office/drawing/2014/main" id="{2F456809-7521-1A7B-DD5F-54858CD8A225}"/>
              </a:ext>
            </a:extLst>
          </p:cNvPr>
          <p:cNvSpPr>
            <a:spLocks noGrp="1"/>
          </p:cNvSpPr>
          <p:nvPr>
            <p:ph type="sldNum" sz="quarter" idx="11"/>
          </p:nvPr>
        </p:nvSpPr>
        <p:spPr/>
        <p:txBody>
          <a:bodyPr/>
          <a:lstStyle/>
          <a:p>
            <a:fld id="{7B973119-0BF9-7444-941C-BCE2AFE6BE2E}" type="slidenum">
              <a:rPr lang="en-TH" smtClean="0"/>
              <a:pPr/>
              <a:t>‹#›</a:t>
            </a:fld>
            <a:endParaRPr lang="en-TH"/>
          </a:p>
        </p:txBody>
      </p:sp>
      <p:sp>
        <p:nvSpPr>
          <p:cNvPr id="5" name="TextBox 4">
            <a:extLst>
              <a:ext uri="{FF2B5EF4-FFF2-40B4-BE49-F238E27FC236}">
                <a16:creationId xmlns:a16="http://schemas.microsoft.com/office/drawing/2014/main" id="{AF6F200E-4863-A7E2-1B98-2CB35B9A5E16}"/>
              </a:ext>
            </a:extLst>
          </p:cNvPr>
          <p:cNvSpPr txBox="1"/>
          <p:nvPr/>
        </p:nvSpPr>
        <p:spPr>
          <a:xfrm>
            <a:off x="1662367" y="673333"/>
            <a:ext cx="8867264" cy="892552"/>
          </a:xfrm>
          <a:prstGeom prst="rect">
            <a:avLst/>
          </a:prstGeom>
          <a:noFill/>
        </p:spPr>
        <p:txBody>
          <a:bodyPr wrap="square">
            <a:spAutoFit/>
          </a:bodyPr>
          <a:lstStyle/>
          <a:p>
            <a:pPr algn="ctr"/>
            <a:r>
              <a:rPr lang="th-TH" sz="5200" b="1" kern="1200" dirty="0">
                <a:solidFill>
                  <a:schemeClr val="accent2"/>
                </a:solidFill>
                <a:effectLst/>
                <a:latin typeface="+mn-lt"/>
                <a:ea typeface="+mj-ea"/>
                <a:cs typeface="LINE Seed Sans TH" panose="020B0303020203020204" pitchFamily="34" charset="-34"/>
              </a:rPr>
              <a:t>สอบถามข้อมูลเนื้อหาผ่านอีเมล</a:t>
            </a:r>
            <a:endParaRPr lang="en-US" sz="5200" b="1" kern="1200" dirty="0">
              <a:solidFill>
                <a:schemeClr val="accent2"/>
              </a:solidFill>
              <a:effectLst/>
              <a:latin typeface="+mn-lt"/>
              <a:ea typeface="+mj-ea"/>
              <a:cs typeface="LINE Seed Sans TH" panose="020B0303020203020204" pitchFamily="34" charset="-34"/>
            </a:endParaRPr>
          </a:p>
        </p:txBody>
      </p:sp>
      <p:sp>
        <p:nvSpPr>
          <p:cNvPr id="7" name="TextBox 6">
            <a:extLst>
              <a:ext uri="{FF2B5EF4-FFF2-40B4-BE49-F238E27FC236}">
                <a16:creationId xmlns:a16="http://schemas.microsoft.com/office/drawing/2014/main" id="{CEFE50A0-A6D6-937B-B9A4-205FA81C662A}"/>
              </a:ext>
            </a:extLst>
          </p:cNvPr>
          <p:cNvSpPr txBox="1"/>
          <p:nvPr/>
        </p:nvSpPr>
        <p:spPr bwMode="hidden">
          <a:xfrm>
            <a:off x="1738567" y="685800"/>
            <a:ext cx="8714864" cy="892552"/>
          </a:xfrm>
          <a:prstGeom prst="rect">
            <a:avLst/>
          </a:prstGeom>
          <a:noFill/>
        </p:spPr>
        <p:txBody>
          <a:bodyPr wrap="square">
            <a:spAutoFit/>
          </a:bodyPr>
          <a:lstStyle/>
          <a:p>
            <a:pPr algn="ctr"/>
            <a:r>
              <a:rPr lang="th-TH" sz="5200" b="1" kern="1200" dirty="0">
                <a:solidFill>
                  <a:schemeClr val="accent2"/>
                </a:solidFill>
                <a:effectLst>
                  <a:reflection blurRad="76200" stA="28000" endPos="20000" dir="5400000" sy="-100000" algn="bl" rotWithShape="0"/>
                </a:effectLst>
                <a:latin typeface="+mn-lt"/>
                <a:ea typeface="+mj-ea"/>
                <a:cs typeface="LINE Seed Sans TH" panose="020B0303020203020204" pitchFamily="34" charset="-34"/>
              </a:rPr>
              <a:t>สอบถามข้อมูลเนื้อหาผ่านอีเมล</a:t>
            </a:r>
            <a:endParaRPr lang="en-US" sz="5200" b="1" kern="1200" dirty="0">
              <a:solidFill>
                <a:schemeClr val="accent2"/>
              </a:solidFill>
              <a:effectLst>
                <a:reflection blurRad="76200" stA="28000" endPos="20000" dir="5400000" sy="-100000" algn="bl" rotWithShape="0"/>
              </a:effectLst>
              <a:latin typeface="+mn-lt"/>
              <a:ea typeface="+mj-ea"/>
              <a:cs typeface="LINE Seed Sans TH" panose="020B0303020203020204" pitchFamily="34" charset="-34"/>
            </a:endParaRPr>
          </a:p>
        </p:txBody>
      </p:sp>
      <p:sp>
        <p:nvSpPr>
          <p:cNvPr id="8" name="TextBox 7">
            <a:extLst>
              <a:ext uri="{FF2B5EF4-FFF2-40B4-BE49-F238E27FC236}">
                <a16:creationId xmlns:a16="http://schemas.microsoft.com/office/drawing/2014/main" id="{2279BFD7-9646-E101-7DDB-FFFFA023062D}"/>
              </a:ext>
            </a:extLst>
          </p:cNvPr>
          <p:cNvSpPr txBox="1"/>
          <p:nvPr/>
        </p:nvSpPr>
        <p:spPr>
          <a:xfrm>
            <a:off x="1289089" y="1547998"/>
            <a:ext cx="9613819" cy="830997"/>
          </a:xfrm>
          <a:prstGeom prst="rect">
            <a:avLst/>
          </a:prstGeom>
          <a:noFill/>
        </p:spPr>
        <p:txBody>
          <a:bodyPr wrap="square" rtlCol="0" anchor="ctr">
            <a:spAutoFit/>
          </a:bodyPr>
          <a:lstStyle/>
          <a:p>
            <a:pPr algn="ctr"/>
            <a:r>
              <a:rPr lang="th-TH" sz="2400" b="1" dirty="0">
                <a:solidFill>
                  <a:schemeClr val="tx1"/>
                </a:solidFill>
                <a:cs typeface="LINE Seed Sans TH" panose="020B0303020203020204" pitchFamily="34" charset="-34"/>
              </a:rPr>
              <a:t>ผู้เข้าอบรมสามารถส่งคำถามหลังจาการอบรมหรือขอคำแนะนำเพิ่มเติมได้ที่อีเมลทีมวิทยากร: </a:t>
            </a:r>
            <a:r>
              <a:rPr lang="en-US" sz="2400" b="1" dirty="0">
                <a:solidFill>
                  <a:schemeClr val="tx1"/>
                </a:solidFill>
                <a:cs typeface="LINE Seed Sans TH" panose="020B0303020203020204" pitchFamily="34" charset="-34"/>
              </a:rPr>
              <a:t>instructor@9expert.co.th</a:t>
            </a:r>
            <a:endParaRPr lang="th-TH" sz="2400" b="1" dirty="0">
              <a:solidFill>
                <a:schemeClr val="tx1"/>
              </a:solidFill>
              <a:cs typeface="LINE Seed Sans TH" panose="020B0303020203020204" pitchFamily="34" charset="-34"/>
            </a:endParaRPr>
          </a:p>
        </p:txBody>
      </p:sp>
      <p:pic>
        <p:nvPicPr>
          <p:cNvPr id="9" name="Graphic 8" descr="Open envelope with solid fill">
            <a:extLst>
              <a:ext uri="{FF2B5EF4-FFF2-40B4-BE49-F238E27FC236}">
                <a16:creationId xmlns:a16="http://schemas.microsoft.com/office/drawing/2014/main" id="{B40B7CC6-9661-EF13-005A-1A82A34927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black">
          <a:xfrm>
            <a:off x="1713892" y="2836660"/>
            <a:ext cx="2616808" cy="2616808"/>
          </a:xfrm>
          <a:prstGeom prst="rect">
            <a:avLst/>
          </a:prstGeom>
        </p:spPr>
      </p:pic>
      <p:sp>
        <p:nvSpPr>
          <p:cNvPr id="10" name="TextBox 9">
            <a:extLst>
              <a:ext uri="{FF2B5EF4-FFF2-40B4-BE49-F238E27FC236}">
                <a16:creationId xmlns:a16="http://schemas.microsoft.com/office/drawing/2014/main" id="{6B65118B-E9FF-32BB-4DA5-1441EC416E50}"/>
              </a:ext>
            </a:extLst>
          </p:cNvPr>
          <p:cNvSpPr txBox="1"/>
          <p:nvPr/>
        </p:nvSpPr>
        <p:spPr>
          <a:xfrm>
            <a:off x="5486400" y="2515940"/>
            <a:ext cx="5867402" cy="3421899"/>
          </a:xfrm>
          <a:prstGeom prst="rect">
            <a:avLst/>
          </a:prstGeom>
          <a:noFill/>
        </p:spPr>
        <p:txBody>
          <a:bodyPr wrap="square" rtlCol="0">
            <a:spAutoFit/>
          </a:bodyPr>
          <a:lstStyle/>
          <a:p>
            <a:pPr marL="0" indent="0">
              <a:lnSpc>
                <a:spcPct val="150000"/>
              </a:lnSpc>
              <a:buFont typeface="+mj-lt"/>
              <a:buNone/>
            </a:pPr>
            <a:r>
              <a:rPr lang="th-TH" sz="2000" dirty="0"/>
              <a:t>สิ่งที่ต้องแจ้งในเนื้อหาของอีเมล</a:t>
            </a:r>
          </a:p>
          <a:p>
            <a:pPr marL="342900" indent="-342900">
              <a:lnSpc>
                <a:spcPct val="150000"/>
              </a:lnSpc>
              <a:buFont typeface="Arial" panose="020B0604020202020204" pitchFamily="34" charset="0"/>
              <a:buChar char="•"/>
            </a:pPr>
            <a:r>
              <a:rPr lang="th-TH" sz="1800" dirty="0"/>
              <a:t>ชื่อ</a:t>
            </a:r>
            <a:r>
              <a:rPr lang="en-US" sz="1800" dirty="0"/>
              <a:t>-</a:t>
            </a:r>
            <a:r>
              <a:rPr lang="th-TH" sz="1800" dirty="0"/>
              <a:t>นามสกุล </a:t>
            </a:r>
            <a:r>
              <a:rPr lang="en-US" sz="1800" dirty="0"/>
              <a:t>(</a:t>
            </a:r>
            <a:r>
              <a:rPr lang="th-TH" sz="1800" dirty="0"/>
              <a:t>ภาษาอังกฤษ</a:t>
            </a:r>
            <a:r>
              <a:rPr lang="en-US" sz="1800" dirty="0"/>
              <a:t>) </a:t>
            </a:r>
            <a:r>
              <a:rPr lang="th-TH" sz="1800" dirty="0"/>
              <a:t>สำหรับการออกวุฒิบัตร</a:t>
            </a:r>
          </a:p>
          <a:p>
            <a:pPr marL="342900" indent="-342900">
              <a:lnSpc>
                <a:spcPct val="150000"/>
              </a:lnSpc>
              <a:buFont typeface="Arial" panose="020B0604020202020204" pitchFamily="34" charset="0"/>
              <a:buChar char="•"/>
            </a:pPr>
            <a:r>
              <a:rPr lang="th-TH" sz="1800" dirty="0"/>
              <a:t>หลักสูตรที่เคยอบรม</a:t>
            </a:r>
          </a:p>
          <a:p>
            <a:pPr marL="342900" indent="-342900">
              <a:lnSpc>
                <a:spcPct val="150000"/>
              </a:lnSpc>
              <a:buFont typeface="Arial" panose="020B0604020202020204" pitchFamily="34" charset="0"/>
              <a:buChar char="•"/>
            </a:pPr>
            <a:r>
              <a:rPr lang="th-TH" sz="1800" dirty="0"/>
              <a:t>วันที่เข้าอบรม</a:t>
            </a:r>
          </a:p>
          <a:p>
            <a:pPr marL="342900" indent="-342900">
              <a:lnSpc>
                <a:spcPct val="150000"/>
              </a:lnSpc>
              <a:buFont typeface="Arial" panose="020B0604020202020204" pitchFamily="34" charset="0"/>
              <a:buChar char="•"/>
            </a:pPr>
            <a:r>
              <a:rPr lang="th-TH" sz="1800" dirty="0"/>
              <a:t>รูปแบบการอบรม</a:t>
            </a:r>
          </a:p>
          <a:p>
            <a:pPr marL="342900" indent="-342900">
              <a:lnSpc>
                <a:spcPct val="150000"/>
              </a:lnSpc>
              <a:buFont typeface="Arial" panose="020B0604020202020204" pitchFamily="34" charset="0"/>
              <a:buChar char="•"/>
            </a:pPr>
            <a:r>
              <a:rPr lang="th-TH" sz="1800" dirty="0"/>
              <a:t>ชื่อวิทยากรผู้สอน</a:t>
            </a:r>
          </a:p>
          <a:p>
            <a:pPr marL="0" indent="0">
              <a:lnSpc>
                <a:spcPct val="150000"/>
              </a:lnSpc>
              <a:buFont typeface="Arial" panose="020B0604020202020204" pitchFamily="34" charset="0"/>
              <a:buNone/>
            </a:pPr>
            <a:r>
              <a:rPr lang="th-TH" sz="1800" dirty="0"/>
              <a:t>ทางทีมวิชาการจะทยอยตอบคำถามตามลำดับคิว ระยะเวลาในการตอบกลับขึ้นอยู่กับความยาก</a:t>
            </a:r>
            <a:r>
              <a:rPr lang="en-US" sz="1800" dirty="0"/>
              <a:t>-</a:t>
            </a:r>
            <a:r>
              <a:rPr lang="th-TH" sz="1800" dirty="0"/>
              <a:t>ง่ายของคำถามครับ</a:t>
            </a:r>
          </a:p>
        </p:txBody>
      </p:sp>
    </p:spTree>
    <p:extLst>
      <p:ext uri="{BB962C8B-B14F-4D97-AF65-F5344CB8AC3E}">
        <p14:creationId xmlns:p14="http://schemas.microsoft.com/office/powerpoint/2010/main" val="4382419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Evaluation_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584832D6-3881-92E4-D8AB-00856B19EE81}"/>
              </a:ext>
            </a:extLst>
          </p:cNvPr>
          <p:cNvGrpSpPr/>
          <p:nvPr/>
        </p:nvGrpSpPr>
        <p:grpSpPr>
          <a:xfrm>
            <a:off x="1039278" y="2095360"/>
            <a:ext cx="2437316" cy="2435193"/>
            <a:chOff x="1010734" y="2410990"/>
            <a:chExt cx="2806701" cy="2804256"/>
          </a:xfrm>
        </p:grpSpPr>
        <p:sp>
          <p:nvSpPr>
            <p:cNvPr id="15" name="Rectangle: Rounded Corners 14">
              <a:extLst>
                <a:ext uri="{FF2B5EF4-FFF2-40B4-BE49-F238E27FC236}">
                  <a16:creationId xmlns:a16="http://schemas.microsoft.com/office/drawing/2014/main" id="{5A9919FC-19BD-F1A9-2D48-D7035D4B7532}"/>
                </a:ext>
              </a:extLst>
            </p:cNvPr>
            <p:cNvSpPr/>
            <p:nvPr/>
          </p:nvSpPr>
          <p:spPr bwMode="auto">
            <a:xfrm>
              <a:off x="1010734" y="2410990"/>
              <a:ext cx="2806701" cy="2804256"/>
            </a:xfrm>
            <a:prstGeom prst="roundRect">
              <a:avLst>
                <a:gd name="adj" fmla="val 9402"/>
              </a:avLst>
            </a:prstGeom>
            <a:solidFill>
              <a:srgbClr val="FFFFFF"/>
            </a:solidFill>
            <a:ln>
              <a:noFill/>
              <a:headEnd type="none" w="med" len="med"/>
              <a:tailEnd type="triangle" w="lg" len="lg"/>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US" sz="1800" dirty="0">
                <a:solidFill>
                  <a:schemeClr val="tx1"/>
                </a:solidFill>
              </a:endParaRPr>
            </a:p>
          </p:txBody>
        </p:sp>
        <p:pic>
          <p:nvPicPr>
            <p:cNvPr id="1026" name="Picture 2">
              <a:extLst>
                <a:ext uri="{FF2B5EF4-FFF2-40B4-BE49-F238E27FC236}">
                  <a16:creationId xmlns:a16="http://schemas.microsoft.com/office/drawing/2014/main" id="{2513F836-C015-1551-45C6-068B59E155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0985" y="2575129"/>
              <a:ext cx="2480031" cy="2480031"/>
            </a:xfrm>
            <a:prstGeom prst="roundRect">
              <a:avLst>
                <a:gd name="adj" fmla="val 8487"/>
              </a:avLst>
            </a:prstGeom>
            <a:noFill/>
            <a:extLst>
              <a:ext uri="{909E8E84-426E-40DD-AFC4-6F175D3DCCD1}">
                <a14:hiddenFill xmlns:a14="http://schemas.microsoft.com/office/drawing/2010/main">
                  <a:solidFill>
                    <a:srgbClr val="FFFFFF"/>
                  </a:solidFill>
                </a14:hiddenFill>
              </a:ext>
            </a:extLst>
          </p:spPr>
        </p:pic>
      </p:grpSp>
      <p:sp>
        <p:nvSpPr>
          <p:cNvPr id="7" name="TextBox 6">
            <a:extLst>
              <a:ext uri="{FF2B5EF4-FFF2-40B4-BE49-F238E27FC236}">
                <a16:creationId xmlns:a16="http://schemas.microsoft.com/office/drawing/2014/main" id="{0E32CB26-1E99-A836-1693-ACE16BD36D59}"/>
              </a:ext>
            </a:extLst>
          </p:cNvPr>
          <p:cNvSpPr txBox="1"/>
          <p:nvPr/>
        </p:nvSpPr>
        <p:spPr>
          <a:xfrm>
            <a:off x="1430565" y="1623981"/>
            <a:ext cx="1649387" cy="400110"/>
          </a:xfrm>
          <a:prstGeom prst="rect">
            <a:avLst/>
          </a:prstGeom>
          <a:noFill/>
        </p:spPr>
        <p:txBody>
          <a:bodyPr wrap="square" rtlCol="0">
            <a:spAutoFit/>
          </a:bodyPr>
          <a:lstStyle/>
          <a:p>
            <a:pPr algn="ctr"/>
            <a:r>
              <a:rPr lang="en-US" sz="2000" b="1" dirty="0"/>
              <a:t>Classroom</a:t>
            </a:r>
          </a:p>
        </p:txBody>
      </p:sp>
      <p:grpSp>
        <p:nvGrpSpPr>
          <p:cNvPr id="30" name="Group 29">
            <a:extLst>
              <a:ext uri="{FF2B5EF4-FFF2-40B4-BE49-F238E27FC236}">
                <a16:creationId xmlns:a16="http://schemas.microsoft.com/office/drawing/2014/main" id="{E23984B4-6B5D-4CA7-8D96-AEC79A258D04}"/>
              </a:ext>
            </a:extLst>
          </p:cNvPr>
          <p:cNvGrpSpPr/>
          <p:nvPr/>
        </p:nvGrpSpPr>
        <p:grpSpPr>
          <a:xfrm>
            <a:off x="4823606" y="2095359"/>
            <a:ext cx="2548633" cy="2435192"/>
            <a:chOff x="4759772" y="-5081934"/>
            <a:chExt cx="2806701" cy="2804256"/>
          </a:xfrm>
        </p:grpSpPr>
        <p:sp>
          <p:nvSpPr>
            <p:cNvPr id="28" name="Rectangle: Rounded Corners 27">
              <a:extLst>
                <a:ext uri="{FF2B5EF4-FFF2-40B4-BE49-F238E27FC236}">
                  <a16:creationId xmlns:a16="http://schemas.microsoft.com/office/drawing/2014/main" id="{A3559C40-D9CA-454A-631E-9DF9D2661D2A}"/>
                </a:ext>
              </a:extLst>
            </p:cNvPr>
            <p:cNvSpPr/>
            <p:nvPr/>
          </p:nvSpPr>
          <p:spPr bwMode="auto">
            <a:xfrm>
              <a:off x="4759772" y="-5081934"/>
              <a:ext cx="2806701" cy="2804256"/>
            </a:xfrm>
            <a:prstGeom prst="roundRect">
              <a:avLst>
                <a:gd name="adj" fmla="val 9402"/>
              </a:avLst>
            </a:prstGeom>
            <a:solidFill>
              <a:srgbClr val="FFFFFF"/>
            </a:solidFill>
            <a:ln>
              <a:noFill/>
              <a:headEnd type="none" w="med" len="med"/>
              <a:tailEnd type="triangle" w="lg" len="lg"/>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US" sz="1800" dirty="0">
                <a:solidFill>
                  <a:schemeClr val="tx1"/>
                </a:solidFill>
              </a:endParaRPr>
            </a:p>
          </p:txBody>
        </p:sp>
        <p:pic>
          <p:nvPicPr>
            <p:cNvPr id="9" name="Picture 2">
              <a:extLst>
                <a:ext uri="{FF2B5EF4-FFF2-40B4-BE49-F238E27FC236}">
                  <a16:creationId xmlns:a16="http://schemas.microsoft.com/office/drawing/2014/main" id="{E6976CBC-1219-11A7-A86D-7357D132C4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4923106" y="-4917795"/>
              <a:ext cx="2480031" cy="2480031"/>
            </a:xfrm>
            <a:prstGeom prst="roundRect">
              <a:avLst>
                <a:gd name="adj" fmla="val 8487"/>
              </a:avLst>
            </a:prstGeom>
            <a:gradFill flip="none" rotWithShape="1">
              <a:gsLst>
                <a:gs pos="53000">
                  <a:schemeClr val="accent2"/>
                </a:gs>
                <a:gs pos="0">
                  <a:schemeClr val="accent3"/>
                </a:gs>
                <a:gs pos="100000">
                  <a:schemeClr val="accent1"/>
                </a:gs>
              </a:gsLst>
              <a:path path="circle">
                <a:fillToRect r="100000" b="100000"/>
              </a:path>
              <a:tileRect l="-100000" t="-100000"/>
            </a:gradFill>
            <a:ln>
              <a:noFill/>
              <a:headEnd type="none" w="med" len="med"/>
              <a:tailEnd type="triangle" w="lg" len="lg"/>
            </a:ln>
          </p:spPr>
        </p:pic>
      </p:grpSp>
      <p:sp>
        <p:nvSpPr>
          <p:cNvPr id="27" name="TextBox 26">
            <a:extLst>
              <a:ext uri="{FF2B5EF4-FFF2-40B4-BE49-F238E27FC236}">
                <a16:creationId xmlns:a16="http://schemas.microsoft.com/office/drawing/2014/main" id="{1D6F0169-9AF4-28AF-036C-6DC4DD9FB3BF}"/>
              </a:ext>
            </a:extLst>
          </p:cNvPr>
          <p:cNvSpPr txBox="1"/>
          <p:nvPr/>
        </p:nvSpPr>
        <p:spPr>
          <a:xfrm>
            <a:off x="1178440" y="4673090"/>
            <a:ext cx="2103030" cy="584775"/>
          </a:xfrm>
          <a:prstGeom prst="rect">
            <a:avLst/>
          </a:prstGeom>
          <a:noFill/>
        </p:spPr>
        <p:txBody>
          <a:bodyPr wrap="square" rtlCol="0">
            <a:spAutoFit/>
          </a:bodyPr>
          <a:lstStyle/>
          <a:p>
            <a:pPr algn="ctr"/>
            <a:r>
              <a:rPr lang="th-TH" sz="1600" dirty="0"/>
              <a:t>ใช้สำหรับที่ห้องอบรมที่ 9</a:t>
            </a:r>
            <a:r>
              <a:rPr lang="en-US" sz="1600" dirty="0"/>
              <a:t>Expert </a:t>
            </a:r>
            <a:r>
              <a:rPr lang="th-TH" sz="1600" dirty="0"/>
              <a:t>เท่านั้น</a:t>
            </a:r>
          </a:p>
        </p:txBody>
      </p:sp>
      <p:grpSp>
        <p:nvGrpSpPr>
          <p:cNvPr id="36" name="Group 35">
            <a:extLst>
              <a:ext uri="{FF2B5EF4-FFF2-40B4-BE49-F238E27FC236}">
                <a16:creationId xmlns:a16="http://schemas.microsoft.com/office/drawing/2014/main" id="{2DE21B07-3888-1136-5122-528EBBDAE050}"/>
              </a:ext>
            </a:extLst>
          </p:cNvPr>
          <p:cNvGrpSpPr/>
          <p:nvPr/>
        </p:nvGrpSpPr>
        <p:grpSpPr>
          <a:xfrm>
            <a:off x="8836182" y="2106956"/>
            <a:ext cx="2414104" cy="2412001"/>
            <a:chOff x="8480238" y="-5081934"/>
            <a:chExt cx="2806701" cy="2804256"/>
          </a:xfrm>
        </p:grpSpPr>
        <p:sp>
          <p:nvSpPr>
            <p:cNvPr id="29" name="Rectangle: Rounded Corners 28">
              <a:extLst>
                <a:ext uri="{FF2B5EF4-FFF2-40B4-BE49-F238E27FC236}">
                  <a16:creationId xmlns:a16="http://schemas.microsoft.com/office/drawing/2014/main" id="{C84A02A3-F3C2-EAD2-F656-93C4B9E1CFD2}"/>
                </a:ext>
              </a:extLst>
            </p:cNvPr>
            <p:cNvSpPr/>
            <p:nvPr/>
          </p:nvSpPr>
          <p:spPr bwMode="auto">
            <a:xfrm>
              <a:off x="8480238" y="-5081934"/>
              <a:ext cx="2806701" cy="2804256"/>
            </a:xfrm>
            <a:prstGeom prst="roundRect">
              <a:avLst>
                <a:gd name="adj" fmla="val 9402"/>
              </a:avLst>
            </a:prstGeom>
            <a:solidFill>
              <a:srgbClr val="FFFFFF"/>
            </a:solidFill>
            <a:ln>
              <a:noFill/>
              <a:headEnd type="none" w="med" len="med"/>
              <a:tailEnd type="triangle" w="lg" len="lg"/>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US" sz="1800" dirty="0">
                <a:solidFill>
                  <a:schemeClr val="tx1"/>
                </a:solidFill>
              </a:endParaRPr>
            </a:p>
          </p:txBody>
        </p:sp>
        <p:pic>
          <p:nvPicPr>
            <p:cNvPr id="12" name="Picture 2">
              <a:extLst>
                <a:ext uri="{FF2B5EF4-FFF2-40B4-BE49-F238E27FC236}">
                  <a16:creationId xmlns:a16="http://schemas.microsoft.com/office/drawing/2014/main" id="{03A896A6-D8A1-4B3E-8BD9-3F0256537B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8643572" y="-4917795"/>
              <a:ext cx="2480031" cy="2480031"/>
            </a:xfrm>
            <a:prstGeom prst="roundRect">
              <a:avLst>
                <a:gd name="adj" fmla="val 8487"/>
              </a:avLst>
            </a:prstGeom>
            <a:gradFill flip="none" rotWithShape="1">
              <a:gsLst>
                <a:gs pos="53000">
                  <a:schemeClr val="accent2"/>
                </a:gs>
                <a:gs pos="0">
                  <a:schemeClr val="accent3"/>
                </a:gs>
                <a:gs pos="100000">
                  <a:schemeClr val="accent1"/>
                </a:gs>
              </a:gsLst>
              <a:path path="circle">
                <a:fillToRect r="100000" b="100000"/>
              </a:path>
              <a:tileRect l="-100000" t="-100000"/>
            </a:gradFill>
            <a:ln>
              <a:noFill/>
              <a:headEnd type="none" w="med" len="med"/>
              <a:tailEnd type="triangle" w="lg" len="lg"/>
            </a:ln>
          </p:spPr>
        </p:pic>
      </p:grpSp>
      <p:sp>
        <p:nvSpPr>
          <p:cNvPr id="33" name="TextBox 32">
            <a:extLst>
              <a:ext uri="{FF2B5EF4-FFF2-40B4-BE49-F238E27FC236}">
                <a16:creationId xmlns:a16="http://schemas.microsoft.com/office/drawing/2014/main" id="{B00F5E09-391D-5067-9A3D-A6AAE3B9A9BB}"/>
              </a:ext>
            </a:extLst>
          </p:cNvPr>
          <p:cNvSpPr txBox="1"/>
          <p:nvPr/>
        </p:nvSpPr>
        <p:spPr>
          <a:xfrm>
            <a:off x="1039278" y="5390225"/>
            <a:ext cx="1262156" cy="400110"/>
          </a:xfrm>
          <a:prstGeom prst="rect">
            <a:avLst/>
          </a:prstGeom>
          <a:noFill/>
        </p:spPr>
        <p:txBody>
          <a:bodyPr wrap="square" rtlCol="0">
            <a:spAutoFit/>
          </a:bodyPr>
          <a:lstStyle/>
          <a:p>
            <a:pPr algn="l"/>
            <a:r>
              <a:rPr lang="th-TH" sz="2000" b="1" dirty="0"/>
              <a:t>หมายเหตุ</a:t>
            </a:r>
            <a:r>
              <a:rPr lang="en-US" sz="2000" b="1" dirty="0"/>
              <a:t>:</a:t>
            </a:r>
          </a:p>
        </p:txBody>
      </p:sp>
      <p:sp>
        <p:nvSpPr>
          <p:cNvPr id="37" name="TextBox 36">
            <a:extLst>
              <a:ext uri="{FF2B5EF4-FFF2-40B4-BE49-F238E27FC236}">
                <a16:creationId xmlns:a16="http://schemas.microsoft.com/office/drawing/2014/main" id="{72A62D0B-DD00-2FE9-1F64-AEF44F64E84E}"/>
              </a:ext>
            </a:extLst>
          </p:cNvPr>
          <p:cNvSpPr txBox="1"/>
          <p:nvPr/>
        </p:nvSpPr>
        <p:spPr>
          <a:xfrm>
            <a:off x="1670356" y="5761668"/>
            <a:ext cx="8841808" cy="711733"/>
          </a:xfrm>
          <a:prstGeom prst="rect">
            <a:avLst/>
          </a:prstGeom>
          <a:noFill/>
        </p:spPr>
        <p:txBody>
          <a:bodyPr wrap="square">
            <a:spAutoFit/>
          </a:bodyPr>
          <a:lstStyle/>
          <a:p>
            <a:pPr algn="ctr">
              <a:lnSpc>
                <a:spcPct val="150000"/>
              </a:lnSpc>
            </a:pPr>
            <a:r>
              <a:rPr lang="th-TH" sz="1400" dirty="0"/>
              <a:t>กรณีผู้อบรมมาอบรมในรูปแบบ </a:t>
            </a:r>
            <a:r>
              <a:rPr lang="en-US" sz="1400" dirty="0"/>
              <a:t>Hybrid </a:t>
            </a:r>
            <a:r>
              <a:rPr lang="th-TH" sz="1400" dirty="0"/>
              <a:t>ถ้าเป็นผู้อบรมที่ห้องอบรม หรือ </a:t>
            </a:r>
            <a:r>
              <a:rPr lang="en-US" sz="1400" dirty="0"/>
              <a:t>Classroom </a:t>
            </a:r>
            <a:r>
              <a:rPr lang="th-TH" sz="1400" dirty="0"/>
              <a:t>ให้ทำการสแกนที่ แบบประเมินสำหรับการอบรม </a:t>
            </a:r>
            <a:r>
              <a:rPr lang="en-US" sz="1400" dirty="0"/>
              <a:t>Classroom </a:t>
            </a:r>
            <a:r>
              <a:rPr lang="th-TH" sz="1400" dirty="0"/>
              <a:t>แต่ถ้าผู้อบรมที่อยู่ใน </a:t>
            </a:r>
            <a:r>
              <a:rPr lang="en-US" sz="1400" dirty="0"/>
              <a:t>Microsoft Teams  </a:t>
            </a:r>
            <a:r>
              <a:rPr lang="th-TH" sz="1400" dirty="0"/>
              <a:t>ให้สแกนที่แบบประเมินสำหรับการอบรม </a:t>
            </a:r>
            <a:r>
              <a:rPr lang="en-US" sz="1400" dirty="0"/>
              <a:t>Virtual Training</a:t>
            </a:r>
          </a:p>
        </p:txBody>
      </p:sp>
      <p:sp>
        <p:nvSpPr>
          <p:cNvPr id="17" name="TextBox 16">
            <a:extLst>
              <a:ext uri="{FF2B5EF4-FFF2-40B4-BE49-F238E27FC236}">
                <a16:creationId xmlns:a16="http://schemas.microsoft.com/office/drawing/2014/main" id="{62575642-BE27-569D-509B-D71B086CF207}"/>
              </a:ext>
            </a:extLst>
          </p:cNvPr>
          <p:cNvSpPr txBox="1"/>
          <p:nvPr/>
        </p:nvSpPr>
        <p:spPr bwMode="hidden">
          <a:xfrm>
            <a:off x="2257936" y="675420"/>
            <a:ext cx="7676128" cy="892552"/>
          </a:xfrm>
          <a:prstGeom prst="rect">
            <a:avLst/>
          </a:prstGeom>
          <a:noFill/>
        </p:spPr>
        <p:txBody>
          <a:bodyPr wrap="square">
            <a:spAutoFit/>
          </a:bodyPr>
          <a:lstStyle/>
          <a:p>
            <a:pPr algn="ctr"/>
            <a:r>
              <a:rPr lang="th-TH"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แบบประเมินหลังการอบรม</a:t>
            </a:r>
            <a:endPar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endParaRPr>
          </a:p>
        </p:txBody>
      </p:sp>
      <p:sp>
        <p:nvSpPr>
          <p:cNvPr id="18" name="TextBox 17">
            <a:extLst>
              <a:ext uri="{FF2B5EF4-FFF2-40B4-BE49-F238E27FC236}">
                <a16:creationId xmlns:a16="http://schemas.microsoft.com/office/drawing/2014/main" id="{89C7CAD0-467A-51C1-5DFE-4233D17ACD08}"/>
              </a:ext>
            </a:extLst>
          </p:cNvPr>
          <p:cNvSpPr txBox="1"/>
          <p:nvPr/>
        </p:nvSpPr>
        <p:spPr>
          <a:xfrm>
            <a:off x="2257936" y="683885"/>
            <a:ext cx="7676130" cy="892552"/>
          </a:xfrm>
          <a:prstGeom prst="rect">
            <a:avLst/>
          </a:prstGeom>
          <a:noFill/>
        </p:spPr>
        <p:txBody>
          <a:bodyPr wrap="square">
            <a:spAutoFit/>
          </a:bodyPr>
          <a:lstStyle/>
          <a:p>
            <a:pPr algn="ctr"/>
            <a:r>
              <a:rPr lang="th-TH" sz="5200" b="1" kern="1200" dirty="0">
                <a:solidFill>
                  <a:schemeClr val="accent2"/>
                </a:solidFill>
                <a:effectLst/>
                <a:latin typeface="+mn-lt"/>
                <a:ea typeface="+mj-ea"/>
                <a:cs typeface="LINE Seed Sans TH" panose="020B0303020203020204" pitchFamily="34" charset="-34"/>
              </a:rPr>
              <a:t>แบบประเมินหลังการอบรม</a:t>
            </a:r>
            <a:endParaRPr lang="en-US" sz="5200" b="1" kern="1200" dirty="0">
              <a:solidFill>
                <a:schemeClr val="accent2"/>
              </a:solidFill>
              <a:effectLst/>
              <a:latin typeface="+mn-lt"/>
              <a:ea typeface="+mj-ea"/>
              <a:cs typeface="LINE Seed Sans TH" panose="020B0303020203020204" pitchFamily="34" charset="-34"/>
            </a:endParaRPr>
          </a:p>
        </p:txBody>
      </p:sp>
      <p:sp>
        <p:nvSpPr>
          <p:cNvPr id="35" name="TextBox 34">
            <a:extLst>
              <a:ext uri="{FF2B5EF4-FFF2-40B4-BE49-F238E27FC236}">
                <a16:creationId xmlns:a16="http://schemas.microsoft.com/office/drawing/2014/main" id="{1DBF06F1-2F81-F369-6F2B-9D366F145F10}"/>
              </a:ext>
            </a:extLst>
          </p:cNvPr>
          <p:cNvSpPr txBox="1"/>
          <p:nvPr/>
        </p:nvSpPr>
        <p:spPr>
          <a:xfrm>
            <a:off x="4756483" y="4673089"/>
            <a:ext cx="2679032" cy="584775"/>
          </a:xfrm>
          <a:prstGeom prst="rect">
            <a:avLst/>
          </a:prstGeom>
          <a:noFill/>
        </p:spPr>
        <p:txBody>
          <a:bodyPr wrap="square" rtlCol="0">
            <a:spAutoFit/>
          </a:bodyPr>
          <a:lstStyle/>
          <a:p>
            <a:pPr algn="ctr"/>
            <a:r>
              <a:rPr lang="th-TH" sz="1600" dirty="0"/>
              <a:t>ใช้สำหรับที่อบรม </a:t>
            </a:r>
            <a:r>
              <a:rPr lang="en-US" sz="1600" dirty="0"/>
              <a:t>Inhouse </a:t>
            </a:r>
            <a:r>
              <a:rPr lang="th-TH" sz="1600" dirty="0"/>
              <a:t>ของผู้อบรมเท่านั้น</a:t>
            </a:r>
          </a:p>
        </p:txBody>
      </p:sp>
      <p:sp>
        <p:nvSpPr>
          <p:cNvPr id="38" name="TextBox 37">
            <a:extLst>
              <a:ext uri="{FF2B5EF4-FFF2-40B4-BE49-F238E27FC236}">
                <a16:creationId xmlns:a16="http://schemas.microsoft.com/office/drawing/2014/main" id="{E8F4B211-2635-7EFC-5BB5-0A41625B49AE}"/>
              </a:ext>
            </a:extLst>
          </p:cNvPr>
          <p:cNvSpPr txBox="1"/>
          <p:nvPr/>
        </p:nvSpPr>
        <p:spPr>
          <a:xfrm>
            <a:off x="8703717" y="4673088"/>
            <a:ext cx="2679032" cy="830997"/>
          </a:xfrm>
          <a:prstGeom prst="rect">
            <a:avLst/>
          </a:prstGeom>
          <a:noFill/>
        </p:spPr>
        <p:txBody>
          <a:bodyPr wrap="square" rtlCol="0">
            <a:spAutoFit/>
          </a:bodyPr>
          <a:lstStyle/>
          <a:p>
            <a:pPr algn="ctr"/>
            <a:r>
              <a:rPr lang="th-TH" sz="1600" dirty="0">
                <a:solidFill>
                  <a:sysClr val="windowText" lastClr="000000"/>
                </a:solidFill>
              </a:rPr>
              <a:t>ใช้สำหรับการอบรมผ่าน </a:t>
            </a:r>
            <a:r>
              <a:rPr lang="en-US" sz="1600" dirty="0">
                <a:solidFill>
                  <a:sysClr val="windowText" lastClr="000000"/>
                </a:solidFill>
              </a:rPr>
              <a:t>Microsoft Teams </a:t>
            </a:r>
            <a:r>
              <a:rPr lang="th-TH" sz="1600" dirty="0">
                <a:solidFill>
                  <a:sysClr val="windowText" lastClr="000000"/>
                </a:solidFill>
              </a:rPr>
              <a:t>ทั้ง </a:t>
            </a:r>
            <a:r>
              <a:rPr lang="en-US" sz="1600" dirty="0">
                <a:solidFill>
                  <a:sysClr val="windowText" lastClr="000000"/>
                </a:solidFill>
              </a:rPr>
              <a:t>Public </a:t>
            </a:r>
            <a:r>
              <a:rPr lang="th-TH" sz="1600" dirty="0">
                <a:solidFill>
                  <a:sysClr val="windowText" lastClr="000000"/>
                </a:solidFill>
              </a:rPr>
              <a:t>และ </a:t>
            </a:r>
            <a:r>
              <a:rPr lang="en-US" sz="1600" dirty="0">
                <a:solidFill>
                  <a:sysClr val="windowText" lastClr="000000"/>
                </a:solidFill>
              </a:rPr>
              <a:t>Inhouse</a:t>
            </a:r>
          </a:p>
        </p:txBody>
      </p:sp>
      <p:sp>
        <p:nvSpPr>
          <p:cNvPr id="39" name="TextBox 38">
            <a:extLst>
              <a:ext uri="{FF2B5EF4-FFF2-40B4-BE49-F238E27FC236}">
                <a16:creationId xmlns:a16="http://schemas.microsoft.com/office/drawing/2014/main" id="{1F0433B8-54C9-8AE9-B889-A2020BBFFEEE}"/>
              </a:ext>
            </a:extLst>
          </p:cNvPr>
          <p:cNvSpPr txBox="1"/>
          <p:nvPr/>
        </p:nvSpPr>
        <p:spPr>
          <a:xfrm>
            <a:off x="5271306" y="1623981"/>
            <a:ext cx="1649387" cy="400110"/>
          </a:xfrm>
          <a:prstGeom prst="rect">
            <a:avLst/>
          </a:prstGeom>
          <a:noFill/>
        </p:spPr>
        <p:txBody>
          <a:bodyPr wrap="square" rtlCol="0">
            <a:spAutoFit/>
          </a:bodyPr>
          <a:lstStyle/>
          <a:p>
            <a:pPr algn="ctr"/>
            <a:r>
              <a:rPr lang="en-US" sz="2000" b="1" dirty="0"/>
              <a:t>Inhouse</a:t>
            </a:r>
          </a:p>
        </p:txBody>
      </p:sp>
      <p:sp>
        <p:nvSpPr>
          <p:cNvPr id="40" name="TextBox 39">
            <a:extLst>
              <a:ext uri="{FF2B5EF4-FFF2-40B4-BE49-F238E27FC236}">
                <a16:creationId xmlns:a16="http://schemas.microsoft.com/office/drawing/2014/main" id="{B079F7B8-7737-3940-E438-ECF6F39F15DA}"/>
              </a:ext>
            </a:extLst>
          </p:cNvPr>
          <p:cNvSpPr txBox="1"/>
          <p:nvPr/>
        </p:nvSpPr>
        <p:spPr>
          <a:xfrm>
            <a:off x="8957116" y="1623981"/>
            <a:ext cx="2172234" cy="400110"/>
          </a:xfrm>
          <a:prstGeom prst="rect">
            <a:avLst/>
          </a:prstGeom>
          <a:noFill/>
        </p:spPr>
        <p:txBody>
          <a:bodyPr wrap="square" rtlCol="0">
            <a:spAutoFit/>
          </a:bodyPr>
          <a:lstStyle/>
          <a:p>
            <a:pPr algn="ctr"/>
            <a:r>
              <a:rPr lang="en-US" sz="2000" b="1" dirty="0"/>
              <a:t>Virtual Training</a:t>
            </a:r>
          </a:p>
        </p:txBody>
      </p:sp>
      <p:cxnSp>
        <p:nvCxnSpPr>
          <p:cNvPr id="41" name="Straight Connector 40">
            <a:extLst>
              <a:ext uri="{FF2B5EF4-FFF2-40B4-BE49-F238E27FC236}">
                <a16:creationId xmlns:a16="http://schemas.microsoft.com/office/drawing/2014/main" id="{EBA66CCD-591A-5EBC-7EC9-48A264BB1CAE}"/>
              </a:ext>
            </a:extLst>
          </p:cNvPr>
          <p:cNvCxnSpPr>
            <a:cxnSpLocks/>
          </p:cNvCxnSpPr>
          <p:nvPr/>
        </p:nvCxnSpPr>
        <p:spPr>
          <a:xfrm>
            <a:off x="4139355" y="2248135"/>
            <a:ext cx="0" cy="2238375"/>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1DDFBF4-324C-22CC-21D9-0E0AB85E548B}"/>
              </a:ext>
            </a:extLst>
          </p:cNvPr>
          <p:cNvCxnSpPr>
            <a:cxnSpLocks/>
          </p:cNvCxnSpPr>
          <p:nvPr/>
        </p:nvCxnSpPr>
        <p:spPr>
          <a:xfrm>
            <a:off x="8101755" y="2248135"/>
            <a:ext cx="0" cy="2238375"/>
          </a:xfrm>
          <a:prstGeom prst="line">
            <a:avLst/>
          </a:prstGeom>
          <a:ln w="28575" cap="rnd">
            <a:solidFill>
              <a:srgbClr val="EAEAE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276565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Thank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6D9034A-C4C4-A322-FB05-19FF58E88ACE}"/>
              </a:ext>
            </a:extLst>
          </p:cNvPr>
          <p:cNvSpPr txBox="1"/>
          <p:nvPr/>
        </p:nvSpPr>
        <p:spPr>
          <a:xfrm>
            <a:off x="7418894" y="4015991"/>
            <a:ext cx="2529273" cy="400110"/>
          </a:xfrm>
          <a:prstGeom prst="rect">
            <a:avLst/>
          </a:prstGeom>
          <a:noFill/>
        </p:spPr>
        <p:txBody>
          <a:bodyPr wrap="square" rtlCol="0">
            <a:spAutoFit/>
          </a:bodyPr>
          <a:lstStyle/>
          <a:p>
            <a:pPr algn="l"/>
            <a:r>
              <a:rPr lang="th-TH" sz="2000" b="1" dirty="0"/>
              <a:t>หลักสูตรออนไลน์</a:t>
            </a:r>
            <a:r>
              <a:rPr lang="en-US" sz="2000" b="1" dirty="0"/>
              <a:t>:</a:t>
            </a:r>
          </a:p>
        </p:txBody>
      </p:sp>
      <p:sp>
        <p:nvSpPr>
          <p:cNvPr id="8" name="Hexagon 7">
            <a:extLst>
              <a:ext uri="{FF2B5EF4-FFF2-40B4-BE49-F238E27FC236}">
                <a16:creationId xmlns:a16="http://schemas.microsoft.com/office/drawing/2014/main" id="{38D2EBD3-97F4-A718-D41C-BC479954C4B0}"/>
              </a:ext>
            </a:extLst>
          </p:cNvPr>
          <p:cNvSpPr/>
          <p:nvPr/>
        </p:nvSpPr>
        <p:spPr bwMode="auto">
          <a:xfrm rot="5400000">
            <a:off x="2286686" y="4089518"/>
            <a:ext cx="640842" cy="552450"/>
          </a:xfrm>
          <a:prstGeom prst="hexagon">
            <a:avLst/>
          </a:prstGeom>
          <a:solidFill>
            <a:schemeClr val="bg1"/>
          </a:solidFill>
          <a:ln w="6350">
            <a:solidFill>
              <a:srgbClr val="19B5FE"/>
            </a:solidFill>
            <a:headEnd type="none" w="med" len="med"/>
            <a:tailEnd type="triangle" w="lg" len="lg"/>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US" sz="1800" dirty="0">
              <a:solidFill>
                <a:schemeClr val="tx1"/>
              </a:solidFill>
            </a:endParaRPr>
          </a:p>
        </p:txBody>
      </p:sp>
      <p:sp>
        <p:nvSpPr>
          <p:cNvPr id="9" name="TextBox 8">
            <a:extLst>
              <a:ext uri="{FF2B5EF4-FFF2-40B4-BE49-F238E27FC236}">
                <a16:creationId xmlns:a16="http://schemas.microsoft.com/office/drawing/2014/main" id="{E4229AC8-1791-8893-BED2-8B21EA7C8646}"/>
              </a:ext>
            </a:extLst>
          </p:cNvPr>
          <p:cNvSpPr txBox="1"/>
          <p:nvPr/>
        </p:nvSpPr>
        <p:spPr>
          <a:xfrm>
            <a:off x="7418894" y="4397015"/>
            <a:ext cx="3680907" cy="338554"/>
          </a:xfrm>
          <a:prstGeom prst="rect">
            <a:avLst/>
          </a:prstGeom>
          <a:noFill/>
        </p:spPr>
        <p:txBody>
          <a:bodyPr wrap="square" rtlCol="0">
            <a:spAutoFit/>
          </a:bodyPr>
          <a:lstStyle/>
          <a:p>
            <a:pPr algn="l"/>
            <a:r>
              <a:rPr lang="en-US" sz="1600" dirty="0"/>
              <a:t>https://acdemy.9experttraining.com</a:t>
            </a:r>
            <a:endParaRPr lang="th-TH" sz="1600" dirty="0"/>
          </a:p>
        </p:txBody>
      </p:sp>
      <p:sp>
        <p:nvSpPr>
          <p:cNvPr id="10" name="TextBox 9">
            <a:extLst>
              <a:ext uri="{FF2B5EF4-FFF2-40B4-BE49-F238E27FC236}">
                <a16:creationId xmlns:a16="http://schemas.microsoft.com/office/drawing/2014/main" id="{0E8FE40E-014E-9ECD-E504-C254571E03CD}"/>
              </a:ext>
            </a:extLst>
          </p:cNvPr>
          <p:cNvSpPr txBox="1"/>
          <p:nvPr/>
        </p:nvSpPr>
        <p:spPr>
          <a:xfrm>
            <a:off x="3040756" y="4015306"/>
            <a:ext cx="2529273" cy="400110"/>
          </a:xfrm>
          <a:prstGeom prst="rect">
            <a:avLst/>
          </a:prstGeom>
          <a:noFill/>
        </p:spPr>
        <p:txBody>
          <a:bodyPr wrap="square" rtlCol="0">
            <a:spAutoFit/>
          </a:bodyPr>
          <a:lstStyle/>
          <a:p>
            <a:pPr algn="l"/>
            <a:r>
              <a:rPr lang="th-TH" sz="2000" b="1" dirty="0"/>
              <a:t>หลักสูตรอื่น ๆ </a:t>
            </a:r>
            <a:r>
              <a:rPr lang="en-US" sz="2000" b="1" dirty="0"/>
              <a:t>:</a:t>
            </a:r>
          </a:p>
        </p:txBody>
      </p:sp>
      <p:sp>
        <p:nvSpPr>
          <p:cNvPr id="11" name="TextBox 10">
            <a:extLst>
              <a:ext uri="{FF2B5EF4-FFF2-40B4-BE49-F238E27FC236}">
                <a16:creationId xmlns:a16="http://schemas.microsoft.com/office/drawing/2014/main" id="{16AD4FD8-6A65-A281-99AC-0B4CBD98C37D}"/>
              </a:ext>
            </a:extLst>
          </p:cNvPr>
          <p:cNvSpPr txBox="1"/>
          <p:nvPr/>
        </p:nvSpPr>
        <p:spPr>
          <a:xfrm>
            <a:off x="3040756" y="4392957"/>
            <a:ext cx="3448059" cy="338554"/>
          </a:xfrm>
          <a:prstGeom prst="rect">
            <a:avLst/>
          </a:prstGeom>
          <a:noFill/>
        </p:spPr>
        <p:txBody>
          <a:bodyPr wrap="square" rtlCol="0">
            <a:spAutoFit/>
          </a:bodyPr>
          <a:lstStyle/>
          <a:p>
            <a:pPr algn="l"/>
            <a:r>
              <a:rPr lang="en-US" sz="1600" dirty="0"/>
              <a:t>https://www.9experttraining.com</a:t>
            </a:r>
            <a:endParaRPr lang="th-TH" sz="1600" dirty="0"/>
          </a:p>
        </p:txBody>
      </p:sp>
      <p:sp>
        <p:nvSpPr>
          <p:cNvPr id="12" name="Hexagon 11">
            <a:extLst>
              <a:ext uri="{FF2B5EF4-FFF2-40B4-BE49-F238E27FC236}">
                <a16:creationId xmlns:a16="http://schemas.microsoft.com/office/drawing/2014/main" id="{FB5BA128-24B5-C51A-3752-E2965F33B74A}"/>
              </a:ext>
            </a:extLst>
          </p:cNvPr>
          <p:cNvSpPr/>
          <p:nvPr/>
        </p:nvSpPr>
        <p:spPr bwMode="auto">
          <a:xfrm rot="5400000">
            <a:off x="6587908" y="4078020"/>
            <a:ext cx="640842" cy="552450"/>
          </a:xfrm>
          <a:prstGeom prst="hexagon">
            <a:avLst/>
          </a:prstGeom>
          <a:solidFill>
            <a:schemeClr val="bg1"/>
          </a:solidFill>
          <a:ln w="6350">
            <a:solidFill>
              <a:srgbClr val="19B5FE"/>
            </a:solidFill>
            <a:headEnd type="none" w="med" len="med"/>
            <a:tailEnd type="triangle" w="lg" len="lg"/>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US" sz="1800" dirty="0">
              <a:solidFill>
                <a:schemeClr val="tx1"/>
              </a:solidFill>
            </a:endParaRPr>
          </a:p>
        </p:txBody>
      </p:sp>
      <p:sp>
        <p:nvSpPr>
          <p:cNvPr id="25" name="TextBox 24">
            <a:extLst>
              <a:ext uri="{FF2B5EF4-FFF2-40B4-BE49-F238E27FC236}">
                <a16:creationId xmlns:a16="http://schemas.microsoft.com/office/drawing/2014/main" id="{1F161DB5-1947-4FD8-0D6D-AC487ED32673}"/>
              </a:ext>
            </a:extLst>
          </p:cNvPr>
          <p:cNvSpPr txBox="1"/>
          <p:nvPr/>
        </p:nvSpPr>
        <p:spPr>
          <a:xfrm>
            <a:off x="7435430" y="4901330"/>
            <a:ext cx="2529273" cy="400110"/>
          </a:xfrm>
          <a:prstGeom prst="rect">
            <a:avLst/>
          </a:prstGeom>
          <a:noFill/>
        </p:spPr>
        <p:txBody>
          <a:bodyPr wrap="square" rtlCol="0">
            <a:spAutoFit/>
          </a:bodyPr>
          <a:lstStyle/>
          <a:p>
            <a:pPr algn="l"/>
            <a:r>
              <a:rPr lang="th-TH" sz="2000" b="1" dirty="0"/>
              <a:t>เบอร์โทรศัพท์</a:t>
            </a:r>
            <a:r>
              <a:rPr lang="en-US" sz="2000" b="1" dirty="0"/>
              <a:t>:</a:t>
            </a:r>
          </a:p>
        </p:txBody>
      </p:sp>
      <p:sp>
        <p:nvSpPr>
          <p:cNvPr id="26" name="Hexagon 25">
            <a:extLst>
              <a:ext uri="{FF2B5EF4-FFF2-40B4-BE49-F238E27FC236}">
                <a16:creationId xmlns:a16="http://schemas.microsoft.com/office/drawing/2014/main" id="{EBB63F96-64B6-CDF7-3307-D6CC16D439BD}"/>
              </a:ext>
            </a:extLst>
          </p:cNvPr>
          <p:cNvSpPr/>
          <p:nvPr/>
        </p:nvSpPr>
        <p:spPr bwMode="auto">
          <a:xfrm rot="5400000">
            <a:off x="6604443" y="5006744"/>
            <a:ext cx="640842" cy="552450"/>
          </a:xfrm>
          <a:prstGeom prst="hexagon">
            <a:avLst/>
          </a:prstGeom>
          <a:solidFill>
            <a:schemeClr val="bg1"/>
          </a:solidFill>
          <a:ln w="6350">
            <a:solidFill>
              <a:srgbClr val="19B5FE"/>
            </a:solidFill>
            <a:headEnd type="none" w="med" len="med"/>
            <a:tailEnd type="triangle" w="lg" len="lg"/>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US" sz="1800" dirty="0">
              <a:solidFill>
                <a:schemeClr val="tx1"/>
              </a:solidFill>
            </a:endParaRPr>
          </a:p>
        </p:txBody>
      </p:sp>
      <p:sp>
        <p:nvSpPr>
          <p:cNvPr id="27" name="TextBox 26">
            <a:extLst>
              <a:ext uri="{FF2B5EF4-FFF2-40B4-BE49-F238E27FC236}">
                <a16:creationId xmlns:a16="http://schemas.microsoft.com/office/drawing/2014/main" id="{F5212391-1B42-6E13-AFC6-749CD70788BC}"/>
              </a:ext>
            </a:extLst>
          </p:cNvPr>
          <p:cNvSpPr txBox="1"/>
          <p:nvPr/>
        </p:nvSpPr>
        <p:spPr>
          <a:xfrm>
            <a:off x="7436959" y="5293157"/>
            <a:ext cx="1623480" cy="338554"/>
          </a:xfrm>
          <a:prstGeom prst="rect">
            <a:avLst/>
          </a:prstGeom>
          <a:noFill/>
        </p:spPr>
        <p:txBody>
          <a:bodyPr wrap="square" rtlCol="0">
            <a:spAutoFit/>
          </a:bodyPr>
          <a:lstStyle/>
          <a:p>
            <a:pPr algn="l"/>
            <a:r>
              <a:rPr lang="en-US" sz="1600" dirty="0"/>
              <a:t>02-219-4304</a:t>
            </a:r>
            <a:endParaRPr lang="th-TH" sz="1600" dirty="0"/>
          </a:p>
        </p:txBody>
      </p:sp>
      <p:pic>
        <p:nvPicPr>
          <p:cNvPr id="29" name="Graphic 28" descr="Open book with solid fill">
            <a:extLst>
              <a:ext uri="{FF2B5EF4-FFF2-40B4-BE49-F238E27FC236}">
                <a16:creationId xmlns:a16="http://schemas.microsoft.com/office/drawing/2014/main" id="{1853036B-6761-A313-D927-8DF9971194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black">
          <a:xfrm>
            <a:off x="2397255" y="4168081"/>
            <a:ext cx="419705" cy="419705"/>
          </a:xfrm>
          <a:prstGeom prst="rect">
            <a:avLst/>
          </a:prstGeom>
        </p:spPr>
      </p:pic>
      <p:pic>
        <p:nvPicPr>
          <p:cNvPr id="30" name="Graphic 29" descr="Internet with solid fill">
            <a:extLst>
              <a:ext uri="{FF2B5EF4-FFF2-40B4-BE49-F238E27FC236}">
                <a16:creationId xmlns:a16="http://schemas.microsoft.com/office/drawing/2014/main" id="{5AE15025-E44F-CCC6-9873-D53C192BF1D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bwMode="black">
          <a:xfrm>
            <a:off x="6698476" y="4144392"/>
            <a:ext cx="419705" cy="419705"/>
          </a:xfrm>
          <a:prstGeom prst="rect">
            <a:avLst/>
          </a:prstGeom>
        </p:spPr>
      </p:pic>
      <p:pic>
        <p:nvPicPr>
          <p:cNvPr id="31" name="Graphic 30" descr="Receiver with solid fill">
            <a:extLst>
              <a:ext uri="{FF2B5EF4-FFF2-40B4-BE49-F238E27FC236}">
                <a16:creationId xmlns:a16="http://schemas.microsoft.com/office/drawing/2014/main" id="{09283FAD-6E90-26A4-7A47-A00395392696}"/>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bwMode="black">
          <a:xfrm>
            <a:off x="6741929" y="5101557"/>
            <a:ext cx="365869" cy="365869"/>
          </a:xfrm>
          <a:prstGeom prst="rect">
            <a:avLst/>
          </a:prstGeom>
        </p:spPr>
      </p:pic>
      <p:sp>
        <p:nvSpPr>
          <p:cNvPr id="35" name="TextBox 34">
            <a:extLst>
              <a:ext uri="{FF2B5EF4-FFF2-40B4-BE49-F238E27FC236}">
                <a16:creationId xmlns:a16="http://schemas.microsoft.com/office/drawing/2014/main" id="{B2A8CEBF-AFC7-EF08-BED3-3A6D16D2B607}"/>
              </a:ext>
            </a:extLst>
          </p:cNvPr>
          <p:cNvSpPr txBox="1"/>
          <p:nvPr/>
        </p:nvSpPr>
        <p:spPr bwMode="gray">
          <a:xfrm>
            <a:off x="1328058" y="2944156"/>
            <a:ext cx="9535886" cy="846386"/>
          </a:xfrm>
          <a:prstGeom prst="rect">
            <a:avLst/>
          </a:prstGeom>
          <a:solidFill>
            <a:schemeClr val="accent5"/>
          </a:solidFill>
          <a:ln w="12700">
            <a:solidFill>
              <a:srgbClr val="EAEAEA"/>
            </a:solidFill>
          </a:ln>
        </p:spPr>
        <p:txBody>
          <a:bodyPr wrap="square" tIns="182880" rtlCol="0">
            <a:spAutoFit/>
          </a:bodyPr>
          <a:lstStyle/>
          <a:p>
            <a:pPr algn="ctr"/>
            <a:r>
              <a:rPr lang="th-TH" sz="4000" b="1" dirty="0">
                <a:solidFill>
                  <a:schemeClr val="tx1"/>
                </a:solidFill>
                <a:latin typeface="LINE Seed Sans TH" panose="020B0604020202020204" charset="-34"/>
                <a:ea typeface="LINE Seed Sans TH" panose="020B0604020202020204" charset="-34"/>
                <a:cs typeface="LINE Seed Sans TH" panose="020B0604020202020204" charset="-34"/>
              </a:rPr>
              <a:t>พิเศษ</a:t>
            </a:r>
            <a:r>
              <a:rPr lang="en-US" sz="4000" b="1" dirty="0">
                <a:solidFill>
                  <a:schemeClr val="tx1"/>
                </a:solidFill>
                <a:latin typeface="LINE Seed Sans TH" panose="020B0604020202020204" charset="-34"/>
                <a:ea typeface="LINE Seed Sans TH" panose="020B0604020202020204" charset="-34"/>
                <a:cs typeface="LINE Seed Sans TH" panose="020B0604020202020204" charset="-34"/>
              </a:rPr>
              <a:t> ! </a:t>
            </a:r>
            <a:r>
              <a:rPr lang="th-TH" sz="4000" b="1" dirty="0">
                <a:solidFill>
                  <a:schemeClr val="tx1"/>
                </a:solidFill>
                <a:latin typeface="LINE Seed Sans TH" panose="020B0604020202020204" charset="-34"/>
                <a:ea typeface="LINE Seed Sans TH" panose="020B0604020202020204" charset="-34"/>
                <a:cs typeface="LINE Seed Sans TH" panose="020B0604020202020204" charset="-34"/>
              </a:rPr>
              <a:t>โปรโมชันศิษย์เก่ามีส่วนลด </a:t>
            </a:r>
            <a:r>
              <a:rPr lang="en-US" sz="4000" b="1" dirty="0">
                <a:solidFill>
                  <a:schemeClr val="tx1"/>
                </a:solidFill>
                <a:latin typeface="LINE Seed Sans TH" panose="020B0604020202020204" charset="-34"/>
                <a:ea typeface="LINE Seed Sans TH" panose="020B0604020202020204" charset="-34"/>
                <a:cs typeface="LINE Seed Sans TH" panose="020B0604020202020204" charset="-34"/>
              </a:rPr>
              <a:t>10% !!!</a:t>
            </a:r>
            <a:endParaRPr lang="th-TH" sz="4000" b="1" dirty="0">
              <a:solidFill>
                <a:schemeClr val="tx1"/>
              </a:solidFill>
              <a:latin typeface="LINE Seed Sans TH" panose="020B0604020202020204" charset="-34"/>
              <a:ea typeface="LINE Seed Sans TH" panose="020B0604020202020204" charset="-34"/>
              <a:cs typeface="LINE Seed Sans TH" panose="020B0604020202020204" charset="-34"/>
            </a:endParaRPr>
          </a:p>
        </p:txBody>
      </p:sp>
      <p:sp>
        <p:nvSpPr>
          <p:cNvPr id="36" name="Hexagon 35">
            <a:extLst>
              <a:ext uri="{FF2B5EF4-FFF2-40B4-BE49-F238E27FC236}">
                <a16:creationId xmlns:a16="http://schemas.microsoft.com/office/drawing/2014/main" id="{714C0E7F-DE2F-CA22-0B84-5F0C01170503}"/>
              </a:ext>
            </a:extLst>
          </p:cNvPr>
          <p:cNvSpPr/>
          <p:nvPr/>
        </p:nvSpPr>
        <p:spPr bwMode="auto">
          <a:xfrm rot="5400000">
            <a:off x="2286686" y="5035066"/>
            <a:ext cx="640842" cy="552450"/>
          </a:xfrm>
          <a:prstGeom prst="hexagon">
            <a:avLst/>
          </a:prstGeom>
          <a:solidFill>
            <a:schemeClr val="bg1"/>
          </a:solidFill>
          <a:ln w="6350">
            <a:solidFill>
              <a:srgbClr val="19B5FE"/>
            </a:solidFill>
            <a:headEnd type="none" w="med" len="med"/>
            <a:tailEnd type="triangle" w="lg" len="lg"/>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US" sz="1800" dirty="0">
              <a:solidFill>
                <a:schemeClr val="tx1"/>
              </a:solidFill>
            </a:endParaRPr>
          </a:p>
        </p:txBody>
      </p:sp>
      <p:pic>
        <p:nvPicPr>
          <p:cNvPr id="37" name="Graphic 36" descr="Email with solid fill">
            <a:extLst>
              <a:ext uri="{FF2B5EF4-FFF2-40B4-BE49-F238E27FC236}">
                <a16:creationId xmlns:a16="http://schemas.microsoft.com/office/drawing/2014/main" id="{3062991C-C1A1-7428-0DFB-2EF3C3CBBBE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bwMode="black">
          <a:xfrm>
            <a:off x="2397255" y="5082576"/>
            <a:ext cx="419705" cy="419705"/>
          </a:xfrm>
          <a:prstGeom prst="rect">
            <a:avLst/>
          </a:prstGeom>
        </p:spPr>
      </p:pic>
      <p:sp>
        <p:nvSpPr>
          <p:cNvPr id="38" name="TextBox 37">
            <a:extLst>
              <a:ext uri="{FF2B5EF4-FFF2-40B4-BE49-F238E27FC236}">
                <a16:creationId xmlns:a16="http://schemas.microsoft.com/office/drawing/2014/main" id="{D36F0F01-DC34-364B-D008-4DA23198843C}"/>
              </a:ext>
            </a:extLst>
          </p:cNvPr>
          <p:cNvSpPr txBox="1"/>
          <p:nvPr/>
        </p:nvSpPr>
        <p:spPr>
          <a:xfrm>
            <a:off x="3040756" y="4960853"/>
            <a:ext cx="2529273" cy="400110"/>
          </a:xfrm>
          <a:prstGeom prst="rect">
            <a:avLst/>
          </a:prstGeom>
          <a:noFill/>
        </p:spPr>
        <p:txBody>
          <a:bodyPr wrap="square" rtlCol="0">
            <a:spAutoFit/>
          </a:bodyPr>
          <a:lstStyle/>
          <a:p>
            <a:pPr algn="l"/>
            <a:r>
              <a:rPr lang="th-TH" sz="2000" b="1" dirty="0"/>
              <a:t>อีเมล</a:t>
            </a:r>
            <a:r>
              <a:rPr lang="en-US" sz="2000" b="1" dirty="0"/>
              <a:t>:</a:t>
            </a:r>
          </a:p>
        </p:txBody>
      </p:sp>
      <p:sp>
        <p:nvSpPr>
          <p:cNvPr id="39" name="TextBox 38">
            <a:extLst>
              <a:ext uri="{FF2B5EF4-FFF2-40B4-BE49-F238E27FC236}">
                <a16:creationId xmlns:a16="http://schemas.microsoft.com/office/drawing/2014/main" id="{4C83482B-4DAB-D56F-89CC-3FF0DD49A87F}"/>
              </a:ext>
            </a:extLst>
          </p:cNvPr>
          <p:cNvSpPr txBox="1"/>
          <p:nvPr/>
        </p:nvSpPr>
        <p:spPr>
          <a:xfrm>
            <a:off x="3040756" y="5338505"/>
            <a:ext cx="2440925" cy="338554"/>
          </a:xfrm>
          <a:prstGeom prst="rect">
            <a:avLst/>
          </a:prstGeom>
          <a:noFill/>
        </p:spPr>
        <p:txBody>
          <a:bodyPr wrap="square" rtlCol="0">
            <a:spAutoFit/>
          </a:bodyPr>
          <a:lstStyle/>
          <a:p>
            <a:pPr algn="l"/>
            <a:r>
              <a:rPr lang="en-US" sz="1600" dirty="0"/>
              <a:t>training@9expert.co.th</a:t>
            </a:r>
            <a:endParaRPr lang="th-TH" sz="1600" dirty="0"/>
          </a:p>
        </p:txBody>
      </p:sp>
      <p:sp>
        <p:nvSpPr>
          <p:cNvPr id="2" name="TextBox 1">
            <a:extLst>
              <a:ext uri="{FF2B5EF4-FFF2-40B4-BE49-F238E27FC236}">
                <a16:creationId xmlns:a16="http://schemas.microsoft.com/office/drawing/2014/main" id="{2BAA1FC6-0628-22B3-003F-9007A21FFAE4}"/>
              </a:ext>
            </a:extLst>
          </p:cNvPr>
          <p:cNvSpPr txBox="1"/>
          <p:nvPr/>
        </p:nvSpPr>
        <p:spPr bwMode="hidden">
          <a:xfrm>
            <a:off x="2257936" y="1388265"/>
            <a:ext cx="7676128" cy="892552"/>
          </a:xfrm>
          <a:prstGeom prst="rect">
            <a:avLst/>
          </a:prstGeom>
          <a:noFill/>
        </p:spPr>
        <p:txBody>
          <a:bodyPr wrap="square">
            <a:spAutoFit/>
          </a:bodyPr>
          <a:lstStyle/>
          <a:p>
            <a:pPr algn="ctr"/>
            <a:r>
              <a:rPr lang="th-TH"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ขอบคุณทุกท่าน</a:t>
            </a:r>
            <a:endPar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endParaRPr>
          </a:p>
        </p:txBody>
      </p:sp>
      <p:sp>
        <p:nvSpPr>
          <p:cNvPr id="5" name="TextBox 4">
            <a:extLst>
              <a:ext uri="{FF2B5EF4-FFF2-40B4-BE49-F238E27FC236}">
                <a16:creationId xmlns:a16="http://schemas.microsoft.com/office/drawing/2014/main" id="{41EA51C9-CB94-01A4-C5B8-5133BA790921}"/>
              </a:ext>
            </a:extLst>
          </p:cNvPr>
          <p:cNvSpPr txBox="1"/>
          <p:nvPr/>
        </p:nvSpPr>
        <p:spPr>
          <a:xfrm>
            <a:off x="2257936" y="1395566"/>
            <a:ext cx="7676130" cy="892552"/>
          </a:xfrm>
          <a:prstGeom prst="rect">
            <a:avLst/>
          </a:prstGeom>
          <a:noFill/>
        </p:spPr>
        <p:txBody>
          <a:bodyPr wrap="square">
            <a:spAutoFit/>
          </a:bodyPr>
          <a:lstStyle/>
          <a:p>
            <a:pPr algn="ctr"/>
            <a:r>
              <a:rPr lang="th-TH" sz="5200" b="1" kern="1200" dirty="0">
                <a:solidFill>
                  <a:schemeClr val="accent2"/>
                </a:solidFill>
                <a:effectLst/>
                <a:latin typeface="+mn-lt"/>
                <a:ea typeface="+mj-ea"/>
                <a:cs typeface="LINE Seed Sans TH" panose="020B0303020203020204" pitchFamily="34" charset="-34"/>
              </a:rPr>
              <a:t>ขอบคุณทุกท่าน</a:t>
            </a:r>
            <a:endParaRPr lang="en-US" sz="5200" b="1" kern="1200" dirty="0">
              <a:solidFill>
                <a:schemeClr val="accent2"/>
              </a:solidFill>
              <a:effectLst/>
              <a:latin typeface="+mn-lt"/>
              <a:ea typeface="+mj-ea"/>
              <a:cs typeface="LINE Seed Sans TH" panose="020B0303020203020204" pitchFamily="34" charset="-34"/>
            </a:endParaRPr>
          </a:p>
        </p:txBody>
      </p:sp>
      <p:sp>
        <p:nvSpPr>
          <p:cNvPr id="15" name="TextBox 14">
            <a:extLst>
              <a:ext uri="{FF2B5EF4-FFF2-40B4-BE49-F238E27FC236}">
                <a16:creationId xmlns:a16="http://schemas.microsoft.com/office/drawing/2014/main" id="{CD8C4091-B69E-FCDC-AB95-AA988F9C0017}"/>
              </a:ext>
            </a:extLst>
          </p:cNvPr>
          <p:cNvSpPr txBox="1"/>
          <p:nvPr/>
        </p:nvSpPr>
        <p:spPr>
          <a:xfrm>
            <a:off x="2424383" y="2295420"/>
            <a:ext cx="7620000" cy="523220"/>
          </a:xfrm>
          <a:prstGeom prst="rect">
            <a:avLst/>
          </a:prstGeom>
          <a:noFill/>
        </p:spPr>
        <p:txBody>
          <a:bodyPr wrap="square">
            <a:spAutoFit/>
          </a:bodyPr>
          <a:lstStyle/>
          <a:p>
            <a:pPr algn="ctr"/>
            <a:r>
              <a:rPr lang="th-TH" sz="2800" b="1" dirty="0">
                <a:latin typeface="LINE Seed Sans TH" panose="020B0303020203020204" pitchFamily="34" charset="-34"/>
                <a:ea typeface="LINE Seed Sans TH" panose="020B0303020203020204" pitchFamily="34" charset="-34"/>
                <a:cs typeface="LINE Seed Sans TH" panose="020B0303020203020204" pitchFamily="34" charset="-34"/>
              </a:rPr>
              <a:t>ที่มาร่วมท่องไปในจักรวาลแห่งการเรียนรู้ที่ไม่สิ้นสุด</a:t>
            </a:r>
            <a:endParaRPr lang="th-TH" sz="1800" dirty="0">
              <a:latin typeface="LINE Seed Sans TH" panose="020B0303020203020204" pitchFamily="34" charset="-34"/>
              <a:ea typeface="LINE Seed Sans TH" panose="020B0303020203020204" pitchFamily="34" charset="-34"/>
              <a:cs typeface="LINE Seed Sans TH" panose="020B0303020203020204" pitchFamily="34" charset="-34"/>
            </a:endParaRPr>
          </a:p>
        </p:txBody>
      </p:sp>
      <p:sp>
        <p:nvSpPr>
          <p:cNvPr id="20" name="Footer Placeholder 4">
            <a:extLst>
              <a:ext uri="{FF2B5EF4-FFF2-40B4-BE49-F238E27FC236}">
                <a16:creationId xmlns:a16="http://schemas.microsoft.com/office/drawing/2014/main" id="{590281C4-7AE1-C8E7-4CDB-E0CA93ED9450}"/>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Tree>
    <p:extLst>
      <p:ext uri="{BB962C8B-B14F-4D97-AF65-F5344CB8AC3E}">
        <p14:creationId xmlns:p14="http://schemas.microsoft.com/office/powerpoint/2010/main" val="22778598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hank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6D9034A-C4C4-A322-FB05-19FF58E88ACE}"/>
              </a:ext>
            </a:extLst>
          </p:cNvPr>
          <p:cNvSpPr txBox="1"/>
          <p:nvPr/>
        </p:nvSpPr>
        <p:spPr>
          <a:xfrm>
            <a:off x="7418894" y="4015991"/>
            <a:ext cx="2529273" cy="400110"/>
          </a:xfrm>
          <a:prstGeom prst="rect">
            <a:avLst/>
          </a:prstGeom>
          <a:noFill/>
        </p:spPr>
        <p:txBody>
          <a:bodyPr wrap="square" rtlCol="0">
            <a:spAutoFit/>
          </a:bodyPr>
          <a:lstStyle/>
          <a:p>
            <a:pPr algn="l"/>
            <a:r>
              <a:rPr lang="th-TH" sz="2000" b="1" dirty="0"/>
              <a:t>หลักสูตรออนไลน์</a:t>
            </a:r>
            <a:r>
              <a:rPr lang="en-US" sz="2000" b="1" dirty="0"/>
              <a:t>:</a:t>
            </a:r>
          </a:p>
        </p:txBody>
      </p:sp>
      <p:sp>
        <p:nvSpPr>
          <p:cNvPr id="8" name="Hexagon 7">
            <a:extLst>
              <a:ext uri="{FF2B5EF4-FFF2-40B4-BE49-F238E27FC236}">
                <a16:creationId xmlns:a16="http://schemas.microsoft.com/office/drawing/2014/main" id="{38D2EBD3-97F4-A718-D41C-BC479954C4B0}"/>
              </a:ext>
            </a:extLst>
          </p:cNvPr>
          <p:cNvSpPr/>
          <p:nvPr/>
        </p:nvSpPr>
        <p:spPr bwMode="auto">
          <a:xfrm rot="5400000">
            <a:off x="2286686" y="4089518"/>
            <a:ext cx="640842" cy="552450"/>
          </a:xfrm>
          <a:prstGeom prst="hexagon">
            <a:avLst/>
          </a:prstGeom>
          <a:solidFill>
            <a:schemeClr val="bg1"/>
          </a:solidFill>
          <a:ln w="6350">
            <a:solidFill>
              <a:srgbClr val="19B5FE"/>
            </a:solidFill>
            <a:headEnd type="none" w="med" len="med"/>
            <a:tailEnd type="triangle" w="lg" len="lg"/>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US" sz="1800" dirty="0">
              <a:solidFill>
                <a:schemeClr val="tx1"/>
              </a:solidFill>
            </a:endParaRPr>
          </a:p>
        </p:txBody>
      </p:sp>
      <p:sp>
        <p:nvSpPr>
          <p:cNvPr id="9" name="TextBox 8">
            <a:extLst>
              <a:ext uri="{FF2B5EF4-FFF2-40B4-BE49-F238E27FC236}">
                <a16:creationId xmlns:a16="http://schemas.microsoft.com/office/drawing/2014/main" id="{E4229AC8-1791-8893-BED2-8B21EA7C8646}"/>
              </a:ext>
            </a:extLst>
          </p:cNvPr>
          <p:cNvSpPr txBox="1"/>
          <p:nvPr/>
        </p:nvSpPr>
        <p:spPr>
          <a:xfrm>
            <a:off x="7418894" y="4397015"/>
            <a:ext cx="3680907" cy="338554"/>
          </a:xfrm>
          <a:prstGeom prst="rect">
            <a:avLst/>
          </a:prstGeom>
          <a:noFill/>
        </p:spPr>
        <p:txBody>
          <a:bodyPr wrap="square" rtlCol="0">
            <a:spAutoFit/>
          </a:bodyPr>
          <a:lstStyle/>
          <a:p>
            <a:pPr algn="l"/>
            <a:r>
              <a:rPr lang="en-US" sz="1600" dirty="0"/>
              <a:t>https://acdemy.9experttraining.com</a:t>
            </a:r>
            <a:endParaRPr lang="th-TH" sz="1600" dirty="0"/>
          </a:p>
        </p:txBody>
      </p:sp>
      <p:sp>
        <p:nvSpPr>
          <p:cNvPr id="10" name="TextBox 9">
            <a:extLst>
              <a:ext uri="{FF2B5EF4-FFF2-40B4-BE49-F238E27FC236}">
                <a16:creationId xmlns:a16="http://schemas.microsoft.com/office/drawing/2014/main" id="{0E8FE40E-014E-9ECD-E504-C254571E03CD}"/>
              </a:ext>
            </a:extLst>
          </p:cNvPr>
          <p:cNvSpPr txBox="1"/>
          <p:nvPr/>
        </p:nvSpPr>
        <p:spPr>
          <a:xfrm>
            <a:off x="3040756" y="4015306"/>
            <a:ext cx="2529273" cy="400110"/>
          </a:xfrm>
          <a:prstGeom prst="rect">
            <a:avLst/>
          </a:prstGeom>
          <a:noFill/>
        </p:spPr>
        <p:txBody>
          <a:bodyPr wrap="square" rtlCol="0">
            <a:spAutoFit/>
          </a:bodyPr>
          <a:lstStyle/>
          <a:p>
            <a:pPr algn="l"/>
            <a:r>
              <a:rPr lang="th-TH" sz="2000" b="1" dirty="0"/>
              <a:t>หลักสูตรอื่น ๆ </a:t>
            </a:r>
            <a:r>
              <a:rPr lang="en-US" sz="2000" b="1" dirty="0"/>
              <a:t>:</a:t>
            </a:r>
          </a:p>
        </p:txBody>
      </p:sp>
      <p:sp>
        <p:nvSpPr>
          <p:cNvPr id="11" name="TextBox 10">
            <a:extLst>
              <a:ext uri="{FF2B5EF4-FFF2-40B4-BE49-F238E27FC236}">
                <a16:creationId xmlns:a16="http://schemas.microsoft.com/office/drawing/2014/main" id="{16AD4FD8-6A65-A281-99AC-0B4CBD98C37D}"/>
              </a:ext>
            </a:extLst>
          </p:cNvPr>
          <p:cNvSpPr txBox="1"/>
          <p:nvPr/>
        </p:nvSpPr>
        <p:spPr>
          <a:xfrm>
            <a:off x="3040756" y="4392957"/>
            <a:ext cx="3448059" cy="338554"/>
          </a:xfrm>
          <a:prstGeom prst="rect">
            <a:avLst/>
          </a:prstGeom>
          <a:noFill/>
        </p:spPr>
        <p:txBody>
          <a:bodyPr wrap="square" rtlCol="0">
            <a:spAutoFit/>
          </a:bodyPr>
          <a:lstStyle/>
          <a:p>
            <a:pPr algn="l"/>
            <a:r>
              <a:rPr lang="en-US" sz="1600" dirty="0"/>
              <a:t>https://www.9experttraining.com</a:t>
            </a:r>
            <a:endParaRPr lang="th-TH" sz="1600" dirty="0"/>
          </a:p>
        </p:txBody>
      </p:sp>
      <p:sp>
        <p:nvSpPr>
          <p:cNvPr id="12" name="Hexagon 11">
            <a:extLst>
              <a:ext uri="{FF2B5EF4-FFF2-40B4-BE49-F238E27FC236}">
                <a16:creationId xmlns:a16="http://schemas.microsoft.com/office/drawing/2014/main" id="{FB5BA128-24B5-C51A-3752-E2965F33B74A}"/>
              </a:ext>
            </a:extLst>
          </p:cNvPr>
          <p:cNvSpPr/>
          <p:nvPr/>
        </p:nvSpPr>
        <p:spPr bwMode="auto">
          <a:xfrm rot="5400000">
            <a:off x="6587908" y="4078020"/>
            <a:ext cx="640842" cy="552450"/>
          </a:xfrm>
          <a:prstGeom prst="hexagon">
            <a:avLst/>
          </a:prstGeom>
          <a:solidFill>
            <a:schemeClr val="bg1"/>
          </a:solidFill>
          <a:ln w="6350">
            <a:solidFill>
              <a:srgbClr val="19B5FE"/>
            </a:solidFill>
            <a:headEnd type="none" w="med" len="med"/>
            <a:tailEnd type="triangle" w="lg" len="lg"/>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US" sz="1800" dirty="0">
              <a:solidFill>
                <a:schemeClr val="tx1"/>
              </a:solidFill>
            </a:endParaRPr>
          </a:p>
        </p:txBody>
      </p:sp>
      <p:sp>
        <p:nvSpPr>
          <p:cNvPr id="25" name="TextBox 24">
            <a:extLst>
              <a:ext uri="{FF2B5EF4-FFF2-40B4-BE49-F238E27FC236}">
                <a16:creationId xmlns:a16="http://schemas.microsoft.com/office/drawing/2014/main" id="{1F161DB5-1947-4FD8-0D6D-AC487ED32673}"/>
              </a:ext>
            </a:extLst>
          </p:cNvPr>
          <p:cNvSpPr txBox="1"/>
          <p:nvPr/>
        </p:nvSpPr>
        <p:spPr>
          <a:xfrm>
            <a:off x="7435430" y="4901330"/>
            <a:ext cx="2529273" cy="400110"/>
          </a:xfrm>
          <a:prstGeom prst="rect">
            <a:avLst/>
          </a:prstGeom>
          <a:noFill/>
        </p:spPr>
        <p:txBody>
          <a:bodyPr wrap="square" rtlCol="0">
            <a:spAutoFit/>
          </a:bodyPr>
          <a:lstStyle/>
          <a:p>
            <a:pPr algn="l"/>
            <a:r>
              <a:rPr lang="th-TH" sz="2000" b="1" dirty="0"/>
              <a:t>เบอร์โทรศัพท์</a:t>
            </a:r>
            <a:r>
              <a:rPr lang="en-US" sz="2000" b="1" dirty="0"/>
              <a:t>:</a:t>
            </a:r>
          </a:p>
        </p:txBody>
      </p:sp>
      <p:sp>
        <p:nvSpPr>
          <p:cNvPr id="26" name="Hexagon 25">
            <a:extLst>
              <a:ext uri="{FF2B5EF4-FFF2-40B4-BE49-F238E27FC236}">
                <a16:creationId xmlns:a16="http://schemas.microsoft.com/office/drawing/2014/main" id="{EBB63F96-64B6-CDF7-3307-D6CC16D439BD}"/>
              </a:ext>
            </a:extLst>
          </p:cNvPr>
          <p:cNvSpPr/>
          <p:nvPr/>
        </p:nvSpPr>
        <p:spPr bwMode="auto">
          <a:xfrm rot="5400000">
            <a:off x="6604443" y="5006744"/>
            <a:ext cx="640842" cy="552450"/>
          </a:xfrm>
          <a:prstGeom prst="hexagon">
            <a:avLst/>
          </a:prstGeom>
          <a:solidFill>
            <a:schemeClr val="bg1"/>
          </a:solidFill>
          <a:ln w="6350">
            <a:solidFill>
              <a:srgbClr val="19B5FE"/>
            </a:solidFill>
            <a:headEnd type="none" w="med" len="med"/>
            <a:tailEnd type="triangle" w="lg" len="lg"/>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US" sz="1800" dirty="0">
              <a:solidFill>
                <a:schemeClr val="tx1"/>
              </a:solidFill>
            </a:endParaRPr>
          </a:p>
        </p:txBody>
      </p:sp>
      <p:sp>
        <p:nvSpPr>
          <p:cNvPr id="27" name="TextBox 26">
            <a:extLst>
              <a:ext uri="{FF2B5EF4-FFF2-40B4-BE49-F238E27FC236}">
                <a16:creationId xmlns:a16="http://schemas.microsoft.com/office/drawing/2014/main" id="{F5212391-1B42-6E13-AFC6-749CD70788BC}"/>
              </a:ext>
            </a:extLst>
          </p:cNvPr>
          <p:cNvSpPr txBox="1"/>
          <p:nvPr/>
        </p:nvSpPr>
        <p:spPr>
          <a:xfrm>
            <a:off x="7436959" y="5293157"/>
            <a:ext cx="1623480" cy="338554"/>
          </a:xfrm>
          <a:prstGeom prst="rect">
            <a:avLst/>
          </a:prstGeom>
          <a:noFill/>
        </p:spPr>
        <p:txBody>
          <a:bodyPr wrap="square" rtlCol="0">
            <a:spAutoFit/>
          </a:bodyPr>
          <a:lstStyle/>
          <a:p>
            <a:pPr algn="l"/>
            <a:r>
              <a:rPr lang="en-US" sz="1600" dirty="0"/>
              <a:t>02-219-4304</a:t>
            </a:r>
            <a:endParaRPr lang="th-TH" sz="1600" dirty="0"/>
          </a:p>
        </p:txBody>
      </p:sp>
      <p:pic>
        <p:nvPicPr>
          <p:cNvPr id="29" name="Graphic 28" descr="Open book with solid fill">
            <a:extLst>
              <a:ext uri="{FF2B5EF4-FFF2-40B4-BE49-F238E27FC236}">
                <a16:creationId xmlns:a16="http://schemas.microsoft.com/office/drawing/2014/main" id="{1853036B-6761-A313-D927-8DF9971194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black">
          <a:xfrm>
            <a:off x="2397255" y="4168081"/>
            <a:ext cx="419705" cy="419705"/>
          </a:xfrm>
          <a:prstGeom prst="rect">
            <a:avLst/>
          </a:prstGeom>
        </p:spPr>
      </p:pic>
      <p:pic>
        <p:nvPicPr>
          <p:cNvPr id="30" name="Graphic 29" descr="Internet with solid fill">
            <a:extLst>
              <a:ext uri="{FF2B5EF4-FFF2-40B4-BE49-F238E27FC236}">
                <a16:creationId xmlns:a16="http://schemas.microsoft.com/office/drawing/2014/main" id="{5AE15025-E44F-CCC6-9873-D53C192BF1D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bwMode="black">
          <a:xfrm>
            <a:off x="6698476" y="4144392"/>
            <a:ext cx="419705" cy="419705"/>
          </a:xfrm>
          <a:prstGeom prst="rect">
            <a:avLst/>
          </a:prstGeom>
        </p:spPr>
      </p:pic>
      <p:pic>
        <p:nvPicPr>
          <p:cNvPr id="31" name="Graphic 30" descr="Receiver with solid fill">
            <a:extLst>
              <a:ext uri="{FF2B5EF4-FFF2-40B4-BE49-F238E27FC236}">
                <a16:creationId xmlns:a16="http://schemas.microsoft.com/office/drawing/2014/main" id="{09283FAD-6E90-26A4-7A47-A00395392696}"/>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bwMode="black">
          <a:xfrm>
            <a:off x="6741929" y="5101557"/>
            <a:ext cx="365869" cy="365869"/>
          </a:xfrm>
          <a:prstGeom prst="rect">
            <a:avLst/>
          </a:prstGeom>
        </p:spPr>
      </p:pic>
      <p:sp>
        <p:nvSpPr>
          <p:cNvPr id="35" name="TextBox 34">
            <a:extLst>
              <a:ext uri="{FF2B5EF4-FFF2-40B4-BE49-F238E27FC236}">
                <a16:creationId xmlns:a16="http://schemas.microsoft.com/office/drawing/2014/main" id="{B2A8CEBF-AFC7-EF08-BED3-3A6D16D2B607}"/>
              </a:ext>
            </a:extLst>
          </p:cNvPr>
          <p:cNvSpPr txBox="1"/>
          <p:nvPr/>
        </p:nvSpPr>
        <p:spPr bwMode="gray">
          <a:xfrm>
            <a:off x="1328058" y="2944156"/>
            <a:ext cx="9535886" cy="846386"/>
          </a:xfrm>
          <a:prstGeom prst="rect">
            <a:avLst/>
          </a:prstGeom>
          <a:solidFill>
            <a:schemeClr val="accent5"/>
          </a:solidFill>
          <a:ln w="12700">
            <a:solidFill>
              <a:srgbClr val="EAEAEA"/>
            </a:solidFill>
          </a:ln>
        </p:spPr>
        <p:txBody>
          <a:bodyPr wrap="square" tIns="182880" rtlCol="0">
            <a:spAutoFit/>
          </a:bodyPr>
          <a:lstStyle/>
          <a:p>
            <a:pPr algn="ctr"/>
            <a:r>
              <a:rPr lang="th-TH" sz="4000" b="1" dirty="0">
                <a:solidFill>
                  <a:schemeClr val="tx1"/>
                </a:solidFill>
                <a:latin typeface="LINE Seed Sans TH" panose="020B0604020202020204" charset="-34"/>
                <a:ea typeface="LINE Seed Sans TH" panose="020B0604020202020204" charset="-34"/>
                <a:cs typeface="LINE Seed Sans TH" panose="020B0604020202020204" charset="-34"/>
              </a:rPr>
              <a:t>พิเศษ</a:t>
            </a:r>
            <a:r>
              <a:rPr lang="en-US" sz="4000" b="1" dirty="0">
                <a:solidFill>
                  <a:schemeClr val="tx1"/>
                </a:solidFill>
                <a:latin typeface="LINE Seed Sans TH" panose="020B0604020202020204" charset="-34"/>
                <a:ea typeface="LINE Seed Sans TH" panose="020B0604020202020204" charset="-34"/>
                <a:cs typeface="LINE Seed Sans TH" panose="020B0604020202020204" charset="-34"/>
              </a:rPr>
              <a:t> ! </a:t>
            </a:r>
            <a:r>
              <a:rPr lang="th-TH" sz="4000" b="1" dirty="0">
                <a:solidFill>
                  <a:schemeClr val="tx1"/>
                </a:solidFill>
                <a:latin typeface="LINE Seed Sans TH" panose="020B0604020202020204" charset="-34"/>
                <a:ea typeface="LINE Seed Sans TH" panose="020B0604020202020204" charset="-34"/>
                <a:cs typeface="LINE Seed Sans TH" panose="020B0604020202020204" charset="-34"/>
              </a:rPr>
              <a:t>โปรโมชันศิษย์เก่ามีส่วนลด </a:t>
            </a:r>
            <a:r>
              <a:rPr lang="en-US" sz="4000" b="1" dirty="0">
                <a:solidFill>
                  <a:schemeClr val="tx1"/>
                </a:solidFill>
                <a:latin typeface="LINE Seed Sans TH" panose="020B0604020202020204" charset="-34"/>
                <a:ea typeface="LINE Seed Sans TH" panose="020B0604020202020204" charset="-34"/>
                <a:cs typeface="LINE Seed Sans TH" panose="020B0604020202020204" charset="-34"/>
              </a:rPr>
              <a:t>10% !!!</a:t>
            </a:r>
            <a:endParaRPr lang="th-TH" sz="4000" b="1" dirty="0">
              <a:solidFill>
                <a:schemeClr val="tx1"/>
              </a:solidFill>
              <a:latin typeface="LINE Seed Sans TH" panose="020B0604020202020204" charset="-34"/>
              <a:ea typeface="LINE Seed Sans TH" panose="020B0604020202020204" charset="-34"/>
              <a:cs typeface="LINE Seed Sans TH" panose="020B0604020202020204" charset="-34"/>
            </a:endParaRPr>
          </a:p>
        </p:txBody>
      </p:sp>
      <p:sp>
        <p:nvSpPr>
          <p:cNvPr id="36" name="Hexagon 35">
            <a:extLst>
              <a:ext uri="{FF2B5EF4-FFF2-40B4-BE49-F238E27FC236}">
                <a16:creationId xmlns:a16="http://schemas.microsoft.com/office/drawing/2014/main" id="{714C0E7F-DE2F-CA22-0B84-5F0C01170503}"/>
              </a:ext>
            </a:extLst>
          </p:cNvPr>
          <p:cNvSpPr/>
          <p:nvPr/>
        </p:nvSpPr>
        <p:spPr bwMode="auto">
          <a:xfrm rot="5400000">
            <a:off x="2286686" y="5035066"/>
            <a:ext cx="640842" cy="552450"/>
          </a:xfrm>
          <a:prstGeom prst="hexagon">
            <a:avLst/>
          </a:prstGeom>
          <a:solidFill>
            <a:schemeClr val="bg1"/>
          </a:solidFill>
          <a:ln w="6350">
            <a:solidFill>
              <a:srgbClr val="19B5FE"/>
            </a:solidFill>
            <a:headEnd type="none" w="med" len="med"/>
            <a:tailEnd type="triangle" w="lg" len="lg"/>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US" sz="1800" dirty="0">
              <a:solidFill>
                <a:schemeClr val="tx1"/>
              </a:solidFill>
            </a:endParaRPr>
          </a:p>
        </p:txBody>
      </p:sp>
      <p:pic>
        <p:nvPicPr>
          <p:cNvPr id="37" name="Graphic 36" descr="Email with solid fill">
            <a:extLst>
              <a:ext uri="{FF2B5EF4-FFF2-40B4-BE49-F238E27FC236}">
                <a16:creationId xmlns:a16="http://schemas.microsoft.com/office/drawing/2014/main" id="{3062991C-C1A1-7428-0DFB-2EF3C3CBBBE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bwMode="black">
          <a:xfrm>
            <a:off x="2397255" y="5082576"/>
            <a:ext cx="419705" cy="419705"/>
          </a:xfrm>
          <a:prstGeom prst="rect">
            <a:avLst/>
          </a:prstGeom>
        </p:spPr>
      </p:pic>
      <p:sp>
        <p:nvSpPr>
          <p:cNvPr id="38" name="TextBox 37">
            <a:extLst>
              <a:ext uri="{FF2B5EF4-FFF2-40B4-BE49-F238E27FC236}">
                <a16:creationId xmlns:a16="http://schemas.microsoft.com/office/drawing/2014/main" id="{D36F0F01-DC34-364B-D008-4DA23198843C}"/>
              </a:ext>
            </a:extLst>
          </p:cNvPr>
          <p:cNvSpPr txBox="1"/>
          <p:nvPr/>
        </p:nvSpPr>
        <p:spPr>
          <a:xfrm>
            <a:off x="3040756" y="4960853"/>
            <a:ext cx="2529273" cy="400110"/>
          </a:xfrm>
          <a:prstGeom prst="rect">
            <a:avLst/>
          </a:prstGeom>
          <a:noFill/>
        </p:spPr>
        <p:txBody>
          <a:bodyPr wrap="square" rtlCol="0">
            <a:spAutoFit/>
          </a:bodyPr>
          <a:lstStyle/>
          <a:p>
            <a:pPr algn="l"/>
            <a:r>
              <a:rPr lang="th-TH" sz="2000" b="1" dirty="0"/>
              <a:t>อีเมล</a:t>
            </a:r>
            <a:r>
              <a:rPr lang="en-US" sz="2000" b="1" dirty="0"/>
              <a:t>:</a:t>
            </a:r>
          </a:p>
        </p:txBody>
      </p:sp>
      <p:sp>
        <p:nvSpPr>
          <p:cNvPr id="39" name="TextBox 38">
            <a:extLst>
              <a:ext uri="{FF2B5EF4-FFF2-40B4-BE49-F238E27FC236}">
                <a16:creationId xmlns:a16="http://schemas.microsoft.com/office/drawing/2014/main" id="{4C83482B-4DAB-D56F-89CC-3FF0DD49A87F}"/>
              </a:ext>
            </a:extLst>
          </p:cNvPr>
          <p:cNvSpPr txBox="1"/>
          <p:nvPr/>
        </p:nvSpPr>
        <p:spPr>
          <a:xfrm>
            <a:off x="3040756" y="5338505"/>
            <a:ext cx="2440925" cy="338554"/>
          </a:xfrm>
          <a:prstGeom prst="rect">
            <a:avLst/>
          </a:prstGeom>
          <a:noFill/>
        </p:spPr>
        <p:txBody>
          <a:bodyPr wrap="square" rtlCol="0">
            <a:spAutoFit/>
          </a:bodyPr>
          <a:lstStyle/>
          <a:p>
            <a:pPr algn="l"/>
            <a:r>
              <a:rPr lang="en-US" sz="1600" dirty="0"/>
              <a:t>training@9expert.co.th</a:t>
            </a:r>
            <a:endParaRPr lang="th-TH" sz="1600" dirty="0"/>
          </a:p>
        </p:txBody>
      </p:sp>
      <p:sp>
        <p:nvSpPr>
          <p:cNvPr id="2" name="TextBox 1">
            <a:extLst>
              <a:ext uri="{FF2B5EF4-FFF2-40B4-BE49-F238E27FC236}">
                <a16:creationId xmlns:a16="http://schemas.microsoft.com/office/drawing/2014/main" id="{2BAA1FC6-0628-22B3-003F-9007A21FFAE4}"/>
              </a:ext>
            </a:extLst>
          </p:cNvPr>
          <p:cNvSpPr txBox="1"/>
          <p:nvPr/>
        </p:nvSpPr>
        <p:spPr bwMode="hidden">
          <a:xfrm>
            <a:off x="2257936" y="1388265"/>
            <a:ext cx="7676128" cy="892552"/>
          </a:xfrm>
          <a:prstGeom prst="rect">
            <a:avLst/>
          </a:prstGeom>
          <a:noFill/>
        </p:spPr>
        <p:txBody>
          <a:bodyPr wrap="square">
            <a:spAutoFit/>
          </a:bodyPr>
          <a:lstStyle/>
          <a:p>
            <a:pPr algn="ctr"/>
            <a:r>
              <a:rPr lang="th-TH"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rPr>
              <a:t>ขอบคุณทุกท่าน</a:t>
            </a:r>
            <a:endParaRPr lang="en-US" sz="5200" b="1" kern="1200" dirty="0">
              <a:solidFill>
                <a:schemeClr val="accent2"/>
              </a:solidFill>
              <a:effectLst>
                <a:reflection blurRad="76200" stA="28000" endPos="38000" dir="5400000" sy="-100000" algn="bl" rotWithShape="0"/>
              </a:effectLst>
              <a:latin typeface="+mn-lt"/>
              <a:ea typeface="+mj-ea"/>
              <a:cs typeface="LINE Seed Sans TH" panose="020B0303020203020204" pitchFamily="34" charset="-34"/>
            </a:endParaRPr>
          </a:p>
        </p:txBody>
      </p:sp>
      <p:sp>
        <p:nvSpPr>
          <p:cNvPr id="5" name="TextBox 4">
            <a:extLst>
              <a:ext uri="{FF2B5EF4-FFF2-40B4-BE49-F238E27FC236}">
                <a16:creationId xmlns:a16="http://schemas.microsoft.com/office/drawing/2014/main" id="{41EA51C9-CB94-01A4-C5B8-5133BA790921}"/>
              </a:ext>
            </a:extLst>
          </p:cNvPr>
          <p:cNvSpPr txBox="1"/>
          <p:nvPr/>
        </p:nvSpPr>
        <p:spPr>
          <a:xfrm>
            <a:off x="2257936" y="1395566"/>
            <a:ext cx="7676130" cy="892552"/>
          </a:xfrm>
          <a:prstGeom prst="rect">
            <a:avLst/>
          </a:prstGeom>
          <a:noFill/>
        </p:spPr>
        <p:txBody>
          <a:bodyPr wrap="square">
            <a:spAutoFit/>
          </a:bodyPr>
          <a:lstStyle/>
          <a:p>
            <a:pPr algn="ctr"/>
            <a:r>
              <a:rPr lang="th-TH" sz="5200" b="1" kern="1200" dirty="0">
                <a:solidFill>
                  <a:schemeClr val="accent2"/>
                </a:solidFill>
                <a:effectLst/>
                <a:latin typeface="+mn-lt"/>
                <a:ea typeface="+mj-ea"/>
                <a:cs typeface="LINE Seed Sans TH" panose="020B0303020203020204" pitchFamily="34" charset="-34"/>
              </a:rPr>
              <a:t>ขอบคุณทุกท่าน</a:t>
            </a:r>
            <a:endParaRPr lang="en-US" sz="5200" b="1" kern="1200" dirty="0">
              <a:solidFill>
                <a:schemeClr val="accent2"/>
              </a:solidFill>
              <a:effectLst/>
              <a:latin typeface="+mn-lt"/>
              <a:ea typeface="+mj-ea"/>
              <a:cs typeface="LINE Seed Sans TH" panose="020B0303020203020204" pitchFamily="34" charset="-34"/>
            </a:endParaRPr>
          </a:p>
        </p:txBody>
      </p:sp>
      <p:sp>
        <p:nvSpPr>
          <p:cNvPr id="15" name="TextBox 14">
            <a:extLst>
              <a:ext uri="{FF2B5EF4-FFF2-40B4-BE49-F238E27FC236}">
                <a16:creationId xmlns:a16="http://schemas.microsoft.com/office/drawing/2014/main" id="{CD8C4091-B69E-FCDC-AB95-AA988F9C0017}"/>
              </a:ext>
            </a:extLst>
          </p:cNvPr>
          <p:cNvSpPr txBox="1"/>
          <p:nvPr/>
        </p:nvSpPr>
        <p:spPr>
          <a:xfrm>
            <a:off x="2424383" y="2295420"/>
            <a:ext cx="7620000" cy="523220"/>
          </a:xfrm>
          <a:prstGeom prst="rect">
            <a:avLst/>
          </a:prstGeom>
          <a:noFill/>
        </p:spPr>
        <p:txBody>
          <a:bodyPr wrap="square">
            <a:spAutoFit/>
          </a:bodyPr>
          <a:lstStyle/>
          <a:p>
            <a:pPr algn="ctr"/>
            <a:r>
              <a:rPr lang="th-TH" sz="2800" b="1" dirty="0">
                <a:latin typeface="LINE Seed Sans TH" panose="020B0303020203020204" pitchFamily="34" charset="-34"/>
                <a:ea typeface="LINE Seed Sans TH" panose="020B0303020203020204" pitchFamily="34" charset="-34"/>
                <a:cs typeface="LINE Seed Sans TH" panose="020B0303020203020204" pitchFamily="34" charset="-34"/>
              </a:rPr>
              <a:t>ที่มาร่วมท่องไปในจักรวาลแห่งการเรียนรู้ที่ไม่สิ้นสุด</a:t>
            </a:r>
            <a:endParaRPr lang="th-TH" sz="1800" dirty="0">
              <a:latin typeface="LINE Seed Sans TH" panose="020B0303020203020204" pitchFamily="34" charset="-34"/>
              <a:ea typeface="LINE Seed Sans TH" panose="020B0303020203020204" pitchFamily="34" charset="-34"/>
              <a:cs typeface="LINE Seed Sans TH" panose="020B0303020203020204" pitchFamily="34" charset="-34"/>
            </a:endParaRPr>
          </a:p>
        </p:txBody>
      </p:sp>
      <p:sp>
        <p:nvSpPr>
          <p:cNvPr id="20" name="Footer Placeholder 4">
            <a:extLst>
              <a:ext uri="{FF2B5EF4-FFF2-40B4-BE49-F238E27FC236}">
                <a16:creationId xmlns:a16="http://schemas.microsoft.com/office/drawing/2014/main" id="{590281C4-7AE1-C8E7-4CDB-E0CA93ED9450}"/>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Tree>
    <p:extLst>
      <p:ext uri="{BB962C8B-B14F-4D97-AF65-F5344CB8AC3E}">
        <p14:creationId xmlns:p14="http://schemas.microsoft.com/office/powerpoint/2010/main" val="22778598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End_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Box 3">
            <a:extLst>
              <a:ext uri="{FF2B5EF4-FFF2-40B4-BE49-F238E27FC236}">
                <a16:creationId xmlns:a16="http://schemas.microsoft.com/office/drawing/2014/main" id="{6AD1F74B-773A-3B80-A7D6-27311F97ECD1}"/>
              </a:ext>
            </a:extLst>
          </p:cNvPr>
          <p:cNvSpPr txBox="1">
            <a:spLocks noChangeArrowheads="1"/>
          </p:cNvSpPr>
          <p:nvPr/>
        </p:nvSpPr>
        <p:spPr bwMode="blackWhite">
          <a:xfrm>
            <a:off x="838203" y="5117196"/>
            <a:ext cx="9406687" cy="909740"/>
          </a:xfrm>
          <a:prstGeom prst="rect">
            <a:avLst/>
          </a:prstGeom>
          <a:noFill/>
          <a:ln w="12700">
            <a:noFill/>
            <a:miter lim="800000"/>
            <a:headEnd type="none" w="sm" len="sm"/>
            <a:tailEnd type="none" w="sm" len="sm"/>
          </a:ln>
          <a:effectLst/>
        </p:spPr>
        <p:txBody>
          <a:bodyPr vert="horz" wrap="square" lIns="134464" tIns="107571" rIns="134464" bIns="107571" numCol="1" anchor="t" anchorCtr="0" compatLnSpc="1">
            <a:prstTxWarp prst="textNoShape">
              <a:avLst/>
            </a:prstTxWarp>
            <a:spAutoFit/>
          </a:bodyPr>
          <a:lstStyle/>
          <a:p>
            <a:pPr algn="just" fontAlgn="base">
              <a:spcBef>
                <a:spcPct val="0"/>
              </a:spcBef>
              <a:spcAft>
                <a:spcPct val="0"/>
              </a:spcAft>
            </a:pPr>
            <a:r>
              <a:rPr lang="en-US" sz="900" dirty="0">
                <a:solidFill>
                  <a:schemeClr val="bg2"/>
                </a:solidFill>
                <a:latin typeface="+mn-lt"/>
                <a:cs typeface="DB Heavent" panose="02000506060000020004" pitchFamily="2" charset="-34"/>
              </a:rPr>
              <a:t>9Expert © 2026 9Expert Co., Ltd &amp; entire material © 2026 9EXPERT Corp unless noted otherwise. Some slides contain  copyrighted materials by other authors, as individually attributed or as already covered by 9Expert Copyright ownerships. All rights reserved. The information herein is for informational purposes only and represents the current view of 9Expert Co., Ltd as of the date of this presentation. Because Project 9Expert must respond to changing market conditions, it should not be interpreted to be a commitment on the part of 9Expert, and 9Expert cannot guarantee the accuracy of any information provided after the date of this presentation. 9Expert makes no warranties, express, implied or statutory, as to the information in this presentation. E&amp;OE.</a:t>
            </a:r>
          </a:p>
        </p:txBody>
      </p:sp>
      <p:pic>
        <p:nvPicPr>
          <p:cNvPr id="6" name="Picture 5">
            <a:extLst>
              <a:ext uri="{FF2B5EF4-FFF2-40B4-BE49-F238E27FC236}">
                <a16:creationId xmlns:a16="http://schemas.microsoft.com/office/drawing/2014/main" id="{281025CD-AA60-A753-C904-B4E8341199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63874" y="5013798"/>
            <a:ext cx="1116534" cy="1116534"/>
          </a:xfrm>
          <a:prstGeom prst="rect">
            <a:avLst/>
          </a:prstGeom>
        </p:spPr>
      </p:pic>
      <p:pic>
        <p:nvPicPr>
          <p:cNvPr id="8" name="Picture 7">
            <a:extLst>
              <a:ext uri="{FF2B5EF4-FFF2-40B4-BE49-F238E27FC236}">
                <a16:creationId xmlns:a16="http://schemas.microsoft.com/office/drawing/2014/main" id="{EE42B19E-693C-552F-21F5-180820ACA37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black">
          <a:xfrm>
            <a:off x="2802894" y="1950728"/>
            <a:ext cx="6586211" cy="2160277"/>
          </a:xfrm>
          <a:prstGeom prst="rect">
            <a:avLst/>
          </a:prstGeom>
        </p:spPr>
      </p:pic>
    </p:spTree>
    <p:extLst>
      <p:ext uri="{BB962C8B-B14F-4D97-AF65-F5344CB8AC3E}">
        <p14:creationId xmlns:p14="http://schemas.microsoft.com/office/powerpoint/2010/main" val="30087040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Index_Layout">
    <p:bg>
      <p:bgPr>
        <a:solidFill>
          <a:srgbClr val="FFFFFF"/>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10515600" cy="4516207"/>
          </a:xfrm>
        </p:spPr>
        <p:txBody>
          <a:bodyPr numCol="2"/>
          <a:lstStyle>
            <a:lvl1pPr>
              <a:defRPr>
                <a:cs typeface="+mn-cs"/>
              </a:defRPr>
            </a:lvl1pPr>
            <a:lvl2pPr>
              <a:defRPr>
                <a:cs typeface="+mn-cs"/>
              </a:defRPr>
            </a:lvl2pPr>
            <a:lvl3pPr>
              <a:defRPr>
                <a:cs typeface="+mn-cs"/>
              </a:defRPr>
            </a:lvl3pPr>
            <a:lvl4pPr>
              <a:defRPr>
                <a:cs typeface="+mn-cs"/>
              </a:defRPr>
            </a:lvl4pPr>
            <a:lvl5pPr>
              <a:defRPr>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dirty="0"/>
          </a:p>
        </p:txBody>
      </p:sp>
      <p:sp>
        <p:nvSpPr>
          <p:cNvPr id="5" name="TextBox 4">
            <a:extLst>
              <a:ext uri="{FF2B5EF4-FFF2-40B4-BE49-F238E27FC236}">
                <a16:creationId xmlns:a16="http://schemas.microsoft.com/office/drawing/2014/main" id="{0B9FDF98-A7B2-AB80-1B80-F75582485FAD}"/>
              </a:ext>
            </a:extLst>
          </p:cNvPr>
          <p:cNvSpPr txBox="1"/>
          <p:nvPr/>
        </p:nvSpPr>
        <p:spPr>
          <a:xfrm>
            <a:off x="1017038" y="753278"/>
            <a:ext cx="9293290" cy="584775"/>
          </a:xfrm>
          <a:prstGeom prst="rect">
            <a:avLst/>
          </a:prstGeom>
          <a:noFill/>
        </p:spPr>
        <p:txBody>
          <a:bodyPr wrap="square" rtlCol="0" anchor="ctr">
            <a:spAutoFit/>
          </a:bodyPr>
          <a:lstStyle/>
          <a:p>
            <a:r>
              <a:rPr lang="th-TH" sz="3200" b="1" dirty="0">
                <a:solidFill>
                  <a:schemeClr val="tx2"/>
                </a:solidFill>
                <a:latin typeface="LINE Seed Sans TH" panose="020B0303020203020204" pitchFamily="34" charset="-34"/>
                <a:ea typeface="LINE Seed Sans TH" panose="020B0303020203020204" pitchFamily="34" charset="-34"/>
                <a:cs typeface="LINE Seed Sans TH" panose="020B0303020203020204" pitchFamily="34" charset="-34"/>
              </a:rPr>
              <a:t>สารบัญ</a:t>
            </a:r>
          </a:p>
        </p:txBody>
      </p:sp>
      <p:sp>
        <p:nvSpPr>
          <p:cNvPr id="14" name="Footer Placeholder 4">
            <a:extLst>
              <a:ext uri="{FF2B5EF4-FFF2-40B4-BE49-F238E27FC236}">
                <a16:creationId xmlns:a16="http://schemas.microsoft.com/office/drawing/2014/main" id="{A6D7DD56-375D-C74B-14B1-EC7113FB8AB4}"/>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5" name="Slide Number Placeholder 5">
            <a:extLst>
              <a:ext uri="{FF2B5EF4-FFF2-40B4-BE49-F238E27FC236}">
                <a16:creationId xmlns:a16="http://schemas.microsoft.com/office/drawing/2014/main" id="{E8DD9D4B-BCDC-5CC2-A704-DE30D9A0BC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13062324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Content_Layout">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normAutofit/>
          </a:bodyPr>
          <a:lstStyle>
            <a:lvl1pPr>
              <a:defRPr sz="2800"/>
            </a:lvl1p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10515600" cy="4494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15" name="Footer Placeholder 4">
            <a:extLst>
              <a:ext uri="{FF2B5EF4-FFF2-40B4-BE49-F238E27FC236}">
                <a16:creationId xmlns:a16="http://schemas.microsoft.com/office/drawing/2014/main" id="{6BF4E426-CA9D-A26E-513D-9A6156099137}"/>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6" name="Slide Number Placeholder 5">
            <a:extLst>
              <a:ext uri="{FF2B5EF4-FFF2-40B4-BE49-F238E27FC236}">
                <a16:creationId xmlns:a16="http://schemas.microsoft.com/office/drawing/2014/main" id="{3000481F-7082-6144-220E-421C41566A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4588310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Roadmap_Layout">
    <p:bg>
      <p:bgPr>
        <a:solidFill>
          <a:srgbClr val="FFFFFF"/>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Footer Placeholder 4">
            <a:extLst>
              <a:ext uri="{FF2B5EF4-FFF2-40B4-BE49-F238E27FC236}">
                <a16:creationId xmlns:a16="http://schemas.microsoft.com/office/drawing/2014/main" id="{6BF4E426-CA9D-A26E-513D-9A6156099137}"/>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6" name="Slide Number Placeholder 5">
            <a:extLst>
              <a:ext uri="{FF2B5EF4-FFF2-40B4-BE49-F238E27FC236}">
                <a16:creationId xmlns:a16="http://schemas.microsoft.com/office/drawing/2014/main" id="{3000481F-7082-6144-220E-421C41566A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
        <p:nvSpPr>
          <p:cNvPr id="62" name="TextBox 61">
            <a:extLst>
              <a:ext uri="{FF2B5EF4-FFF2-40B4-BE49-F238E27FC236}">
                <a16:creationId xmlns:a16="http://schemas.microsoft.com/office/drawing/2014/main" id="{DF61F4E9-126C-7B15-683F-3B45F8D8F472}"/>
              </a:ext>
            </a:extLst>
          </p:cNvPr>
          <p:cNvSpPr txBox="1"/>
          <p:nvPr/>
        </p:nvSpPr>
        <p:spPr>
          <a:xfrm>
            <a:off x="578744" y="2637938"/>
            <a:ext cx="2201706" cy="476726"/>
          </a:xfrm>
          <a:prstGeom prst="roundRect">
            <a:avLst/>
          </a:prstGeom>
          <a:noFill/>
        </p:spPr>
        <p:txBody>
          <a:bodyPr wrap="square" rtlCol="0">
            <a:spAutoFit/>
          </a:bodyPr>
          <a:lstStyle>
            <a:defPPr>
              <a:defRPr lang="th-TH"/>
            </a:defPPr>
            <a:lvl1pPr algn="ctr">
              <a:defRPr sz="1100" b="1"/>
            </a:lvl1pPr>
          </a:lstStyle>
          <a:p>
            <a:pPr lvl="0"/>
            <a:r>
              <a:rPr lang="en-US" sz="1100" dirty="0"/>
              <a:t>Power BI Desktop for Business Analytics</a:t>
            </a:r>
          </a:p>
        </p:txBody>
      </p:sp>
      <p:sp>
        <p:nvSpPr>
          <p:cNvPr id="63" name="TextBox 62">
            <a:extLst>
              <a:ext uri="{FF2B5EF4-FFF2-40B4-BE49-F238E27FC236}">
                <a16:creationId xmlns:a16="http://schemas.microsoft.com/office/drawing/2014/main" id="{D16C304B-5F95-7312-A2A9-069ABB529798}"/>
              </a:ext>
            </a:extLst>
          </p:cNvPr>
          <p:cNvSpPr txBox="1"/>
          <p:nvPr/>
        </p:nvSpPr>
        <p:spPr>
          <a:xfrm>
            <a:off x="381877" y="4143657"/>
            <a:ext cx="2595440" cy="338554"/>
          </a:xfrm>
          <a:prstGeom prst="rect">
            <a:avLst/>
          </a:prstGeom>
          <a:noFill/>
        </p:spPr>
        <p:txBody>
          <a:bodyPr wrap="square" rtlCol="0">
            <a:spAutoFit/>
          </a:bodyPr>
          <a:lstStyle>
            <a:defPPr>
              <a:defRPr lang="th-TH"/>
            </a:defPPr>
            <a:lvl1pPr algn="ctr">
              <a:defRPr sz="800"/>
            </a:lvl1pPr>
          </a:lstStyle>
          <a:p>
            <a:pPr lvl="0"/>
            <a:r>
              <a:rPr lang="th-TH" sz="800" dirty="0"/>
              <a:t>เริ่มต้นการใช้งาน </a:t>
            </a:r>
            <a:r>
              <a:rPr lang="en-US" sz="800" dirty="0"/>
              <a:t>Power BI Desktop </a:t>
            </a:r>
            <a:br>
              <a:rPr lang="en-US" sz="800" dirty="0"/>
            </a:br>
            <a:r>
              <a:rPr lang="th-TH" sz="800" dirty="0"/>
              <a:t>ในงานด้าน </a:t>
            </a:r>
            <a:r>
              <a:rPr lang="en-US" sz="800" dirty="0"/>
              <a:t>Business Analytics</a:t>
            </a:r>
          </a:p>
        </p:txBody>
      </p:sp>
      <p:cxnSp>
        <p:nvCxnSpPr>
          <p:cNvPr id="64" name="Connector: Elbow 63">
            <a:extLst>
              <a:ext uri="{FF2B5EF4-FFF2-40B4-BE49-F238E27FC236}">
                <a16:creationId xmlns:a16="http://schemas.microsoft.com/office/drawing/2014/main" id="{F18E27FF-3138-9567-6328-E376EF58E52B}"/>
              </a:ext>
            </a:extLst>
          </p:cNvPr>
          <p:cNvCxnSpPr>
            <a:cxnSpLocks/>
            <a:stCxn id="80" idx="3"/>
            <a:endCxn id="84" idx="1"/>
          </p:cNvCxnSpPr>
          <p:nvPr/>
        </p:nvCxnSpPr>
        <p:spPr>
          <a:xfrm flipV="1">
            <a:off x="8823878" y="2211108"/>
            <a:ext cx="971379" cy="1373982"/>
          </a:xfrm>
          <a:prstGeom prst="bentConnector3">
            <a:avLst>
              <a:gd name="adj1" fmla="val 50000"/>
            </a:avLst>
          </a:prstGeom>
          <a:ln w="34925" cap="rnd">
            <a:solidFill>
              <a:srgbClr val="19B5FE"/>
            </a:solidFill>
            <a:tailEnd type="triangle"/>
          </a:ln>
        </p:spPr>
        <p:style>
          <a:lnRef idx="2">
            <a:schemeClr val="accent1"/>
          </a:lnRef>
          <a:fillRef idx="0">
            <a:schemeClr val="accent1"/>
          </a:fillRef>
          <a:effectRef idx="1">
            <a:schemeClr val="accent1"/>
          </a:effectRef>
          <a:fontRef idx="minor">
            <a:schemeClr val="tx1"/>
          </a:fontRef>
        </p:style>
      </p:cxnSp>
      <p:grpSp>
        <p:nvGrpSpPr>
          <p:cNvPr id="65" name="Group 64">
            <a:extLst>
              <a:ext uri="{FF2B5EF4-FFF2-40B4-BE49-F238E27FC236}">
                <a16:creationId xmlns:a16="http://schemas.microsoft.com/office/drawing/2014/main" id="{2377BEE5-0D54-832F-1BD3-7DBBF0FDEFE0}"/>
              </a:ext>
            </a:extLst>
          </p:cNvPr>
          <p:cNvGrpSpPr/>
          <p:nvPr/>
        </p:nvGrpSpPr>
        <p:grpSpPr>
          <a:xfrm>
            <a:off x="936972" y="3214133"/>
            <a:ext cx="1523449" cy="741915"/>
            <a:chOff x="1025599" y="2861782"/>
            <a:chExt cx="1872098" cy="911706"/>
          </a:xfrm>
        </p:grpSpPr>
        <p:pic>
          <p:nvPicPr>
            <p:cNvPr id="66" name="Picture 65">
              <a:extLst>
                <a:ext uri="{FF2B5EF4-FFF2-40B4-BE49-F238E27FC236}">
                  <a16:creationId xmlns:a16="http://schemas.microsoft.com/office/drawing/2014/main" id="{AEF72AA5-3B40-4928-9F9C-52CDF57DC3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67" name="Picture 2">
              <a:extLst>
                <a:ext uri="{FF2B5EF4-FFF2-40B4-BE49-F238E27FC236}">
                  <a16:creationId xmlns:a16="http://schemas.microsoft.com/office/drawing/2014/main" id="{1113A190-3A90-6DF6-856E-BADD83B99EF3}"/>
                </a:ext>
              </a:extLst>
            </p:cNvPr>
            <p:cNvPicPr>
              <a:picLocks noChangeAspect="1" noChangeArrowheads="1"/>
            </p:cNvPicPr>
            <p:nvPr/>
          </p:nvPicPr>
          <p:blipFill>
            <a:blip r:embed="rId3"/>
            <a:srcRect/>
            <a:stretch/>
          </p:blipFill>
          <p:spPr bwMode="auto">
            <a:xfrm>
              <a:off x="2086062" y="2911817"/>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grpSp>
        <p:nvGrpSpPr>
          <p:cNvPr id="68" name="Group 67">
            <a:extLst>
              <a:ext uri="{FF2B5EF4-FFF2-40B4-BE49-F238E27FC236}">
                <a16:creationId xmlns:a16="http://schemas.microsoft.com/office/drawing/2014/main" id="{FC7D1D3E-37C4-2FDA-6066-3B10E3278752}"/>
              </a:ext>
            </a:extLst>
          </p:cNvPr>
          <p:cNvGrpSpPr/>
          <p:nvPr/>
        </p:nvGrpSpPr>
        <p:grpSpPr>
          <a:xfrm>
            <a:off x="3085106" y="3215582"/>
            <a:ext cx="1517492" cy="739014"/>
            <a:chOff x="1025599" y="2861782"/>
            <a:chExt cx="1872098" cy="911706"/>
          </a:xfrm>
        </p:grpSpPr>
        <p:pic>
          <p:nvPicPr>
            <p:cNvPr id="69" name="Picture 68">
              <a:extLst>
                <a:ext uri="{FF2B5EF4-FFF2-40B4-BE49-F238E27FC236}">
                  <a16:creationId xmlns:a16="http://schemas.microsoft.com/office/drawing/2014/main" id="{9B7C0614-9F75-CF38-415E-C0FAA213F7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70" name="Picture 2">
              <a:extLst>
                <a:ext uri="{FF2B5EF4-FFF2-40B4-BE49-F238E27FC236}">
                  <a16:creationId xmlns:a16="http://schemas.microsoft.com/office/drawing/2014/main" id="{797EB7D1-6040-B388-7F89-3713D3CC6BB8}"/>
                </a:ext>
              </a:extLst>
            </p:cNvPr>
            <p:cNvPicPr>
              <a:picLocks noChangeAspect="1" noChangeArrowheads="1"/>
            </p:cNvPicPr>
            <p:nvPr/>
          </p:nvPicPr>
          <p:blipFill>
            <a:blip r:embed="rId5"/>
            <a:srcRect t="431" b="431"/>
            <a:stretch/>
          </p:blipFill>
          <p:spPr bwMode="auto">
            <a:xfrm>
              <a:off x="2086062" y="2911817"/>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71" name="TextBox 70">
            <a:extLst>
              <a:ext uri="{FF2B5EF4-FFF2-40B4-BE49-F238E27FC236}">
                <a16:creationId xmlns:a16="http://schemas.microsoft.com/office/drawing/2014/main" id="{F9623526-0CC8-4521-0A38-07E4DA6D28FE}"/>
              </a:ext>
            </a:extLst>
          </p:cNvPr>
          <p:cNvSpPr txBox="1"/>
          <p:nvPr/>
        </p:nvSpPr>
        <p:spPr>
          <a:xfrm>
            <a:off x="2835820" y="4082623"/>
            <a:ext cx="2016066" cy="338554"/>
          </a:xfrm>
          <a:prstGeom prst="rect">
            <a:avLst/>
          </a:prstGeom>
          <a:noFill/>
        </p:spPr>
        <p:txBody>
          <a:bodyPr wrap="square" rtlCol="0">
            <a:spAutoFit/>
          </a:bodyPr>
          <a:lstStyle/>
          <a:p>
            <a:pPr algn="ctr"/>
            <a:r>
              <a:rPr lang="th-TH" sz="800" dirty="0"/>
              <a:t>เจาะลึกการใช้งาน </a:t>
            </a:r>
            <a:r>
              <a:rPr lang="en-US" sz="800" dirty="0"/>
              <a:t>Power Query </a:t>
            </a:r>
            <a:r>
              <a:rPr lang="th-TH" sz="800" dirty="0"/>
              <a:t>บน </a:t>
            </a:r>
            <a:r>
              <a:rPr lang="en-US" sz="800" dirty="0"/>
              <a:t>Power BI </a:t>
            </a:r>
            <a:r>
              <a:rPr lang="th-TH" sz="800" dirty="0"/>
              <a:t>และการทำ </a:t>
            </a:r>
            <a:r>
              <a:rPr lang="en-US" sz="800" dirty="0"/>
              <a:t>ETL </a:t>
            </a:r>
            <a:r>
              <a:rPr lang="th-TH" sz="800" dirty="0"/>
              <a:t>ข้อมูลอย่างมีประสิทธิภาพ</a:t>
            </a:r>
          </a:p>
        </p:txBody>
      </p:sp>
      <p:sp>
        <p:nvSpPr>
          <p:cNvPr id="72" name="TextBox 71">
            <a:extLst>
              <a:ext uri="{FF2B5EF4-FFF2-40B4-BE49-F238E27FC236}">
                <a16:creationId xmlns:a16="http://schemas.microsoft.com/office/drawing/2014/main" id="{F395368B-3743-7E41-EE87-7C1FCC20793D}"/>
              </a:ext>
            </a:extLst>
          </p:cNvPr>
          <p:cNvSpPr txBox="1"/>
          <p:nvPr/>
        </p:nvSpPr>
        <p:spPr>
          <a:xfrm>
            <a:off x="3044052" y="2666424"/>
            <a:ext cx="1599600" cy="476726"/>
          </a:xfrm>
          <a:prstGeom prst="roundRect">
            <a:avLst/>
          </a:prstGeom>
          <a:noFill/>
        </p:spPr>
        <p:txBody>
          <a:bodyPr wrap="square" rtlCol="0">
            <a:spAutoFit/>
          </a:bodyPr>
          <a:lstStyle/>
          <a:p>
            <a:pPr algn="ctr"/>
            <a:r>
              <a:rPr lang="en-US" sz="1100" b="1" dirty="0">
                <a:solidFill>
                  <a:schemeClr val="tx1"/>
                </a:solidFill>
              </a:rPr>
              <a:t>Power BI Advanced </a:t>
            </a:r>
            <a:br>
              <a:rPr lang="en-US" sz="1100" b="1" dirty="0">
                <a:solidFill>
                  <a:schemeClr val="tx1"/>
                </a:solidFill>
              </a:rPr>
            </a:br>
            <a:r>
              <a:rPr lang="en-US" sz="1100" b="1" dirty="0">
                <a:solidFill>
                  <a:schemeClr val="tx1"/>
                </a:solidFill>
              </a:rPr>
              <a:t>Power Query</a:t>
            </a:r>
          </a:p>
        </p:txBody>
      </p:sp>
      <p:grpSp>
        <p:nvGrpSpPr>
          <p:cNvPr id="73" name="Group 72">
            <a:extLst>
              <a:ext uri="{FF2B5EF4-FFF2-40B4-BE49-F238E27FC236}">
                <a16:creationId xmlns:a16="http://schemas.microsoft.com/office/drawing/2014/main" id="{06F2E696-498B-FA95-1851-9D115C409E22}"/>
              </a:ext>
            </a:extLst>
          </p:cNvPr>
          <p:cNvGrpSpPr/>
          <p:nvPr/>
        </p:nvGrpSpPr>
        <p:grpSpPr>
          <a:xfrm>
            <a:off x="5178553" y="3215582"/>
            <a:ext cx="1517492" cy="739014"/>
            <a:chOff x="1025599" y="2861782"/>
            <a:chExt cx="1872098" cy="911706"/>
          </a:xfrm>
        </p:grpSpPr>
        <p:pic>
          <p:nvPicPr>
            <p:cNvPr id="74" name="Picture 73">
              <a:extLst>
                <a:ext uri="{FF2B5EF4-FFF2-40B4-BE49-F238E27FC236}">
                  <a16:creationId xmlns:a16="http://schemas.microsoft.com/office/drawing/2014/main" id="{2C51400A-9455-3879-4748-0A0DC49A5D2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75" name="Picture 2">
              <a:extLst>
                <a:ext uri="{FF2B5EF4-FFF2-40B4-BE49-F238E27FC236}">
                  <a16:creationId xmlns:a16="http://schemas.microsoft.com/office/drawing/2014/main" id="{5FC351D7-655B-9C92-DE41-653A60D995E4}"/>
                </a:ext>
              </a:extLst>
            </p:cNvPr>
            <p:cNvPicPr>
              <a:picLocks noChangeAspect="1" noChangeArrowheads="1"/>
            </p:cNvPicPr>
            <p:nvPr/>
          </p:nvPicPr>
          <p:blipFill>
            <a:blip r:embed="rId6"/>
            <a:srcRect/>
            <a:stretch/>
          </p:blipFill>
          <p:spPr bwMode="auto">
            <a:xfrm>
              <a:off x="2086062" y="2911818"/>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76" name="TextBox 75">
            <a:extLst>
              <a:ext uri="{FF2B5EF4-FFF2-40B4-BE49-F238E27FC236}">
                <a16:creationId xmlns:a16="http://schemas.microsoft.com/office/drawing/2014/main" id="{F65871DD-B485-2BE2-1E7C-44E044FFCEC8}"/>
              </a:ext>
            </a:extLst>
          </p:cNvPr>
          <p:cNvSpPr txBox="1"/>
          <p:nvPr/>
        </p:nvSpPr>
        <p:spPr>
          <a:xfrm>
            <a:off x="5130121" y="4082623"/>
            <a:ext cx="1614356" cy="338554"/>
          </a:xfrm>
          <a:prstGeom prst="rect">
            <a:avLst/>
          </a:prstGeom>
          <a:noFill/>
        </p:spPr>
        <p:txBody>
          <a:bodyPr wrap="square" rtlCol="0">
            <a:spAutoFit/>
          </a:bodyPr>
          <a:lstStyle/>
          <a:p>
            <a:pPr algn="ctr"/>
            <a:r>
              <a:rPr lang="th-TH" sz="800" dirty="0"/>
              <a:t>เรียนรู้และรู้จักกับภาษา </a:t>
            </a:r>
            <a:r>
              <a:rPr lang="en-US" sz="800" dirty="0"/>
              <a:t>DAX </a:t>
            </a:r>
            <a:br>
              <a:rPr lang="en-US" sz="800" dirty="0"/>
            </a:br>
            <a:r>
              <a:rPr lang="th-TH" sz="800" dirty="0"/>
              <a:t>เพื่อสร้างการคำนวณบน </a:t>
            </a:r>
            <a:r>
              <a:rPr lang="en-US" sz="800" dirty="0"/>
              <a:t>Power BI</a:t>
            </a:r>
          </a:p>
        </p:txBody>
      </p:sp>
      <p:sp>
        <p:nvSpPr>
          <p:cNvPr id="77" name="TextBox 76">
            <a:extLst>
              <a:ext uri="{FF2B5EF4-FFF2-40B4-BE49-F238E27FC236}">
                <a16:creationId xmlns:a16="http://schemas.microsoft.com/office/drawing/2014/main" id="{6169C8F4-6328-918E-0C5E-46BDA44A67DC}"/>
              </a:ext>
            </a:extLst>
          </p:cNvPr>
          <p:cNvSpPr txBox="1"/>
          <p:nvPr/>
        </p:nvSpPr>
        <p:spPr>
          <a:xfrm>
            <a:off x="4983285" y="2674936"/>
            <a:ext cx="1908031" cy="459700"/>
          </a:xfrm>
          <a:prstGeom prst="roundRect">
            <a:avLst/>
          </a:prstGeom>
          <a:noFill/>
        </p:spPr>
        <p:txBody>
          <a:bodyPr wrap="square" rtlCol="0">
            <a:spAutoFit/>
          </a:bodyPr>
          <a:lstStyle/>
          <a:p>
            <a:pPr algn="ctr"/>
            <a:r>
              <a:rPr lang="en-US" sz="1050" b="1" dirty="0">
                <a:solidFill>
                  <a:schemeClr val="tx1"/>
                </a:solidFill>
              </a:rPr>
              <a:t>Data Analysis Expression (DAX) for Power BI</a:t>
            </a:r>
          </a:p>
        </p:txBody>
      </p:sp>
      <p:grpSp>
        <p:nvGrpSpPr>
          <p:cNvPr id="78" name="Group 77">
            <a:extLst>
              <a:ext uri="{FF2B5EF4-FFF2-40B4-BE49-F238E27FC236}">
                <a16:creationId xmlns:a16="http://schemas.microsoft.com/office/drawing/2014/main" id="{73886704-CD2F-1864-57D5-602D3296C931}"/>
              </a:ext>
            </a:extLst>
          </p:cNvPr>
          <p:cNvGrpSpPr/>
          <p:nvPr/>
        </p:nvGrpSpPr>
        <p:grpSpPr>
          <a:xfrm>
            <a:off x="7306385" y="3215582"/>
            <a:ext cx="1517492" cy="739014"/>
            <a:chOff x="1025599" y="2861782"/>
            <a:chExt cx="1872098" cy="911706"/>
          </a:xfrm>
        </p:grpSpPr>
        <p:pic>
          <p:nvPicPr>
            <p:cNvPr id="79" name="Picture 78">
              <a:extLst>
                <a:ext uri="{FF2B5EF4-FFF2-40B4-BE49-F238E27FC236}">
                  <a16:creationId xmlns:a16="http://schemas.microsoft.com/office/drawing/2014/main" id="{897FA422-A56A-12AF-8705-7F3BD82214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80" name="Picture 2">
              <a:extLst>
                <a:ext uri="{FF2B5EF4-FFF2-40B4-BE49-F238E27FC236}">
                  <a16:creationId xmlns:a16="http://schemas.microsoft.com/office/drawing/2014/main" id="{6DD89993-AF01-5E46-6CAF-599581DC274C}"/>
                </a:ext>
              </a:extLst>
            </p:cNvPr>
            <p:cNvPicPr>
              <a:picLocks noChangeAspect="1" noChangeArrowheads="1"/>
            </p:cNvPicPr>
            <p:nvPr/>
          </p:nvPicPr>
          <p:blipFill>
            <a:blip r:embed="rId6"/>
            <a:srcRect/>
            <a:stretch/>
          </p:blipFill>
          <p:spPr bwMode="auto">
            <a:xfrm>
              <a:off x="2086062" y="2911818"/>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81" name="TextBox 80">
            <a:extLst>
              <a:ext uri="{FF2B5EF4-FFF2-40B4-BE49-F238E27FC236}">
                <a16:creationId xmlns:a16="http://schemas.microsoft.com/office/drawing/2014/main" id="{A72CE540-D2CB-2511-23A5-2673BB6B1332}"/>
              </a:ext>
            </a:extLst>
          </p:cNvPr>
          <p:cNvSpPr txBox="1"/>
          <p:nvPr/>
        </p:nvSpPr>
        <p:spPr>
          <a:xfrm>
            <a:off x="6801526" y="4066713"/>
            <a:ext cx="2487746" cy="415498"/>
          </a:xfrm>
          <a:prstGeom prst="rect">
            <a:avLst/>
          </a:prstGeom>
          <a:noFill/>
        </p:spPr>
        <p:txBody>
          <a:bodyPr wrap="square" rtlCol="0">
            <a:spAutoFit/>
          </a:bodyPr>
          <a:lstStyle/>
          <a:p>
            <a:pPr algn="ctr"/>
            <a:r>
              <a:rPr lang="th-TH" sz="1050" dirty="0"/>
              <a:t>สร้าง </a:t>
            </a:r>
            <a:r>
              <a:rPr lang="en-US" sz="1050" dirty="0"/>
              <a:t>Report </a:t>
            </a:r>
            <a:r>
              <a:rPr lang="th-TH" sz="1050" dirty="0"/>
              <a:t>ด้วย </a:t>
            </a:r>
            <a:r>
              <a:rPr lang="en-US" sz="1050" dirty="0"/>
              <a:t>Visualization </a:t>
            </a:r>
            <a:r>
              <a:rPr lang="th-TH" sz="1050" dirty="0"/>
              <a:t>ต่าง ๆ </a:t>
            </a:r>
            <a:br>
              <a:rPr lang="en-US" sz="1050" dirty="0"/>
            </a:br>
            <a:r>
              <a:rPr lang="th-TH" sz="1050" dirty="0"/>
              <a:t>บน </a:t>
            </a:r>
            <a:r>
              <a:rPr lang="en-US" sz="1050" dirty="0"/>
              <a:t>Power BI </a:t>
            </a:r>
            <a:r>
              <a:rPr lang="th-TH" sz="1050" dirty="0"/>
              <a:t>และรู้จักเครื่องมือ </a:t>
            </a:r>
            <a:r>
              <a:rPr lang="en-US" sz="1050" dirty="0"/>
              <a:t>AI </a:t>
            </a:r>
          </a:p>
        </p:txBody>
      </p:sp>
      <p:sp>
        <p:nvSpPr>
          <p:cNvPr id="82" name="TextBox 81">
            <a:extLst>
              <a:ext uri="{FF2B5EF4-FFF2-40B4-BE49-F238E27FC236}">
                <a16:creationId xmlns:a16="http://schemas.microsoft.com/office/drawing/2014/main" id="{872C1A07-0286-0021-E29E-45E6E1999D68}"/>
              </a:ext>
            </a:extLst>
          </p:cNvPr>
          <p:cNvSpPr txBox="1"/>
          <p:nvPr/>
        </p:nvSpPr>
        <p:spPr bwMode="blackWhite">
          <a:xfrm>
            <a:off x="6998773" y="2601286"/>
            <a:ext cx="2132716" cy="578882"/>
          </a:xfrm>
          <a:prstGeom prst="roundRect">
            <a:avLst/>
          </a:prstGeom>
          <a:solidFill>
            <a:schemeClr val="accent1">
              <a:lumMod val="20000"/>
              <a:lumOff val="80000"/>
            </a:schemeClr>
          </a:solidFill>
        </p:spPr>
        <p:txBody>
          <a:bodyPr wrap="square" rtlCol="0">
            <a:spAutoFit/>
          </a:bodyPr>
          <a:lstStyle>
            <a:defPPr>
              <a:defRPr lang="th-TH"/>
            </a:defPPr>
            <a:lvl1pPr algn="ctr">
              <a:defRPr sz="1400" b="1">
                <a:solidFill>
                  <a:schemeClr val="accent1"/>
                </a:solidFill>
              </a:defRPr>
            </a:lvl1pPr>
          </a:lstStyle>
          <a:p>
            <a:pPr lvl="0"/>
            <a:r>
              <a:rPr lang="en-US" sz="1400" dirty="0"/>
              <a:t>Power BI Advanced </a:t>
            </a:r>
            <a:br>
              <a:rPr lang="en-US" sz="1400" dirty="0"/>
            </a:br>
            <a:r>
              <a:rPr lang="en-US" sz="1400" dirty="0"/>
              <a:t>Visualization and AI</a:t>
            </a:r>
          </a:p>
        </p:txBody>
      </p:sp>
      <p:grpSp>
        <p:nvGrpSpPr>
          <p:cNvPr id="83" name="Group 82">
            <a:extLst>
              <a:ext uri="{FF2B5EF4-FFF2-40B4-BE49-F238E27FC236}">
                <a16:creationId xmlns:a16="http://schemas.microsoft.com/office/drawing/2014/main" id="{24C4B485-22D7-3B55-4706-BC006593BBC5}"/>
              </a:ext>
            </a:extLst>
          </p:cNvPr>
          <p:cNvGrpSpPr/>
          <p:nvPr/>
        </p:nvGrpSpPr>
        <p:grpSpPr>
          <a:xfrm>
            <a:off x="9795256" y="1841600"/>
            <a:ext cx="1517492" cy="739014"/>
            <a:chOff x="1025599" y="2861782"/>
            <a:chExt cx="1872098" cy="911706"/>
          </a:xfrm>
        </p:grpSpPr>
        <p:pic>
          <p:nvPicPr>
            <p:cNvPr id="84" name="Picture 83">
              <a:extLst>
                <a:ext uri="{FF2B5EF4-FFF2-40B4-BE49-F238E27FC236}">
                  <a16:creationId xmlns:a16="http://schemas.microsoft.com/office/drawing/2014/main" id="{DC206365-DE0C-4E8E-48E2-FD079841A2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85" name="Picture 2">
              <a:extLst>
                <a:ext uri="{FF2B5EF4-FFF2-40B4-BE49-F238E27FC236}">
                  <a16:creationId xmlns:a16="http://schemas.microsoft.com/office/drawing/2014/main" id="{1A2033D0-F371-AF21-3BC7-B0EEBE0BF8CD}"/>
                </a:ext>
              </a:extLst>
            </p:cNvPr>
            <p:cNvPicPr>
              <a:picLocks noChangeAspect="1" noChangeArrowheads="1"/>
            </p:cNvPicPr>
            <p:nvPr/>
          </p:nvPicPr>
          <p:blipFill>
            <a:blip r:embed="rId7"/>
            <a:srcRect l="431" r="431"/>
            <a:stretch/>
          </p:blipFill>
          <p:spPr bwMode="auto">
            <a:xfrm>
              <a:off x="2086062" y="2911818"/>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86" name="TextBox 85">
            <a:extLst>
              <a:ext uri="{FF2B5EF4-FFF2-40B4-BE49-F238E27FC236}">
                <a16:creationId xmlns:a16="http://schemas.microsoft.com/office/drawing/2014/main" id="{0DC32A9D-8961-8578-B56F-959535A9010B}"/>
              </a:ext>
            </a:extLst>
          </p:cNvPr>
          <p:cNvSpPr txBox="1"/>
          <p:nvPr/>
        </p:nvSpPr>
        <p:spPr>
          <a:xfrm>
            <a:off x="9754202" y="2700929"/>
            <a:ext cx="1599600" cy="338554"/>
          </a:xfrm>
          <a:prstGeom prst="rect">
            <a:avLst/>
          </a:prstGeom>
          <a:noFill/>
        </p:spPr>
        <p:txBody>
          <a:bodyPr wrap="square" rtlCol="0">
            <a:spAutoFit/>
          </a:bodyPr>
          <a:lstStyle/>
          <a:p>
            <a:pPr algn="ctr"/>
            <a:r>
              <a:rPr lang="th-TH" sz="800" dirty="0"/>
              <a:t>เรียนรู้วิธีการจัดการ </a:t>
            </a:r>
            <a:br>
              <a:rPr lang="en-US" sz="800" dirty="0"/>
            </a:br>
            <a:r>
              <a:rPr lang="en-US" sz="800" dirty="0"/>
              <a:t>Data Model </a:t>
            </a:r>
            <a:r>
              <a:rPr lang="th-TH" sz="800" dirty="0"/>
              <a:t>บน </a:t>
            </a:r>
            <a:r>
              <a:rPr lang="en-US" sz="800" dirty="0"/>
              <a:t>Power  BI</a:t>
            </a:r>
          </a:p>
        </p:txBody>
      </p:sp>
      <p:sp>
        <p:nvSpPr>
          <p:cNvPr id="87" name="TextBox 86">
            <a:extLst>
              <a:ext uri="{FF2B5EF4-FFF2-40B4-BE49-F238E27FC236}">
                <a16:creationId xmlns:a16="http://schemas.microsoft.com/office/drawing/2014/main" id="{B3E3626A-F844-67A6-D614-2F5BDDE12B63}"/>
              </a:ext>
            </a:extLst>
          </p:cNvPr>
          <p:cNvSpPr txBox="1"/>
          <p:nvPr/>
        </p:nvSpPr>
        <p:spPr>
          <a:xfrm>
            <a:off x="9970496" y="1334383"/>
            <a:ext cx="1167014" cy="459700"/>
          </a:xfrm>
          <a:prstGeom prst="roundRect">
            <a:avLst/>
          </a:prstGeom>
          <a:noFill/>
        </p:spPr>
        <p:txBody>
          <a:bodyPr wrap="square" rtlCol="0">
            <a:spAutoFit/>
          </a:bodyPr>
          <a:lstStyle/>
          <a:p>
            <a:pPr algn="ctr"/>
            <a:r>
              <a:rPr lang="en-US" sz="1050" b="1" dirty="0">
                <a:solidFill>
                  <a:schemeClr val="tx1"/>
                </a:solidFill>
              </a:rPr>
              <a:t>Data Model</a:t>
            </a:r>
            <a:br>
              <a:rPr lang="en-US" sz="1050" b="1" dirty="0">
                <a:solidFill>
                  <a:schemeClr val="tx1"/>
                </a:solidFill>
              </a:rPr>
            </a:br>
            <a:r>
              <a:rPr lang="en-US" sz="1050" b="1" dirty="0">
                <a:solidFill>
                  <a:schemeClr val="tx1"/>
                </a:solidFill>
              </a:rPr>
              <a:t> for Power BI</a:t>
            </a:r>
          </a:p>
        </p:txBody>
      </p:sp>
      <p:grpSp>
        <p:nvGrpSpPr>
          <p:cNvPr id="88" name="Group 87">
            <a:extLst>
              <a:ext uri="{FF2B5EF4-FFF2-40B4-BE49-F238E27FC236}">
                <a16:creationId xmlns:a16="http://schemas.microsoft.com/office/drawing/2014/main" id="{D191E55D-9C1C-1C79-B1AC-C4A28779B085}"/>
              </a:ext>
            </a:extLst>
          </p:cNvPr>
          <p:cNvGrpSpPr/>
          <p:nvPr/>
        </p:nvGrpSpPr>
        <p:grpSpPr>
          <a:xfrm>
            <a:off x="9795256" y="4054364"/>
            <a:ext cx="1517492" cy="739014"/>
            <a:chOff x="1025599" y="2861782"/>
            <a:chExt cx="1872098" cy="911706"/>
          </a:xfrm>
        </p:grpSpPr>
        <p:pic>
          <p:nvPicPr>
            <p:cNvPr id="89" name="Picture 88">
              <a:extLst>
                <a:ext uri="{FF2B5EF4-FFF2-40B4-BE49-F238E27FC236}">
                  <a16:creationId xmlns:a16="http://schemas.microsoft.com/office/drawing/2014/main" id="{9933D040-1764-AB61-4ED7-5B102824E4A8}"/>
                </a:ext>
              </a:extLst>
            </p:cNvPr>
            <p:cNvPicPr>
              <a:picLocks noChangeAspect="1"/>
            </p:cNvPicPr>
            <p:nvPr/>
          </p:nvPicPr>
          <p:blipFill>
            <a:blip r:embed="rId8"/>
            <a:srcRect/>
            <a:stretch/>
          </p:blipFill>
          <p:spPr>
            <a:xfrm>
              <a:off x="1025599" y="2861782"/>
              <a:ext cx="911706" cy="911706"/>
            </a:xfrm>
            <a:prstGeom prst="rect">
              <a:avLst/>
            </a:prstGeom>
          </p:spPr>
        </p:pic>
        <p:pic>
          <p:nvPicPr>
            <p:cNvPr id="90" name="Picture 2">
              <a:extLst>
                <a:ext uri="{FF2B5EF4-FFF2-40B4-BE49-F238E27FC236}">
                  <a16:creationId xmlns:a16="http://schemas.microsoft.com/office/drawing/2014/main" id="{0DBB951F-2101-7204-8A3A-CFE93FF4D794}"/>
                </a:ext>
              </a:extLst>
            </p:cNvPr>
            <p:cNvPicPr>
              <a:picLocks noChangeAspect="1" noChangeArrowheads="1"/>
            </p:cNvPicPr>
            <p:nvPr/>
          </p:nvPicPr>
          <p:blipFill>
            <a:blip r:embed="rId9"/>
            <a:srcRect/>
            <a:stretch/>
          </p:blipFill>
          <p:spPr bwMode="auto">
            <a:xfrm>
              <a:off x="2086062" y="2911818"/>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91" name="TextBox 90">
            <a:extLst>
              <a:ext uri="{FF2B5EF4-FFF2-40B4-BE49-F238E27FC236}">
                <a16:creationId xmlns:a16="http://schemas.microsoft.com/office/drawing/2014/main" id="{F66D570B-FB76-C075-E322-5FBDC23E1D22}"/>
              </a:ext>
            </a:extLst>
          </p:cNvPr>
          <p:cNvSpPr txBox="1"/>
          <p:nvPr/>
        </p:nvSpPr>
        <p:spPr>
          <a:xfrm>
            <a:off x="9754202" y="4913691"/>
            <a:ext cx="1599600" cy="338554"/>
          </a:xfrm>
          <a:prstGeom prst="rect">
            <a:avLst/>
          </a:prstGeom>
          <a:noFill/>
        </p:spPr>
        <p:txBody>
          <a:bodyPr wrap="square" rtlCol="0">
            <a:spAutoFit/>
          </a:bodyPr>
          <a:lstStyle/>
          <a:p>
            <a:pPr algn="ctr"/>
            <a:r>
              <a:rPr lang="th-TH" sz="800" dirty="0"/>
              <a:t>เรียนรู้เครื่องมือ</a:t>
            </a:r>
            <a:br>
              <a:rPr lang="en-US" sz="800" dirty="0"/>
            </a:br>
            <a:r>
              <a:rPr lang="th-TH" sz="800" dirty="0"/>
              <a:t>ด้าน </a:t>
            </a:r>
            <a:r>
              <a:rPr lang="en-US" sz="800" dirty="0"/>
              <a:t>Data Solution</a:t>
            </a:r>
          </a:p>
        </p:txBody>
      </p:sp>
      <p:sp>
        <p:nvSpPr>
          <p:cNvPr id="92" name="TextBox 91">
            <a:extLst>
              <a:ext uri="{FF2B5EF4-FFF2-40B4-BE49-F238E27FC236}">
                <a16:creationId xmlns:a16="http://schemas.microsoft.com/office/drawing/2014/main" id="{5DF35601-8DF2-F0C9-9F6A-A07172EA2105}"/>
              </a:ext>
            </a:extLst>
          </p:cNvPr>
          <p:cNvSpPr txBox="1"/>
          <p:nvPr/>
        </p:nvSpPr>
        <p:spPr>
          <a:xfrm>
            <a:off x="9626344" y="3566389"/>
            <a:ext cx="1855316" cy="459700"/>
          </a:xfrm>
          <a:prstGeom prst="roundRect">
            <a:avLst/>
          </a:prstGeom>
          <a:noFill/>
        </p:spPr>
        <p:txBody>
          <a:bodyPr wrap="square" rtlCol="0">
            <a:spAutoFit/>
          </a:bodyPr>
          <a:lstStyle/>
          <a:p>
            <a:pPr algn="ctr"/>
            <a:r>
              <a:rPr lang="en-US" sz="1050" b="1" dirty="0">
                <a:solidFill>
                  <a:schemeClr val="tx1"/>
                </a:solidFill>
              </a:rPr>
              <a:t>Microsoft Fabric</a:t>
            </a:r>
            <a:br>
              <a:rPr lang="en-US" sz="1050" b="1" dirty="0">
                <a:solidFill>
                  <a:schemeClr val="tx1"/>
                </a:solidFill>
              </a:rPr>
            </a:br>
            <a:r>
              <a:rPr lang="en-US" sz="1050" b="1" dirty="0">
                <a:solidFill>
                  <a:schemeClr val="tx1"/>
                </a:solidFill>
              </a:rPr>
              <a:t>Essential for Business</a:t>
            </a:r>
          </a:p>
        </p:txBody>
      </p:sp>
      <p:cxnSp>
        <p:nvCxnSpPr>
          <p:cNvPr id="93" name="Straight Arrow Connector 92">
            <a:extLst>
              <a:ext uri="{FF2B5EF4-FFF2-40B4-BE49-F238E27FC236}">
                <a16:creationId xmlns:a16="http://schemas.microsoft.com/office/drawing/2014/main" id="{94EA14F9-9C69-8937-F669-5A02176617A7}"/>
              </a:ext>
            </a:extLst>
          </p:cNvPr>
          <p:cNvCxnSpPr>
            <a:cxnSpLocks/>
          </p:cNvCxnSpPr>
          <p:nvPr/>
        </p:nvCxnSpPr>
        <p:spPr>
          <a:xfrm>
            <a:off x="2552082" y="3614014"/>
            <a:ext cx="449109" cy="0"/>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cxnSp>
        <p:nvCxnSpPr>
          <p:cNvPr id="94" name="Straight Arrow Connector 93">
            <a:extLst>
              <a:ext uri="{FF2B5EF4-FFF2-40B4-BE49-F238E27FC236}">
                <a16:creationId xmlns:a16="http://schemas.microsoft.com/office/drawing/2014/main" id="{4B04B46F-7848-6E69-F5DA-7EFAE925031F}"/>
              </a:ext>
            </a:extLst>
          </p:cNvPr>
          <p:cNvCxnSpPr>
            <a:cxnSpLocks/>
          </p:cNvCxnSpPr>
          <p:nvPr/>
        </p:nvCxnSpPr>
        <p:spPr>
          <a:xfrm>
            <a:off x="4714472" y="3614014"/>
            <a:ext cx="449109" cy="0"/>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cxnSp>
        <p:nvCxnSpPr>
          <p:cNvPr id="95" name="Straight Arrow Connector 94">
            <a:extLst>
              <a:ext uri="{FF2B5EF4-FFF2-40B4-BE49-F238E27FC236}">
                <a16:creationId xmlns:a16="http://schemas.microsoft.com/office/drawing/2014/main" id="{340CBEAE-BE34-91E0-9290-F382457DDF79}"/>
              </a:ext>
            </a:extLst>
          </p:cNvPr>
          <p:cNvCxnSpPr>
            <a:cxnSpLocks/>
          </p:cNvCxnSpPr>
          <p:nvPr/>
        </p:nvCxnSpPr>
        <p:spPr>
          <a:xfrm>
            <a:off x="6787613" y="3614014"/>
            <a:ext cx="449109" cy="0"/>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cxnSp>
        <p:nvCxnSpPr>
          <p:cNvPr id="96" name="Straight Arrow Connector 95">
            <a:extLst>
              <a:ext uri="{FF2B5EF4-FFF2-40B4-BE49-F238E27FC236}">
                <a16:creationId xmlns:a16="http://schemas.microsoft.com/office/drawing/2014/main" id="{D673148E-012A-986B-204B-795E8F7D3A55}"/>
              </a:ext>
            </a:extLst>
          </p:cNvPr>
          <p:cNvCxnSpPr>
            <a:cxnSpLocks/>
            <a:stCxn id="86" idx="2"/>
            <a:endCxn id="92" idx="0"/>
          </p:cNvCxnSpPr>
          <p:nvPr/>
        </p:nvCxnSpPr>
        <p:spPr>
          <a:xfrm>
            <a:off x="10554002" y="3039483"/>
            <a:ext cx="0" cy="526906"/>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pic>
        <p:nvPicPr>
          <p:cNvPr id="97" name="Graphic 96" descr="Bullseye with solid fill">
            <a:extLst>
              <a:ext uri="{FF2B5EF4-FFF2-40B4-BE49-F238E27FC236}">
                <a16:creationId xmlns:a16="http://schemas.microsoft.com/office/drawing/2014/main" id="{B539AC33-D6B9-E3CA-9A38-033DF0FA152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867914" y="2425562"/>
            <a:ext cx="341872" cy="341872"/>
          </a:xfrm>
          <a:prstGeom prst="rect">
            <a:avLst/>
          </a:prstGeom>
        </p:spPr>
      </p:pic>
      <p:pic>
        <p:nvPicPr>
          <p:cNvPr id="98" name="Picture 97">
            <a:extLst>
              <a:ext uri="{FF2B5EF4-FFF2-40B4-BE49-F238E27FC236}">
                <a16:creationId xmlns:a16="http://schemas.microsoft.com/office/drawing/2014/main" id="{EB2489C1-07F7-16D0-ED30-5A38B4C3B2D9}"/>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p:blipFill>
        <p:spPr>
          <a:xfrm rot="20425694">
            <a:off x="8797919" y="1780991"/>
            <a:ext cx="481865" cy="216764"/>
          </a:xfrm>
          <a:prstGeom prst="rect">
            <a:avLst/>
          </a:prstGeom>
        </p:spPr>
      </p:pic>
      <p:sp>
        <p:nvSpPr>
          <p:cNvPr id="99" name="Freeform: Shape 98">
            <a:extLst>
              <a:ext uri="{FF2B5EF4-FFF2-40B4-BE49-F238E27FC236}">
                <a16:creationId xmlns:a16="http://schemas.microsoft.com/office/drawing/2014/main" id="{5A1E434E-AB5E-E506-694E-CD88DA9356D5}"/>
              </a:ext>
            </a:extLst>
          </p:cNvPr>
          <p:cNvSpPr/>
          <p:nvPr/>
        </p:nvSpPr>
        <p:spPr bwMode="gray">
          <a:xfrm rot="1767893">
            <a:off x="8293656" y="1797713"/>
            <a:ext cx="522381" cy="685595"/>
          </a:xfrm>
          <a:custGeom>
            <a:avLst/>
            <a:gdLst>
              <a:gd name="connsiteX0" fmla="*/ 272169 w 522381"/>
              <a:gd name="connsiteY0" fmla="*/ 0 h 685595"/>
              <a:gd name="connsiteX1" fmla="*/ 401434 w 522381"/>
              <a:gd name="connsiteY1" fmla="*/ 84366 h 685595"/>
              <a:gd name="connsiteX2" fmla="*/ 406895 w 522381"/>
              <a:gd name="connsiteY2" fmla="*/ 110998 h 685595"/>
              <a:gd name="connsiteX3" fmla="*/ 407179 w 522381"/>
              <a:gd name="connsiteY3" fmla="*/ 110810 h 685595"/>
              <a:gd name="connsiteX4" fmla="*/ 439457 w 522381"/>
              <a:gd name="connsiteY4" fmla="*/ 104393 h 685595"/>
              <a:gd name="connsiteX5" fmla="*/ 522381 w 522381"/>
              <a:gd name="connsiteY5" fmla="*/ 186042 h 685595"/>
              <a:gd name="connsiteX6" fmla="*/ 439457 w 522381"/>
              <a:gd name="connsiteY6" fmla="*/ 267691 h 685595"/>
              <a:gd name="connsiteX7" fmla="*/ 419253 w 522381"/>
              <a:gd name="connsiteY7" fmla="*/ 263675 h 685595"/>
              <a:gd name="connsiteX8" fmla="*/ 424256 w 522381"/>
              <a:gd name="connsiteY8" fmla="*/ 288073 h 685595"/>
              <a:gd name="connsiteX9" fmla="*/ 341332 w 522381"/>
              <a:gd name="connsiteY9" fmla="*/ 369722 h 685595"/>
              <a:gd name="connsiteX10" fmla="*/ 338513 w 522381"/>
              <a:gd name="connsiteY10" fmla="*/ 369162 h 685595"/>
              <a:gd name="connsiteX11" fmla="*/ 340161 w 522381"/>
              <a:gd name="connsiteY11" fmla="*/ 371569 h 685595"/>
              <a:gd name="connsiteX12" fmla="*/ 347538 w 522381"/>
              <a:gd name="connsiteY12" fmla="*/ 407546 h 685595"/>
              <a:gd name="connsiteX13" fmla="*/ 340161 w 522381"/>
              <a:gd name="connsiteY13" fmla="*/ 443524 h 685595"/>
              <a:gd name="connsiteX14" fmla="*/ 328456 w 522381"/>
              <a:gd name="connsiteY14" fmla="*/ 460618 h 685595"/>
              <a:gd name="connsiteX15" fmla="*/ 329039 w 522381"/>
              <a:gd name="connsiteY15" fmla="*/ 461006 h 685595"/>
              <a:gd name="connsiteX16" fmla="*/ 356534 w 522381"/>
              <a:gd name="connsiteY16" fmla="*/ 526363 h 685595"/>
              <a:gd name="connsiteX17" fmla="*/ 299201 w 522381"/>
              <a:gd name="connsiteY17" fmla="*/ 611529 h 685595"/>
              <a:gd name="connsiteX18" fmla="*/ 268154 w 522381"/>
              <a:gd name="connsiteY18" fmla="*/ 617700 h 685595"/>
              <a:gd name="connsiteX19" fmla="*/ 264249 w 522381"/>
              <a:gd name="connsiteY19" fmla="*/ 636746 h 685595"/>
              <a:gd name="connsiteX20" fmla="*/ 189402 w 522381"/>
              <a:gd name="connsiteY20" fmla="*/ 685595 h 685595"/>
              <a:gd name="connsiteX21" fmla="*/ 108172 w 522381"/>
              <a:gd name="connsiteY21" fmla="*/ 605613 h 685595"/>
              <a:gd name="connsiteX22" fmla="*/ 109484 w 522381"/>
              <a:gd name="connsiteY22" fmla="*/ 599213 h 685595"/>
              <a:gd name="connsiteX23" fmla="*/ 72902 w 522381"/>
              <a:gd name="connsiteY23" fmla="*/ 591941 h 685595"/>
              <a:gd name="connsiteX24" fmla="*/ 0 w 522381"/>
              <a:gd name="connsiteY24" fmla="*/ 483647 h 685595"/>
              <a:gd name="connsiteX25" fmla="*/ 34961 w 522381"/>
              <a:gd name="connsiteY25" fmla="*/ 400541 h 685595"/>
              <a:gd name="connsiteX26" fmla="*/ 45566 w 522381"/>
              <a:gd name="connsiteY26" fmla="*/ 393501 h 685595"/>
              <a:gd name="connsiteX27" fmla="*/ 32982 w 522381"/>
              <a:gd name="connsiteY27" fmla="*/ 375123 h 685595"/>
              <a:gd name="connsiteX28" fmla="*/ 21957 w 522381"/>
              <a:gd name="connsiteY28" fmla="*/ 321355 h 685595"/>
              <a:gd name="connsiteX29" fmla="*/ 107640 w 522381"/>
              <a:gd name="connsiteY29" fmla="*/ 194076 h 685595"/>
              <a:gd name="connsiteX30" fmla="*/ 141951 w 522381"/>
              <a:gd name="connsiteY30" fmla="*/ 187256 h 685595"/>
              <a:gd name="connsiteX31" fmla="*/ 131879 w 522381"/>
              <a:gd name="connsiteY31" fmla="*/ 138134 h 685595"/>
              <a:gd name="connsiteX32" fmla="*/ 272169 w 522381"/>
              <a:gd name="connsiteY32" fmla="*/ 0 h 685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381" h="685595">
                <a:moveTo>
                  <a:pt x="272169" y="0"/>
                </a:moveTo>
                <a:cubicBezTo>
                  <a:pt x="330279" y="0"/>
                  <a:pt x="380137" y="34788"/>
                  <a:pt x="401434" y="84366"/>
                </a:cubicBezTo>
                <a:lnTo>
                  <a:pt x="406895" y="110998"/>
                </a:lnTo>
                <a:lnTo>
                  <a:pt x="407179" y="110810"/>
                </a:lnTo>
                <a:cubicBezTo>
                  <a:pt x="417100" y="106678"/>
                  <a:pt x="428008" y="104393"/>
                  <a:pt x="439457" y="104393"/>
                </a:cubicBezTo>
                <a:cubicBezTo>
                  <a:pt x="485255" y="104393"/>
                  <a:pt x="522381" y="140949"/>
                  <a:pt x="522381" y="186042"/>
                </a:cubicBezTo>
                <a:cubicBezTo>
                  <a:pt x="522381" y="231135"/>
                  <a:pt x="485255" y="267691"/>
                  <a:pt x="439457" y="267691"/>
                </a:cubicBezTo>
                <a:lnTo>
                  <a:pt x="419253" y="263675"/>
                </a:lnTo>
                <a:lnTo>
                  <a:pt x="424256" y="288073"/>
                </a:lnTo>
                <a:cubicBezTo>
                  <a:pt x="424256" y="333166"/>
                  <a:pt x="387130" y="369722"/>
                  <a:pt x="341332" y="369722"/>
                </a:cubicBezTo>
                <a:lnTo>
                  <a:pt x="338513" y="369162"/>
                </a:lnTo>
                <a:lnTo>
                  <a:pt x="340161" y="371569"/>
                </a:lnTo>
                <a:cubicBezTo>
                  <a:pt x="344911" y="382627"/>
                  <a:pt x="347538" y="394784"/>
                  <a:pt x="347538" y="407546"/>
                </a:cubicBezTo>
                <a:cubicBezTo>
                  <a:pt x="347538" y="420308"/>
                  <a:pt x="344911" y="432466"/>
                  <a:pt x="340161" y="443524"/>
                </a:cubicBezTo>
                <a:lnTo>
                  <a:pt x="328456" y="460618"/>
                </a:lnTo>
                <a:lnTo>
                  <a:pt x="329039" y="461006"/>
                </a:lnTo>
                <a:cubicBezTo>
                  <a:pt x="346027" y="477732"/>
                  <a:pt x="356534" y="500840"/>
                  <a:pt x="356534" y="526363"/>
                </a:cubicBezTo>
                <a:cubicBezTo>
                  <a:pt x="356534" y="564648"/>
                  <a:pt x="332893" y="597497"/>
                  <a:pt x="299201" y="611529"/>
                </a:cubicBezTo>
                <a:lnTo>
                  <a:pt x="268154" y="617700"/>
                </a:lnTo>
                <a:lnTo>
                  <a:pt x="264249" y="636746"/>
                </a:lnTo>
                <a:cubicBezTo>
                  <a:pt x="251917" y="665453"/>
                  <a:pt x="223048" y="685595"/>
                  <a:pt x="189402" y="685595"/>
                </a:cubicBezTo>
                <a:cubicBezTo>
                  <a:pt x="144540" y="685595"/>
                  <a:pt x="108172" y="649786"/>
                  <a:pt x="108172" y="605613"/>
                </a:cubicBezTo>
                <a:lnTo>
                  <a:pt x="109484" y="599213"/>
                </a:lnTo>
                <a:lnTo>
                  <a:pt x="72902" y="591941"/>
                </a:lnTo>
                <a:cubicBezTo>
                  <a:pt x="30061" y="574099"/>
                  <a:pt x="0" y="532330"/>
                  <a:pt x="0" y="483647"/>
                </a:cubicBezTo>
                <a:cubicBezTo>
                  <a:pt x="0" y="451192"/>
                  <a:pt x="13360" y="421810"/>
                  <a:pt x="34961" y="400541"/>
                </a:cubicBezTo>
                <a:lnTo>
                  <a:pt x="45566" y="393501"/>
                </a:lnTo>
                <a:lnTo>
                  <a:pt x="32982" y="375123"/>
                </a:lnTo>
                <a:cubicBezTo>
                  <a:pt x="25883" y="358597"/>
                  <a:pt x="21957" y="340427"/>
                  <a:pt x="21957" y="321355"/>
                </a:cubicBezTo>
                <a:cubicBezTo>
                  <a:pt x="21957" y="264138"/>
                  <a:pt x="57288" y="215046"/>
                  <a:pt x="107640" y="194076"/>
                </a:cubicBezTo>
                <a:lnTo>
                  <a:pt x="141951" y="187256"/>
                </a:lnTo>
                <a:lnTo>
                  <a:pt x="131879" y="138134"/>
                </a:lnTo>
                <a:cubicBezTo>
                  <a:pt x="131879" y="61845"/>
                  <a:pt x="194689" y="0"/>
                  <a:pt x="272169" y="0"/>
                </a:cubicBezTo>
                <a:close/>
              </a:path>
            </a:pathLst>
          </a:custGeom>
          <a:gradFill>
            <a:gsLst>
              <a:gs pos="0">
                <a:schemeClr val="bg1">
                  <a:alpha val="0"/>
                </a:schemeClr>
              </a:gs>
              <a:gs pos="100000">
                <a:schemeClr val="accent4">
                  <a:lumMod val="20000"/>
                  <a:lumOff val="80000"/>
                </a:schemeClr>
              </a:gs>
            </a:gsLst>
            <a:lin ang="19200000" scaled="0"/>
          </a:gra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noAutofit/>
          </a:bodyPr>
          <a:lstStyle/>
          <a:p>
            <a:pPr algn="ctr" eaLnBrk="0" fontAlgn="base" hangingPunct="0">
              <a:spcBef>
                <a:spcPct val="0"/>
              </a:spcBef>
              <a:spcAft>
                <a:spcPct val="0"/>
              </a:spcAft>
            </a:pPr>
            <a:endParaRPr lang="en-US" sz="1800" dirty="0">
              <a:solidFill>
                <a:sysClr val="windowText" lastClr="000000"/>
              </a:solidFill>
            </a:endParaRPr>
          </a:p>
        </p:txBody>
      </p:sp>
      <p:sp>
        <p:nvSpPr>
          <p:cNvPr id="100" name="Rectangle: Rounded Corners 99">
            <a:extLst>
              <a:ext uri="{FF2B5EF4-FFF2-40B4-BE49-F238E27FC236}">
                <a16:creationId xmlns:a16="http://schemas.microsoft.com/office/drawing/2014/main" id="{61B5AF7C-0B9C-BC68-6933-6B1FD9EF347A}"/>
              </a:ext>
            </a:extLst>
          </p:cNvPr>
          <p:cNvSpPr/>
          <p:nvPr/>
        </p:nvSpPr>
        <p:spPr>
          <a:xfrm>
            <a:off x="8702542" y="5639402"/>
            <a:ext cx="2848070" cy="1016000"/>
          </a:xfrm>
          <a:prstGeom prst="roundRect">
            <a:avLst>
              <a:gd name="adj" fmla="val 11667"/>
            </a:avLst>
          </a:prstGeom>
          <a:solidFill>
            <a:schemeClr val="bg1"/>
          </a:solidFill>
          <a:ln>
            <a:solidFill>
              <a:srgbClr val="19B5F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01" name="Straight Arrow Connector 100">
            <a:extLst>
              <a:ext uri="{FF2B5EF4-FFF2-40B4-BE49-F238E27FC236}">
                <a16:creationId xmlns:a16="http://schemas.microsoft.com/office/drawing/2014/main" id="{272E7285-9D94-1F5A-5A40-F81C7A890272}"/>
              </a:ext>
            </a:extLst>
          </p:cNvPr>
          <p:cNvCxnSpPr>
            <a:cxnSpLocks/>
          </p:cNvCxnSpPr>
          <p:nvPr/>
        </p:nvCxnSpPr>
        <p:spPr>
          <a:xfrm>
            <a:off x="8946036" y="6147402"/>
            <a:ext cx="449109" cy="0"/>
          </a:xfrm>
          <a:prstGeom prst="straightConnector1">
            <a:avLst/>
          </a:prstGeom>
          <a:ln w="38100" cap="rnd">
            <a:solidFill>
              <a:srgbClr val="19B5FE"/>
            </a:solidFill>
            <a:prstDash val="dash"/>
            <a:round/>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101">
            <a:extLst>
              <a:ext uri="{FF2B5EF4-FFF2-40B4-BE49-F238E27FC236}">
                <a16:creationId xmlns:a16="http://schemas.microsoft.com/office/drawing/2014/main" id="{D8EE57E3-A7FE-880B-17BF-B4A6110055D2}"/>
              </a:ext>
            </a:extLst>
          </p:cNvPr>
          <p:cNvCxnSpPr>
            <a:cxnSpLocks/>
          </p:cNvCxnSpPr>
          <p:nvPr/>
        </p:nvCxnSpPr>
        <p:spPr>
          <a:xfrm>
            <a:off x="8946037" y="5876996"/>
            <a:ext cx="449109" cy="0"/>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sp>
        <p:nvSpPr>
          <p:cNvPr id="103" name="TextBox 102">
            <a:extLst>
              <a:ext uri="{FF2B5EF4-FFF2-40B4-BE49-F238E27FC236}">
                <a16:creationId xmlns:a16="http://schemas.microsoft.com/office/drawing/2014/main" id="{597FA077-8631-E7A3-D96B-0384EFF2D19B}"/>
              </a:ext>
            </a:extLst>
          </p:cNvPr>
          <p:cNvSpPr txBox="1"/>
          <p:nvPr/>
        </p:nvSpPr>
        <p:spPr>
          <a:xfrm>
            <a:off x="9481566" y="5746191"/>
            <a:ext cx="2069045" cy="261610"/>
          </a:xfrm>
          <a:prstGeom prst="rect">
            <a:avLst/>
          </a:prstGeom>
          <a:noFill/>
        </p:spPr>
        <p:txBody>
          <a:bodyPr wrap="square" rtlCol="0">
            <a:spAutoFit/>
          </a:bodyPr>
          <a:lstStyle/>
          <a:p>
            <a:pPr algn="l"/>
            <a:r>
              <a:rPr lang="th-TH" sz="1100" b="0" dirty="0">
                <a:latin typeface="LINE Seed Sans TH" panose="020B0604020202020204" charset="-34"/>
                <a:cs typeface="+mn-cs"/>
              </a:rPr>
              <a:t>หลักสูตรแนะนำให้เรียนต่อ</a:t>
            </a:r>
            <a:endParaRPr lang="en-US" sz="1100" b="0" dirty="0">
              <a:latin typeface="LINE Seed Sans TH" panose="020B0604020202020204" charset="-34"/>
              <a:cs typeface="+mn-cs"/>
            </a:endParaRPr>
          </a:p>
        </p:txBody>
      </p:sp>
      <p:sp>
        <p:nvSpPr>
          <p:cNvPr id="104" name="TextBox 103">
            <a:extLst>
              <a:ext uri="{FF2B5EF4-FFF2-40B4-BE49-F238E27FC236}">
                <a16:creationId xmlns:a16="http://schemas.microsoft.com/office/drawing/2014/main" id="{95DA08E8-2356-D973-FFFF-2F75F7C6BF06}"/>
              </a:ext>
            </a:extLst>
          </p:cNvPr>
          <p:cNvSpPr txBox="1"/>
          <p:nvPr/>
        </p:nvSpPr>
        <p:spPr>
          <a:xfrm>
            <a:off x="9481566" y="6020885"/>
            <a:ext cx="2069046" cy="261610"/>
          </a:xfrm>
          <a:prstGeom prst="rect">
            <a:avLst/>
          </a:prstGeom>
          <a:noFill/>
        </p:spPr>
        <p:txBody>
          <a:bodyPr wrap="square" rtlCol="0">
            <a:spAutoFit/>
          </a:bodyPr>
          <a:lstStyle/>
          <a:p>
            <a:pPr algn="l"/>
            <a:r>
              <a:rPr lang="th-TH" sz="1100" b="0" dirty="0">
                <a:latin typeface="LINE Seed Sans TH" panose="020B0604020202020204" charset="-34"/>
                <a:cs typeface="+mn-cs"/>
              </a:rPr>
              <a:t>หลักสูตรที่สามารถเรียนต่อได้</a:t>
            </a:r>
            <a:endParaRPr lang="en-US" sz="1100" b="0" dirty="0">
              <a:latin typeface="LINE Seed Sans TH" panose="020B0604020202020204" charset="-34"/>
              <a:cs typeface="+mn-cs"/>
            </a:endParaRPr>
          </a:p>
        </p:txBody>
      </p:sp>
      <p:sp>
        <p:nvSpPr>
          <p:cNvPr id="105" name="Rectangle: Rounded Corners 104">
            <a:extLst>
              <a:ext uri="{FF2B5EF4-FFF2-40B4-BE49-F238E27FC236}">
                <a16:creationId xmlns:a16="http://schemas.microsoft.com/office/drawing/2014/main" id="{0C328685-06BE-D52D-F0B7-896C98F604D3}"/>
              </a:ext>
            </a:extLst>
          </p:cNvPr>
          <p:cNvSpPr/>
          <p:nvPr/>
        </p:nvSpPr>
        <p:spPr bwMode="auto">
          <a:xfrm>
            <a:off x="8571483" y="5433871"/>
            <a:ext cx="1363105" cy="288332"/>
          </a:xfrm>
          <a:prstGeom prst="roundRect">
            <a:avLst>
              <a:gd name="adj" fmla="val 50000"/>
            </a:avLst>
          </a:prstGeom>
          <a:solidFill>
            <a:srgbClr val="19B5FE"/>
          </a:solidFill>
          <a:ln>
            <a:solidFill>
              <a:srgbClr val="19B5FE"/>
            </a:solid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th-TH" sz="1400" b="1" dirty="0">
                <a:solidFill>
                  <a:schemeClr val="tx1"/>
                </a:solidFill>
                <a:latin typeface="DB Heavent" panose="02000506060000020004" pitchFamily="2" charset="-34"/>
              </a:rPr>
              <a:t>สัญลักษณ์</a:t>
            </a:r>
            <a:endParaRPr lang="en-US" sz="1400" b="1" dirty="0">
              <a:solidFill>
                <a:schemeClr val="tx1"/>
              </a:solidFill>
              <a:latin typeface="DB Heavent" panose="02000506060000020004" pitchFamily="2" charset="-34"/>
            </a:endParaRPr>
          </a:p>
        </p:txBody>
      </p:sp>
      <p:sp>
        <p:nvSpPr>
          <p:cNvPr id="106" name="TextBox 105">
            <a:extLst>
              <a:ext uri="{FF2B5EF4-FFF2-40B4-BE49-F238E27FC236}">
                <a16:creationId xmlns:a16="http://schemas.microsoft.com/office/drawing/2014/main" id="{1AFF4CEE-E71F-8E35-5E14-79E235912E4E}"/>
              </a:ext>
            </a:extLst>
          </p:cNvPr>
          <p:cNvSpPr txBox="1"/>
          <p:nvPr/>
        </p:nvSpPr>
        <p:spPr>
          <a:xfrm>
            <a:off x="9481566" y="6305717"/>
            <a:ext cx="2069044" cy="261610"/>
          </a:xfrm>
          <a:prstGeom prst="rect">
            <a:avLst/>
          </a:prstGeom>
          <a:noFill/>
        </p:spPr>
        <p:txBody>
          <a:bodyPr wrap="square" rtlCol="0">
            <a:spAutoFit/>
          </a:bodyPr>
          <a:lstStyle/>
          <a:p>
            <a:pPr algn="l"/>
            <a:r>
              <a:rPr lang="th-TH" sz="1100" b="0" dirty="0">
                <a:latin typeface="LINE Seed Sans TH" panose="020B0604020202020204" charset="-34"/>
                <a:cs typeface="+mn-cs"/>
              </a:rPr>
              <a:t>หลักสูตรที่กำลังศึกษา</a:t>
            </a:r>
            <a:endParaRPr lang="en-US" sz="1100" b="0" dirty="0">
              <a:latin typeface="LINE Seed Sans TH" panose="020B0604020202020204" charset="-34"/>
              <a:cs typeface="+mn-cs"/>
            </a:endParaRPr>
          </a:p>
        </p:txBody>
      </p:sp>
      <p:pic>
        <p:nvPicPr>
          <p:cNvPr id="107" name="Graphic 106" descr="Bullseye with solid fill">
            <a:extLst>
              <a:ext uri="{FF2B5EF4-FFF2-40B4-BE49-F238E27FC236}">
                <a16:creationId xmlns:a16="http://schemas.microsoft.com/office/drawing/2014/main" id="{AB42AD59-2C79-54A8-A1C6-28BB95721B2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963815" y="6257300"/>
            <a:ext cx="341872" cy="341872"/>
          </a:xfrm>
          <a:prstGeom prst="rect">
            <a:avLst/>
          </a:prstGeom>
        </p:spPr>
      </p:pic>
      <p:sp>
        <p:nvSpPr>
          <p:cNvPr id="109" name="TextBox 108">
            <a:extLst>
              <a:ext uri="{FF2B5EF4-FFF2-40B4-BE49-F238E27FC236}">
                <a16:creationId xmlns:a16="http://schemas.microsoft.com/office/drawing/2014/main" id="{F9AC0FF0-F327-98A7-6F78-B4C13AC62304}"/>
              </a:ext>
            </a:extLst>
          </p:cNvPr>
          <p:cNvSpPr txBox="1"/>
          <p:nvPr/>
        </p:nvSpPr>
        <p:spPr>
          <a:xfrm>
            <a:off x="1017038" y="753278"/>
            <a:ext cx="9293290" cy="584775"/>
          </a:xfrm>
          <a:prstGeom prst="rect">
            <a:avLst/>
          </a:prstGeom>
          <a:noFill/>
        </p:spPr>
        <p:txBody>
          <a:bodyPr wrap="square" rtlCol="0" anchor="ctr">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3200" b="1" kern="1200" dirty="0">
                <a:solidFill>
                  <a:schemeClr val="tx1"/>
                </a:solidFill>
                <a:latin typeface="+mn-lt"/>
                <a:ea typeface="+mn-ea"/>
                <a:cs typeface="+mn-cs"/>
              </a:rPr>
              <a:t>Roadmap - </a:t>
            </a:r>
            <a:r>
              <a:rPr lang="th-TH" sz="3200" b="1" kern="1200" dirty="0">
                <a:solidFill>
                  <a:schemeClr val="tx1"/>
                </a:solidFill>
                <a:latin typeface="+mn-lt"/>
                <a:ea typeface="+mn-ea"/>
                <a:cs typeface="+mn-cs"/>
              </a:rPr>
              <a:t>แนวทางการเรียนต่อ</a:t>
            </a:r>
            <a:endParaRPr lang="en-US" sz="3200" b="1" kern="1200" dirty="0">
              <a:solidFill>
                <a:schemeClr val="tx1"/>
              </a:solidFill>
              <a:latin typeface="+mn-lt"/>
              <a:ea typeface="+mn-ea"/>
              <a:cs typeface="+mn-cs"/>
            </a:endParaRPr>
          </a:p>
        </p:txBody>
      </p:sp>
    </p:spTree>
    <p:extLst>
      <p:ext uri="{BB962C8B-B14F-4D97-AF65-F5344CB8AC3E}">
        <p14:creationId xmlns:p14="http://schemas.microsoft.com/office/powerpoint/2010/main" val="42324440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Blank_logo_layout">
    <p:bg>
      <p:bgPr>
        <a:solidFill>
          <a:srgbClr val="FFFFFF"/>
        </a:solidFill>
        <a:effectLst/>
      </p:bgPr>
    </p:bg>
    <p:spTree>
      <p:nvGrpSpPr>
        <p:cNvPr id="1" name=""/>
        <p:cNvGrpSpPr/>
        <p:nvPr/>
      </p:nvGrpSpPr>
      <p:grpSpPr>
        <a:xfrm>
          <a:off x="0" y="0"/>
          <a:ext cx="0" cy="0"/>
          <a:chOff x="0" y="0"/>
          <a:chExt cx="0" cy="0"/>
        </a:xfrm>
      </p:grpSpPr>
      <p:sp>
        <p:nvSpPr>
          <p:cNvPr id="15" name="Footer Placeholder 4">
            <a:extLst>
              <a:ext uri="{FF2B5EF4-FFF2-40B4-BE49-F238E27FC236}">
                <a16:creationId xmlns:a16="http://schemas.microsoft.com/office/drawing/2014/main" id="{6BF4E426-CA9D-A26E-513D-9A6156099137}"/>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6" name="Slide Number Placeholder 5">
            <a:extLst>
              <a:ext uri="{FF2B5EF4-FFF2-40B4-BE49-F238E27FC236}">
                <a16:creationId xmlns:a16="http://schemas.microsoft.com/office/drawing/2014/main" id="{3000481F-7082-6144-220E-421C41566A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40431902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cSld name="Blank_No_logo_layout">
    <p:bg>
      <p:bgPr>
        <a:solidFill>
          <a:srgbClr val="FFFFFF"/>
        </a:solidFill>
        <a:effectLst/>
      </p:bgPr>
    </p:bg>
    <p:spTree>
      <p:nvGrpSpPr>
        <p:cNvPr id="1" name=""/>
        <p:cNvGrpSpPr/>
        <p:nvPr/>
      </p:nvGrpSpPr>
      <p:grpSpPr>
        <a:xfrm>
          <a:off x="0" y="0"/>
          <a:ext cx="0" cy="0"/>
          <a:chOff x="0" y="0"/>
          <a:chExt cx="0" cy="0"/>
        </a:xfrm>
      </p:grpSpPr>
      <p:sp>
        <p:nvSpPr>
          <p:cNvPr id="15" name="Footer Placeholder 4">
            <a:extLst>
              <a:ext uri="{FF2B5EF4-FFF2-40B4-BE49-F238E27FC236}">
                <a16:creationId xmlns:a16="http://schemas.microsoft.com/office/drawing/2014/main" id="{6BF4E426-CA9D-A26E-513D-9A6156099137}"/>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6" name="Slide Number Placeholder 5">
            <a:extLst>
              <a:ext uri="{FF2B5EF4-FFF2-40B4-BE49-F238E27FC236}">
                <a16:creationId xmlns:a16="http://schemas.microsoft.com/office/drawing/2014/main" id="{3000481F-7082-6144-220E-421C41566A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413449443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Index_Layout">
    <p:bg>
      <p:bgPr>
        <a:solidFill>
          <a:srgbClr val="FFFFFF"/>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10515600" cy="4516207"/>
          </a:xfrm>
        </p:spPr>
        <p:txBody>
          <a:bodyPr numCol="2"/>
          <a:lstStyle>
            <a:lvl1pPr>
              <a:defRPr>
                <a:cs typeface="+mn-cs"/>
              </a:defRPr>
            </a:lvl1pPr>
            <a:lvl2pPr>
              <a:defRPr>
                <a:cs typeface="+mn-cs"/>
              </a:defRPr>
            </a:lvl2pPr>
            <a:lvl3pPr>
              <a:defRPr>
                <a:cs typeface="+mn-cs"/>
              </a:defRPr>
            </a:lvl3pPr>
            <a:lvl4pPr>
              <a:defRPr>
                <a:cs typeface="+mn-cs"/>
              </a:defRPr>
            </a:lvl4pPr>
            <a:lvl5pPr>
              <a:defRPr>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dirty="0"/>
          </a:p>
        </p:txBody>
      </p:sp>
      <p:sp>
        <p:nvSpPr>
          <p:cNvPr id="5" name="TextBox 4">
            <a:extLst>
              <a:ext uri="{FF2B5EF4-FFF2-40B4-BE49-F238E27FC236}">
                <a16:creationId xmlns:a16="http://schemas.microsoft.com/office/drawing/2014/main" id="{0B9FDF98-A7B2-AB80-1B80-F75582485FAD}"/>
              </a:ext>
            </a:extLst>
          </p:cNvPr>
          <p:cNvSpPr txBox="1"/>
          <p:nvPr/>
        </p:nvSpPr>
        <p:spPr>
          <a:xfrm>
            <a:off x="1017038" y="753278"/>
            <a:ext cx="9293290" cy="584775"/>
          </a:xfrm>
          <a:prstGeom prst="rect">
            <a:avLst/>
          </a:prstGeom>
          <a:noFill/>
        </p:spPr>
        <p:txBody>
          <a:bodyPr wrap="square" rtlCol="0" anchor="ctr">
            <a:spAutoFit/>
          </a:bodyPr>
          <a:lstStyle/>
          <a:p>
            <a:r>
              <a:rPr lang="th-TH" sz="3200" b="1" dirty="0">
                <a:solidFill>
                  <a:schemeClr val="tx2"/>
                </a:solidFill>
                <a:latin typeface="LINE Seed Sans TH" panose="020B0303020203020204" pitchFamily="34" charset="-34"/>
                <a:ea typeface="LINE Seed Sans TH" panose="020B0303020203020204" pitchFamily="34" charset="-34"/>
                <a:cs typeface="LINE Seed Sans TH" panose="020B0303020203020204" pitchFamily="34" charset="-34"/>
              </a:rPr>
              <a:t>สารบัญ</a:t>
            </a:r>
          </a:p>
        </p:txBody>
      </p:sp>
      <p:sp>
        <p:nvSpPr>
          <p:cNvPr id="14" name="Footer Placeholder 4">
            <a:extLst>
              <a:ext uri="{FF2B5EF4-FFF2-40B4-BE49-F238E27FC236}">
                <a16:creationId xmlns:a16="http://schemas.microsoft.com/office/drawing/2014/main" id="{A6D7DD56-375D-C74B-14B1-EC7113FB8AB4}"/>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5" name="Slide Number Placeholder 5">
            <a:extLst>
              <a:ext uri="{FF2B5EF4-FFF2-40B4-BE49-F238E27FC236}">
                <a16:creationId xmlns:a16="http://schemas.microsoft.com/office/drawing/2014/main" id="{E8DD9D4B-BCDC-5CC2-A704-DE30D9A0BC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13062324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Content_Layout">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normAutofit/>
          </a:bodyPr>
          <a:lstStyle>
            <a:lvl1pPr>
              <a:defRPr sz="2800"/>
            </a:lvl1p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10515600" cy="4494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15" name="Footer Placeholder 4">
            <a:extLst>
              <a:ext uri="{FF2B5EF4-FFF2-40B4-BE49-F238E27FC236}">
                <a16:creationId xmlns:a16="http://schemas.microsoft.com/office/drawing/2014/main" id="{6BF4E426-CA9D-A26E-513D-9A6156099137}"/>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6" name="Slide Number Placeholder 5">
            <a:extLst>
              <a:ext uri="{FF2B5EF4-FFF2-40B4-BE49-F238E27FC236}">
                <a16:creationId xmlns:a16="http://schemas.microsoft.com/office/drawing/2014/main" id="{3000481F-7082-6144-220E-421C41566A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45883103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Roadmap_Layout">
    <p:bg>
      <p:bgPr>
        <a:solidFill>
          <a:srgbClr val="FFFFFF"/>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Footer Placeholder 4">
            <a:extLst>
              <a:ext uri="{FF2B5EF4-FFF2-40B4-BE49-F238E27FC236}">
                <a16:creationId xmlns:a16="http://schemas.microsoft.com/office/drawing/2014/main" id="{6BF4E426-CA9D-A26E-513D-9A6156099137}"/>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6" name="Slide Number Placeholder 5">
            <a:extLst>
              <a:ext uri="{FF2B5EF4-FFF2-40B4-BE49-F238E27FC236}">
                <a16:creationId xmlns:a16="http://schemas.microsoft.com/office/drawing/2014/main" id="{3000481F-7082-6144-220E-421C41566A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
        <p:nvSpPr>
          <p:cNvPr id="62" name="TextBox 61">
            <a:extLst>
              <a:ext uri="{FF2B5EF4-FFF2-40B4-BE49-F238E27FC236}">
                <a16:creationId xmlns:a16="http://schemas.microsoft.com/office/drawing/2014/main" id="{DF61F4E9-126C-7B15-683F-3B45F8D8F472}"/>
              </a:ext>
            </a:extLst>
          </p:cNvPr>
          <p:cNvSpPr txBox="1"/>
          <p:nvPr/>
        </p:nvSpPr>
        <p:spPr>
          <a:xfrm>
            <a:off x="578744" y="2637938"/>
            <a:ext cx="2201706" cy="476726"/>
          </a:xfrm>
          <a:prstGeom prst="roundRect">
            <a:avLst/>
          </a:prstGeom>
          <a:noFill/>
        </p:spPr>
        <p:txBody>
          <a:bodyPr wrap="square" rtlCol="0">
            <a:spAutoFit/>
          </a:bodyPr>
          <a:lstStyle>
            <a:defPPr>
              <a:defRPr lang="th-TH"/>
            </a:defPPr>
            <a:lvl1pPr algn="ctr">
              <a:defRPr sz="1100" b="1"/>
            </a:lvl1pPr>
          </a:lstStyle>
          <a:p>
            <a:pPr lvl="0"/>
            <a:r>
              <a:rPr lang="en-US" sz="1100" dirty="0"/>
              <a:t>Power BI Desktop for Business Analytics</a:t>
            </a:r>
          </a:p>
        </p:txBody>
      </p:sp>
      <p:sp>
        <p:nvSpPr>
          <p:cNvPr id="63" name="TextBox 62">
            <a:extLst>
              <a:ext uri="{FF2B5EF4-FFF2-40B4-BE49-F238E27FC236}">
                <a16:creationId xmlns:a16="http://schemas.microsoft.com/office/drawing/2014/main" id="{D16C304B-5F95-7312-A2A9-069ABB529798}"/>
              </a:ext>
            </a:extLst>
          </p:cNvPr>
          <p:cNvSpPr txBox="1"/>
          <p:nvPr/>
        </p:nvSpPr>
        <p:spPr>
          <a:xfrm>
            <a:off x="381877" y="4143657"/>
            <a:ext cx="2595440" cy="338554"/>
          </a:xfrm>
          <a:prstGeom prst="rect">
            <a:avLst/>
          </a:prstGeom>
          <a:noFill/>
        </p:spPr>
        <p:txBody>
          <a:bodyPr wrap="square" rtlCol="0">
            <a:spAutoFit/>
          </a:bodyPr>
          <a:lstStyle>
            <a:defPPr>
              <a:defRPr lang="th-TH"/>
            </a:defPPr>
            <a:lvl1pPr algn="ctr">
              <a:defRPr sz="800"/>
            </a:lvl1pPr>
          </a:lstStyle>
          <a:p>
            <a:pPr lvl="0"/>
            <a:r>
              <a:rPr lang="th-TH" sz="800" dirty="0"/>
              <a:t>เริ่มต้นการใช้งาน </a:t>
            </a:r>
            <a:r>
              <a:rPr lang="en-US" sz="800" dirty="0"/>
              <a:t>Power BI Desktop </a:t>
            </a:r>
            <a:br>
              <a:rPr lang="en-US" sz="800" dirty="0"/>
            </a:br>
            <a:r>
              <a:rPr lang="th-TH" sz="800" dirty="0"/>
              <a:t>ในงานด้าน </a:t>
            </a:r>
            <a:r>
              <a:rPr lang="en-US" sz="800" dirty="0"/>
              <a:t>Business Analytics</a:t>
            </a:r>
          </a:p>
        </p:txBody>
      </p:sp>
      <p:cxnSp>
        <p:nvCxnSpPr>
          <p:cNvPr id="64" name="Connector: Elbow 63">
            <a:extLst>
              <a:ext uri="{FF2B5EF4-FFF2-40B4-BE49-F238E27FC236}">
                <a16:creationId xmlns:a16="http://schemas.microsoft.com/office/drawing/2014/main" id="{F18E27FF-3138-9567-6328-E376EF58E52B}"/>
              </a:ext>
            </a:extLst>
          </p:cNvPr>
          <p:cNvCxnSpPr>
            <a:cxnSpLocks/>
            <a:stCxn id="80" idx="3"/>
            <a:endCxn id="84" idx="1"/>
          </p:cNvCxnSpPr>
          <p:nvPr/>
        </p:nvCxnSpPr>
        <p:spPr>
          <a:xfrm flipV="1">
            <a:off x="8823878" y="2211108"/>
            <a:ext cx="971379" cy="1373982"/>
          </a:xfrm>
          <a:prstGeom prst="bentConnector3">
            <a:avLst>
              <a:gd name="adj1" fmla="val 50000"/>
            </a:avLst>
          </a:prstGeom>
          <a:ln w="34925" cap="rnd">
            <a:solidFill>
              <a:srgbClr val="19B5FE"/>
            </a:solidFill>
            <a:tailEnd type="triangle"/>
          </a:ln>
        </p:spPr>
        <p:style>
          <a:lnRef idx="2">
            <a:schemeClr val="accent1"/>
          </a:lnRef>
          <a:fillRef idx="0">
            <a:schemeClr val="accent1"/>
          </a:fillRef>
          <a:effectRef idx="1">
            <a:schemeClr val="accent1"/>
          </a:effectRef>
          <a:fontRef idx="minor">
            <a:schemeClr val="tx1"/>
          </a:fontRef>
        </p:style>
      </p:cxnSp>
      <p:grpSp>
        <p:nvGrpSpPr>
          <p:cNvPr id="65" name="Group 64">
            <a:extLst>
              <a:ext uri="{FF2B5EF4-FFF2-40B4-BE49-F238E27FC236}">
                <a16:creationId xmlns:a16="http://schemas.microsoft.com/office/drawing/2014/main" id="{2377BEE5-0D54-832F-1BD3-7DBBF0FDEFE0}"/>
              </a:ext>
            </a:extLst>
          </p:cNvPr>
          <p:cNvGrpSpPr/>
          <p:nvPr/>
        </p:nvGrpSpPr>
        <p:grpSpPr>
          <a:xfrm>
            <a:off x="936972" y="3214133"/>
            <a:ext cx="1523449" cy="741915"/>
            <a:chOff x="1025599" y="2861782"/>
            <a:chExt cx="1872098" cy="911706"/>
          </a:xfrm>
        </p:grpSpPr>
        <p:pic>
          <p:nvPicPr>
            <p:cNvPr id="66" name="Picture 65">
              <a:extLst>
                <a:ext uri="{FF2B5EF4-FFF2-40B4-BE49-F238E27FC236}">
                  <a16:creationId xmlns:a16="http://schemas.microsoft.com/office/drawing/2014/main" id="{AEF72AA5-3B40-4928-9F9C-52CDF57DC3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67" name="Picture 2">
              <a:extLst>
                <a:ext uri="{FF2B5EF4-FFF2-40B4-BE49-F238E27FC236}">
                  <a16:creationId xmlns:a16="http://schemas.microsoft.com/office/drawing/2014/main" id="{1113A190-3A90-6DF6-856E-BADD83B99EF3}"/>
                </a:ext>
              </a:extLst>
            </p:cNvPr>
            <p:cNvPicPr>
              <a:picLocks noChangeAspect="1" noChangeArrowheads="1"/>
            </p:cNvPicPr>
            <p:nvPr/>
          </p:nvPicPr>
          <p:blipFill>
            <a:blip r:embed="rId3"/>
            <a:srcRect/>
            <a:stretch/>
          </p:blipFill>
          <p:spPr bwMode="auto">
            <a:xfrm>
              <a:off x="2086062" y="2911817"/>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grpSp>
        <p:nvGrpSpPr>
          <p:cNvPr id="68" name="Group 67">
            <a:extLst>
              <a:ext uri="{FF2B5EF4-FFF2-40B4-BE49-F238E27FC236}">
                <a16:creationId xmlns:a16="http://schemas.microsoft.com/office/drawing/2014/main" id="{FC7D1D3E-37C4-2FDA-6066-3B10E3278752}"/>
              </a:ext>
            </a:extLst>
          </p:cNvPr>
          <p:cNvGrpSpPr/>
          <p:nvPr/>
        </p:nvGrpSpPr>
        <p:grpSpPr>
          <a:xfrm>
            <a:off x="3085106" y="3215582"/>
            <a:ext cx="1517492" cy="739014"/>
            <a:chOff x="1025599" y="2861782"/>
            <a:chExt cx="1872098" cy="911706"/>
          </a:xfrm>
        </p:grpSpPr>
        <p:pic>
          <p:nvPicPr>
            <p:cNvPr id="69" name="Picture 68">
              <a:extLst>
                <a:ext uri="{FF2B5EF4-FFF2-40B4-BE49-F238E27FC236}">
                  <a16:creationId xmlns:a16="http://schemas.microsoft.com/office/drawing/2014/main" id="{9B7C0614-9F75-CF38-415E-C0FAA213F7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70" name="Picture 2">
              <a:extLst>
                <a:ext uri="{FF2B5EF4-FFF2-40B4-BE49-F238E27FC236}">
                  <a16:creationId xmlns:a16="http://schemas.microsoft.com/office/drawing/2014/main" id="{797EB7D1-6040-B388-7F89-3713D3CC6BB8}"/>
                </a:ext>
              </a:extLst>
            </p:cNvPr>
            <p:cNvPicPr>
              <a:picLocks noChangeAspect="1" noChangeArrowheads="1"/>
            </p:cNvPicPr>
            <p:nvPr/>
          </p:nvPicPr>
          <p:blipFill>
            <a:blip r:embed="rId5"/>
            <a:srcRect t="431" b="431"/>
            <a:stretch/>
          </p:blipFill>
          <p:spPr bwMode="auto">
            <a:xfrm>
              <a:off x="2086062" y="2911817"/>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71" name="TextBox 70">
            <a:extLst>
              <a:ext uri="{FF2B5EF4-FFF2-40B4-BE49-F238E27FC236}">
                <a16:creationId xmlns:a16="http://schemas.microsoft.com/office/drawing/2014/main" id="{F9623526-0CC8-4521-0A38-07E4DA6D28FE}"/>
              </a:ext>
            </a:extLst>
          </p:cNvPr>
          <p:cNvSpPr txBox="1"/>
          <p:nvPr/>
        </p:nvSpPr>
        <p:spPr>
          <a:xfrm>
            <a:off x="2835820" y="4082623"/>
            <a:ext cx="2016066" cy="338554"/>
          </a:xfrm>
          <a:prstGeom prst="rect">
            <a:avLst/>
          </a:prstGeom>
          <a:noFill/>
        </p:spPr>
        <p:txBody>
          <a:bodyPr wrap="square" rtlCol="0">
            <a:spAutoFit/>
          </a:bodyPr>
          <a:lstStyle/>
          <a:p>
            <a:pPr algn="ctr"/>
            <a:r>
              <a:rPr lang="th-TH" sz="800" dirty="0"/>
              <a:t>เจาะลึกการใช้งาน </a:t>
            </a:r>
            <a:r>
              <a:rPr lang="en-US" sz="800" dirty="0"/>
              <a:t>Power Query </a:t>
            </a:r>
            <a:r>
              <a:rPr lang="th-TH" sz="800" dirty="0"/>
              <a:t>บน </a:t>
            </a:r>
            <a:r>
              <a:rPr lang="en-US" sz="800" dirty="0"/>
              <a:t>Power BI </a:t>
            </a:r>
            <a:r>
              <a:rPr lang="th-TH" sz="800" dirty="0"/>
              <a:t>และการทำ </a:t>
            </a:r>
            <a:r>
              <a:rPr lang="en-US" sz="800" dirty="0"/>
              <a:t>ETL </a:t>
            </a:r>
            <a:r>
              <a:rPr lang="th-TH" sz="800" dirty="0"/>
              <a:t>ข้อมูลอย่างมีประสิทธิภาพ</a:t>
            </a:r>
          </a:p>
        </p:txBody>
      </p:sp>
      <p:sp>
        <p:nvSpPr>
          <p:cNvPr id="72" name="TextBox 71">
            <a:extLst>
              <a:ext uri="{FF2B5EF4-FFF2-40B4-BE49-F238E27FC236}">
                <a16:creationId xmlns:a16="http://schemas.microsoft.com/office/drawing/2014/main" id="{F395368B-3743-7E41-EE87-7C1FCC20793D}"/>
              </a:ext>
            </a:extLst>
          </p:cNvPr>
          <p:cNvSpPr txBox="1"/>
          <p:nvPr/>
        </p:nvSpPr>
        <p:spPr>
          <a:xfrm>
            <a:off x="3044052" y="2666424"/>
            <a:ext cx="1599600" cy="476726"/>
          </a:xfrm>
          <a:prstGeom prst="roundRect">
            <a:avLst/>
          </a:prstGeom>
          <a:noFill/>
        </p:spPr>
        <p:txBody>
          <a:bodyPr wrap="square" rtlCol="0">
            <a:spAutoFit/>
          </a:bodyPr>
          <a:lstStyle/>
          <a:p>
            <a:pPr algn="ctr"/>
            <a:r>
              <a:rPr lang="en-US" sz="1100" b="1" dirty="0">
                <a:solidFill>
                  <a:schemeClr val="tx1"/>
                </a:solidFill>
              </a:rPr>
              <a:t>Power BI Advanced </a:t>
            </a:r>
            <a:br>
              <a:rPr lang="en-US" sz="1100" b="1" dirty="0">
                <a:solidFill>
                  <a:schemeClr val="tx1"/>
                </a:solidFill>
              </a:rPr>
            </a:br>
            <a:r>
              <a:rPr lang="en-US" sz="1100" b="1" dirty="0">
                <a:solidFill>
                  <a:schemeClr val="tx1"/>
                </a:solidFill>
              </a:rPr>
              <a:t>Power Query</a:t>
            </a:r>
          </a:p>
        </p:txBody>
      </p:sp>
      <p:grpSp>
        <p:nvGrpSpPr>
          <p:cNvPr id="73" name="Group 72">
            <a:extLst>
              <a:ext uri="{FF2B5EF4-FFF2-40B4-BE49-F238E27FC236}">
                <a16:creationId xmlns:a16="http://schemas.microsoft.com/office/drawing/2014/main" id="{06F2E696-498B-FA95-1851-9D115C409E22}"/>
              </a:ext>
            </a:extLst>
          </p:cNvPr>
          <p:cNvGrpSpPr/>
          <p:nvPr/>
        </p:nvGrpSpPr>
        <p:grpSpPr>
          <a:xfrm>
            <a:off x="5178553" y="3215582"/>
            <a:ext cx="1517492" cy="739014"/>
            <a:chOff x="1025599" y="2861782"/>
            <a:chExt cx="1872098" cy="911706"/>
          </a:xfrm>
        </p:grpSpPr>
        <p:pic>
          <p:nvPicPr>
            <p:cNvPr id="74" name="Picture 73">
              <a:extLst>
                <a:ext uri="{FF2B5EF4-FFF2-40B4-BE49-F238E27FC236}">
                  <a16:creationId xmlns:a16="http://schemas.microsoft.com/office/drawing/2014/main" id="{2C51400A-9455-3879-4748-0A0DC49A5D2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75" name="Picture 2">
              <a:extLst>
                <a:ext uri="{FF2B5EF4-FFF2-40B4-BE49-F238E27FC236}">
                  <a16:creationId xmlns:a16="http://schemas.microsoft.com/office/drawing/2014/main" id="{5FC351D7-655B-9C92-DE41-653A60D995E4}"/>
                </a:ext>
              </a:extLst>
            </p:cNvPr>
            <p:cNvPicPr>
              <a:picLocks noChangeAspect="1" noChangeArrowheads="1"/>
            </p:cNvPicPr>
            <p:nvPr/>
          </p:nvPicPr>
          <p:blipFill>
            <a:blip r:embed="rId6"/>
            <a:srcRect/>
            <a:stretch/>
          </p:blipFill>
          <p:spPr bwMode="auto">
            <a:xfrm>
              <a:off x="2086062" y="2911818"/>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76" name="TextBox 75">
            <a:extLst>
              <a:ext uri="{FF2B5EF4-FFF2-40B4-BE49-F238E27FC236}">
                <a16:creationId xmlns:a16="http://schemas.microsoft.com/office/drawing/2014/main" id="{F65871DD-B485-2BE2-1E7C-44E044FFCEC8}"/>
              </a:ext>
            </a:extLst>
          </p:cNvPr>
          <p:cNvSpPr txBox="1"/>
          <p:nvPr/>
        </p:nvSpPr>
        <p:spPr>
          <a:xfrm>
            <a:off x="5130121" y="4082623"/>
            <a:ext cx="1614356" cy="338554"/>
          </a:xfrm>
          <a:prstGeom prst="rect">
            <a:avLst/>
          </a:prstGeom>
          <a:noFill/>
        </p:spPr>
        <p:txBody>
          <a:bodyPr wrap="square" rtlCol="0">
            <a:spAutoFit/>
          </a:bodyPr>
          <a:lstStyle/>
          <a:p>
            <a:pPr algn="ctr"/>
            <a:r>
              <a:rPr lang="th-TH" sz="800" dirty="0"/>
              <a:t>เรียนรู้และรู้จักกับภาษา </a:t>
            </a:r>
            <a:r>
              <a:rPr lang="en-US" sz="800" dirty="0"/>
              <a:t>DAX </a:t>
            </a:r>
            <a:br>
              <a:rPr lang="en-US" sz="800" dirty="0"/>
            </a:br>
            <a:r>
              <a:rPr lang="th-TH" sz="800" dirty="0"/>
              <a:t>เพื่อสร้างการคำนวณบน </a:t>
            </a:r>
            <a:r>
              <a:rPr lang="en-US" sz="800" dirty="0"/>
              <a:t>Power BI</a:t>
            </a:r>
          </a:p>
        </p:txBody>
      </p:sp>
      <p:sp>
        <p:nvSpPr>
          <p:cNvPr id="77" name="TextBox 76">
            <a:extLst>
              <a:ext uri="{FF2B5EF4-FFF2-40B4-BE49-F238E27FC236}">
                <a16:creationId xmlns:a16="http://schemas.microsoft.com/office/drawing/2014/main" id="{6169C8F4-6328-918E-0C5E-46BDA44A67DC}"/>
              </a:ext>
            </a:extLst>
          </p:cNvPr>
          <p:cNvSpPr txBox="1"/>
          <p:nvPr/>
        </p:nvSpPr>
        <p:spPr>
          <a:xfrm>
            <a:off x="4983285" y="2674936"/>
            <a:ext cx="1908031" cy="459700"/>
          </a:xfrm>
          <a:prstGeom prst="roundRect">
            <a:avLst/>
          </a:prstGeom>
          <a:noFill/>
        </p:spPr>
        <p:txBody>
          <a:bodyPr wrap="square" rtlCol="0">
            <a:spAutoFit/>
          </a:bodyPr>
          <a:lstStyle/>
          <a:p>
            <a:pPr algn="ctr"/>
            <a:r>
              <a:rPr lang="en-US" sz="1050" b="1" dirty="0">
                <a:solidFill>
                  <a:schemeClr val="tx1"/>
                </a:solidFill>
              </a:rPr>
              <a:t>Data Analysis Expression (DAX) for Power BI</a:t>
            </a:r>
          </a:p>
        </p:txBody>
      </p:sp>
      <p:grpSp>
        <p:nvGrpSpPr>
          <p:cNvPr id="78" name="Group 77">
            <a:extLst>
              <a:ext uri="{FF2B5EF4-FFF2-40B4-BE49-F238E27FC236}">
                <a16:creationId xmlns:a16="http://schemas.microsoft.com/office/drawing/2014/main" id="{73886704-CD2F-1864-57D5-602D3296C931}"/>
              </a:ext>
            </a:extLst>
          </p:cNvPr>
          <p:cNvGrpSpPr/>
          <p:nvPr/>
        </p:nvGrpSpPr>
        <p:grpSpPr>
          <a:xfrm>
            <a:off x="7306385" y="3215582"/>
            <a:ext cx="1517492" cy="739014"/>
            <a:chOff x="1025599" y="2861782"/>
            <a:chExt cx="1872098" cy="911706"/>
          </a:xfrm>
        </p:grpSpPr>
        <p:pic>
          <p:nvPicPr>
            <p:cNvPr id="79" name="Picture 78">
              <a:extLst>
                <a:ext uri="{FF2B5EF4-FFF2-40B4-BE49-F238E27FC236}">
                  <a16:creationId xmlns:a16="http://schemas.microsoft.com/office/drawing/2014/main" id="{897FA422-A56A-12AF-8705-7F3BD82214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80" name="Picture 2">
              <a:extLst>
                <a:ext uri="{FF2B5EF4-FFF2-40B4-BE49-F238E27FC236}">
                  <a16:creationId xmlns:a16="http://schemas.microsoft.com/office/drawing/2014/main" id="{6DD89993-AF01-5E46-6CAF-599581DC274C}"/>
                </a:ext>
              </a:extLst>
            </p:cNvPr>
            <p:cNvPicPr>
              <a:picLocks noChangeAspect="1" noChangeArrowheads="1"/>
            </p:cNvPicPr>
            <p:nvPr/>
          </p:nvPicPr>
          <p:blipFill>
            <a:blip r:embed="rId6"/>
            <a:srcRect/>
            <a:stretch/>
          </p:blipFill>
          <p:spPr bwMode="auto">
            <a:xfrm>
              <a:off x="2086062" y="2911818"/>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81" name="TextBox 80">
            <a:extLst>
              <a:ext uri="{FF2B5EF4-FFF2-40B4-BE49-F238E27FC236}">
                <a16:creationId xmlns:a16="http://schemas.microsoft.com/office/drawing/2014/main" id="{A72CE540-D2CB-2511-23A5-2673BB6B1332}"/>
              </a:ext>
            </a:extLst>
          </p:cNvPr>
          <p:cNvSpPr txBox="1"/>
          <p:nvPr/>
        </p:nvSpPr>
        <p:spPr>
          <a:xfrm>
            <a:off x="6801526" y="4066713"/>
            <a:ext cx="2487746" cy="415498"/>
          </a:xfrm>
          <a:prstGeom prst="rect">
            <a:avLst/>
          </a:prstGeom>
          <a:noFill/>
        </p:spPr>
        <p:txBody>
          <a:bodyPr wrap="square" rtlCol="0">
            <a:spAutoFit/>
          </a:bodyPr>
          <a:lstStyle/>
          <a:p>
            <a:pPr algn="ctr"/>
            <a:r>
              <a:rPr lang="th-TH" sz="1050" dirty="0"/>
              <a:t>สร้าง </a:t>
            </a:r>
            <a:r>
              <a:rPr lang="en-US" sz="1050" dirty="0"/>
              <a:t>Report </a:t>
            </a:r>
            <a:r>
              <a:rPr lang="th-TH" sz="1050" dirty="0"/>
              <a:t>ด้วย </a:t>
            </a:r>
            <a:r>
              <a:rPr lang="en-US" sz="1050" dirty="0"/>
              <a:t>Visualization </a:t>
            </a:r>
            <a:r>
              <a:rPr lang="th-TH" sz="1050" dirty="0"/>
              <a:t>ต่าง ๆ </a:t>
            </a:r>
            <a:br>
              <a:rPr lang="en-US" sz="1050" dirty="0"/>
            </a:br>
            <a:r>
              <a:rPr lang="th-TH" sz="1050" dirty="0"/>
              <a:t>บน </a:t>
            </a:r>
            <a:r>
              <a:rPr lang="en-US" sz="1050" dirty="0"/>
              <a:t>Power BI </a:t>
            </a:r>
            <a:r>
              <a:rPr lang="th-TH" sz="1050" dirty="0"/>
              <a:t>และรู้จักเครื่องมือ </a:t>
            </a:r>
            <a:r>
              <a:rPr lang="en-US" sz="1050" dirty="0"/>
              <a:t>AI </a:t>
            </a:r>
          </a:p>
        </p:txBody>
      </p:sp>
      <p:sp>
        <p:nvSpPr>
          <p:cNvPr id="82" name="TextBox 81">
            <a:extLst>
              <a:ext uri="{FF2B5EF4-FFF2-40B4-BE49-F238E27FC236}">
                <a16:creationId xmlns:a16="http://schemas.microsoft.com/office/drawing/2014/main" id="{872C1A07-0286-0021-E29E-45E6E1999D68}"/>
              </a:ext>
            </a:extLst>
          </p:cNvPr>
          <p:cNvSpPr txBox="1"/>
          <p:nvPr/>
        </p:nvSpPr>
        <p:spPr bwMode="blackWhite">
          <a:xfrm>
            <a:off x="6998773" y="2601286"/>
            <a:ext cx="2132716" cy="578882"/>
          </a:xfrm>
          <a:prstGeom prst="roundRect">
            <a:avLst/>
          </a:prstGeom>
          <a:solidFill>
            <a:schemeClr val="accent1">
              <a:lumMod val="20000"/>
              <a:lumOff val="80000"/>
            </a:schemeClr>
          </a:solidFill>
        </p:spPr>
        <p:txBody>
          <a:bodyPr wrap="square" rtlCol="0">
            <a:spAutoFit/>
          </a:bodyPr>
          <a:lstStyle>
            <a:defPPr>
              <a:defRPr lang="th-TH"/>
            </a:defPPr>
            <a:lvl1pPr algn="ctr">
              <a:defRPr sz="1400" b="1">
                <a:solidFill>
                  <a:schemeClr val="accent1"/>
                </a:solidFill>
              </a:defRPr>
            </a:lvl1pPr>
          </a:lstStyle>
          <a:p>
            <a:pPr lvl="0"/>
            <a:r>
              <a:rPr lang="en-US" sz="1400" dirty="0"/>
              <a:t>Power BI Advanced </a:t>
            </a:r>
            <a:br>
              <a:rPr lang="en-US" sz="1400" dirty="0"/>
            </a:br>
            <a:r>
              <a:rPr lang="en-US" sz="1400" dirty="0"/>
              <a:t>Visualization and AI</a:t>
            </a:r>
          </a:p>
        </p:txBody>
      </p:sp>
      <p:grpSp>
        <p:nvGrpSpPr>
          <p:cNvPr id="83" name="Group 82">
            <a:extLst>
              <a:ext uri="{FF2B5EF4-FFF2-40B4-BE49-F238E27FC236}">
                <a16:creationId xmlns:a16="http://schemas.microsoft.com/office/drawing/2014/main" id="{24C4B485-22D7-3B55-4706-BC006593BBC5}"/>
              </a:ext>
            </a:extLst>
          </p:cNvPr>
          <p:cNvGrpSpPr/>
          <p:nvPr/>
        </p:nvGrpSpPr>
        <p:grpSpPr>
          <a:xfrm>
            <a:off x="9795256" y="1841600"/>
            <a:ext cx="1517492" cy="739014"/>
            <a:chOff x="1025599" y="2861782"/>
            <a:chExt cx="1872098" cy="911706"/>
          </a:xfrm>
        </p:grpSpPr>
        <p:pic>
          <p:nvPicPr>
            <p:cNvPr id="84" name="Picture 83">
              <a:extLst>
                <a:ext uri="{FF2B5EF4-FFF2-40B4-BE49-F238E27FC236}">
                  <a16:creationId xmlns:a16="http://schemas.microsoft.com/office/drawing/2014/main" id="{DC206365-DE0C-4E8E-48E2-FD079841A2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85" name="Picture 2">
              <a:extLst>
                <a:ext uri="{FF2B5EF4-FFF2-40B4-BE49-F238E27FC236}">
                  <a16:creationId xmlns:a16="http://schemas.microsoft.com/office/drawing/2014/main" id="{1A2033D0-F371-AF21-3BC7-B0EEBE0BF8CD}"/>
                </a:ext>
              </a:extLst>
            </p:cNvPr>
            <p:cNvPicPr>
              <a:picLocks noChangeAspect="1" noChangeArrowheads="1"/>
            </p:cNvPicPr>
            <p:nvPr/>
          </p:nvPicPr>
          <p:blipFill>
            <a:blip r:embed="rId7"/>
            <a:srcRect l="431" r="431"/>
            <a:stretch/>
          </p:blipFill>
          <p:spPr bwMode="auto">
            <a:xfrm>
              <a:off x="2086062" y="2911818"/>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86" name="TextBox 85">
            <a:extLst>
              <a:ext uri="{FF2B5EF4-FFF2-40B4-BE49-F238E27FC236}">
                <a16:creationId xmlns:a16="http://schemas.microsoft.com/office/drawing/2014/main" id="{0DC32A9D-8961-8578-B56F-959535A9010B}"/>
              </a:ext>
            </a:extLst>
          </p:cNvPr>
          <p:cNvSpPr txBox="1"/>
          <p:nvPr/>
        </p:nvSpPr>
        <p:spPr>
          <a:xfrm>
            <a:off x="9754202" y="2700929"/>
            <a:ext cx="1599600" cy="338554"/>
          </a:xfrm>
          <a:prstGeom prst="rect">
            <a:avLst/>
          </a:prstGeom>
          <a:noFill/>
        </p:spPr>
        <p:txBody>
          <a:bodyPr wrap="square" rtlCol="0">
            <a:spAutoFit/>
          </a:bodyPr>
          <a:lstStyle/>
          <a:p>
            <a:pPr algn="ctr"/>
            <a:r>
              <a:rPr lang="th-TH" sz="800" dirty="0"/>
              <a:t>เรียนรู้วิธีการจัดการ </a:t>
            </a:r>
            <a:br>
              <a:rPr lang="en-US" sz="800" dirty="0"/>
            </a:br>
            <a:r>
              <a:rPr lang="en-US" sz="800" dirty="0"/>
              <a:t>Data Model </a:t>
            </a:r>
            <a:r>
              <a:rPr lang="th-TH" sz="800" dirty="0"/>
              <a:t>บน </a:t>
            </a:r>
            <a:r>
              <a:rPr lang="en-US" sz="800" dirty="0"/>
              <a:t>Power  BI</a:t>
            </a:r>
          </a:p>
        </p:txBody>
      </p:sp>
      <p:sp>
        <p:nvSpPr>
          <p:cNvPr id="87" name="TextBox 86">
            <a:extLst>
              <a:ext uri="{FF2B5EF4-FFF2-40B4-BE49-F238E27FC236}">
                <a16:creationId xmlns:a16="http://schemas.microsoft.com/office/drawing/2014/main" id="{B3E3626A-F844-67A6-D614-2F5BDDE12B63}"/>
              </a:ext>
            </a:extLst>
          </p:cNvPr>
          <p:cNvSpPr txBox="1"/>
          <p:nvPr/>
        </p:nvSpPr>
        <p:spPr>
          <a:xfrm>
            <a:off x="9970496" y="1334383"/>
            <a:ext cx="1167014" cy="459700"/>
          </a:xfrm>
          <a:prstGeom prst="roundRect">
            <a:avLst/>
          </a:prstGeom>
          <a:noFill/>
        </p:spPr>
        <p:txBody>
          <a:bodyPr wrap="square" rtlCol="0">
            <a:spAutoFit/>
          </a:bodyPr>
          <a:lstStyle/>
          <a:p>
            <a:pPr algn="ctr"/>
            <a:r>
              <a:rPr lang="en-US" sz="1050" b="1" dirty="0">
                <a:solidFill>
                  <a:schemeClr val="tx1"/>
                </a:solidFill>
              </a:rPr>
              <a:t>Data Model</a:t>
            </a:r>
            <a:br>
              <a:rPr lang="en-US" sz="1050" b="1" dirty="0">
                <a:solidFill>
                  <a:schemeClr val="tx1"/>
                </a:solidFill>
              </a:rPr>
            </a:br>
            <a:r>
              <a:rPr lang="en-US" sz="1050" b="1" dirty="0">
                <a:solidFill>
                  <a:schemeClr val="tx1"/>
                </a:solidFill>
              </a:rPr>
              <a:t> for Power BI</a:t>
            </a:r>
          </a:p>
        </p:txBody>
      </p:sp>
      <p:grpSp>
        <p:nvGrpSpPr>
          <p:cNvPr id="88" name="Group 87">
            <a:extLst>
              <a:ext uri="{FF2B5EF4-FFF2-40B4-BE49-F238E27FC236}">
                <a16:creationId xmlns:a16="http://schemas.microsoft.com/office/drawing/2014/main" id="{D191E55D-9C1C-1C79-B1AC-C4A28779B085}"/>
              </a:ext>
            </a:extLst>
          </p:cNvPr>
          <p:cNvGrpSpPr/>
          <p:nvPr/>
        </p:nvGrpSpPr>
        <p:grpSpPr>
          <a:xfrm>
            <a:off x="9795256" y="4054364"/>
            <a:ext cx="1517492" cy="739014"/>
            <a:chOff x="1025599" y="2861782"/>
            <a:chExt cx="1872098" cy="911706"/>
          </a:xfrm>
        </p:grpSpPr>
        <p:pic>
          <p:nvPicPr>
            <p:cNvPr id="89" name="Picture 88">
              <a:extLst>
                <a:ext uri="{FF2B5EF4-FFF2-40B4-BE49-F238E27FC236}">
                  <a16:creationId xmlns:a16="http://schemas.microsoft.com/office/drawing/2014/main" id="{9933D040-1764-AB61-4ED7-5B102824E4A8}"/>
                </a:ext>
              </a:extLst>
            </p:cNvPr>
            <p:cNvPicPr>
              <a:picLocks noChangeAspect="1"/>
            </p:cNvPicPr>
            <p:nvPr/>
          </p:nvPicPr>
          <p:blipFill>
            <a:blip r:embed="rId8"/>
            <a:srcRect/>
            <a:stretch/>
          </p:blipFill>
          <p:spPr>
            <a:xfrm>
              <a:off x="1025599" y="2861782"/>
              <a:ext cx="911706" cy="911706"/>
            </a:xfrm>
            <a:prstGeom prst="rect">
              <a:avLst/>
            </a:prstGeom>
          </p:spPr>
        </p:pic>
        <p:pic>
          <p:nvPicPr>
            <p:cNvPr id="90" name="Picture 2">
              <a:extLst>
                <a:ext uri="{FF2B5EF4-FFF2-40B4-BE49-F238E27FC236}">
                  <a16:creationId xmlns:a16="http://schemas.microsoft.com/office/drawing/2014/main" id="{0DBB951F-2101-7204-8A3A-CFE93FF4D794}"/>
                </a:ext>
              </a:extLst>
            </p:cNvPr>
            <p:cNvPicPr>
              <a:picLocks noChangeAspect="1" noChangeArrowheads="1"/>
            </p:cNvPicPr>
            <p:nvPr/>
          </p:nvPicPr>
          <p:blipFill>
            <a:blip r:embed="rId9"/>
            <a:srcRect/>
            <a:stretch/>
          </p:blipFill>
          <p:spPr bwMode="auto">
            <a:xfrm>
              <a:off x="2086062" y="2911818"/>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91" name="TextBox 90">
            <a:extLst>
              <a:ext uri="{FF2B5EF4-FFF2-40B4-BE49-F238E27FC236}">
                <a16:creationId xmlns:a16="http://schemas.microsoft.com/office/drawing/2014/main" id="{F66D570B-FB76-C075-E322-5FBDC23E1D22}"/>
              </a:ext>
            </a:extLst>
          </p:cNvPr>
          <p:cNvSpPr txBox="1"/>
          <p:nvPr/>
        </p:nvSpPr>
        <p:spPr>
          <a:xfrm>
            <a:off x="9754202" y="4913691"/>
            <a:ext cx="1599600" cy="338554"/>
          </a:xfrm>
          <a:prstGeom prst="rect">
            <a:avLst/>
          </a:prstGeom>
          <a:noFill/>
        </p:spPr>
        <p:txBody>
          <a:bodyPr wrap="square" rtlCol="0">
            <a:spAutoFit/>
          </a:bodyPr>
          <a:lstStyle/>
          <a:p>
            <a:pPr algn="ctr"/>
            <a:r>
              <a:rPr lang="th-TH" sz="800" dirty="0"/>
              <a:t>เรียนรู้เครื่องมือ</a:t>
            </a:r>
            <a:br>
              <a:rPr lang="en-US" sz="800" dirty="0"/>
            </a:br>
            <a:r>
              <a:rPr lang="th-TH" sz="800" dirty="0"/>
              <a:t>ด้าน </a:t>
            </a:r>
            <a:r>
              <a:rPr lang="en-US" sz="800" dirty="0"/>
              <a:t>Data Solution</a:t>
            </a:r>
          </a:p>
        </p:txBody>
      </p:sp>
      <p:sp>
        <p:nvSpPr>
          <p:cNvPr id="92" name="TextBox 91">
            <a:extLst>
              <a:ext uri="{FF2B5EF4-FFF2-40B4-BE49-F238E27FC236}">
                <a16:creationId xmlns:a16="http://schemas.microsoft.com/office/drawing/2014/main" id="{5DF35601-8DF2-F0C9-9F6A-A07172EA2105}"/>
              </a:ext>
            </a:extLst>
          </p:cNvPr>
          <p:cNvSpPr txBox="1"/>
          <p:nvPr/>
        </p:nvSpPr>
        <p:spPr>
          <a:xfrm>
            <a:off x="9626344" y="3566389"/>
            <a:ext cx="1855316" cy="459700"/>
          </a:xfrm>
          <a:prstGeom prst="roundRect">
            <a:avLst/>
          </a:prstGeom>
          <a:noFill/>
        </p:spPr>
        <p:txBody>
          <a:bodyPr wrap="square" rtlCol="0">
            <a:spAutoFit/>
          </a:bodyPr>
          <a:lstStyle/>
          <a:p>
            <a:pPr algn="ctr"/>
            <a:r>
              <a:rPr lang="en-US" sz="1050" b="1" dirty="0">
                <a:solidFill>
                  <a:schemeClr val="tx1"/>
                </a:solidFill>
              </a:rPr>
              <a:t>Microsoft Fabric</a:t>
            </a:r>
            <a:br>
              <a:rPr lang="en-US" sz="1050" b="1" dirty="0">
                <a:solidFill>
                  <a:schemeClr val="tx1"/>
                </a:solidFill>
              </a:rPr>
            </a:br>
            <a:r>
              <a:rPr lang="en-US" sz="1050" b="1" dirty="0">
                <a:solidFill>
                  <a:schemeClr val="tx1"/>
                </a:solidFill>
              </a:rPr>
              <a:t>Essential for Business</a:t>
            </a:r>
          </a:p>
        </p:txBody>
      </p:sp>
      <p:cxnSp>
        <p:nvCxnSpPr>
          <p:cNvPr id="93" name="Straight Arrow Connector 92">
            <a:extLst>
              <a:ext uri="{FF2B5EF4-FFF2-40B4-BE49-F238E27FC236}">
                <a16:creationId xmlns:a16="http://schemas.microsoft.com/office/drawing/2014/main" id="{94EA14F9-9C69-8937-F669-5A02176617A7}"/>
              </a:ext>
            </a:extLst>
          </p:cNvPr>
          <p:cNvCxnSpPr>
            <a:cxnSpLocks/>
          </p:cNvCxnSpPr>
          <p:nvPr/>
        </p:nvCxnSpPr>
        <p:spPr>
          <a:xfrm>
            <a:off x="2552082" y="3614014"/>
            <a:ext cx="449109" cy="0"/>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cxnSp>
        <p:nvCxnSpPr>
          <p:cNvPr id="94" name="Straight Arrow Connector 93">
            <a:extLst>
              <a:ext uri="{FF2B5EF4-FFF2-40B4-BE49-F238E27FC236}">
                <a16:creationId xmlns:a16="http://schemas.microsoft.com/office/drawing/2014/main" id="{4B04B46F-7848-6E69-F5DA-7EFAE925031F}"/>
              </a:ext>
            </a:extLst>
          </p:cNvPr>
          <p:cNvCxnSpPr>
            <a:cxnSpLocks/>
          </p:cNvCxnSpPr>
          <p:nvPr/>
        </p:nvCxnSpPr>
        <p:spPr>
          <a:xfrm>
            <a:off x="4714472" y="3614014"/>
            <a:ext cx="449109" cy="0"/>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cxnSp>
        <p:nvCxnSpPr>
          <p:cNvPr id="95" name="Straight Arrow Connector 94">
            <a:extLst>
              <a:ext uri="{FF2B5EF4-FFF2-40B4-BE49-F238E27FC236}">
                <a16:creationId xmlns:a16="http://schemas.microsoft.com/office/drawing/2014/main" id="{340CBEAE-BE34-91E0-9290-F382457DDF79}"/>
              </a:ext>
            </a:extLst>
          </p:cNvPr>
          <p:cNvCxnSpPr>
            <a:cxnSpLocks/>
          </p:cNvCxnSpPr>
          <p:nvPr/>
        </p:nvCxnSpPr>
        <p:spPr>
          <a:xfrm>
            <a:off x="6787613" y="3614014"/>
            <a:ext cx="449109" cy="0"/>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cxnSp>
        <p:nvCxnSpPr>
          <p:cNvPr id="96" name="Straight Arrow Connector 95">
            <a:extLst>
              <a:ext uri="{FF2B5EF4-FFF2-40B4-BE49-F238E27FC236}">
                <a16:creationId xmlns:a16="http://schemas.microsoft.com/office/drawing/2014/main" id="{D673148E-012A-986B-204B-795E8F7D3A55}"/>
              </a:ext>
            </a:extLst>
          </p:cNvPr>
          <p:cNvCxnSpPr>
            <a:cxnSpLocks/>
            <a:stCxn id="86" idx="2"/>
            <a:endCxn id="92" idx="0"/>
          </p:cNvCxnSpPr>
          <p:nvPr/>
        </p:nvCxnSpPr>
        <p:spPr>
          <a:xfrm>
            <a:off x="10554002" y="3039483"/>
            <a:ext cx="0" cy="526906"/>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pic>
        <p:nvPicPr>
          <p:cNvPr id="97" name="Graphic 96" descr="Bullseye with solid fill">
            <a:extLst>
              <a:ext uri="{FF2B5EF4-FFF2-40B4-BE49-F238E27FC236}">
                <a16:creationId xmlns:a16="http://schemas.microsoft.com/office/drawing/2014/main" id="{B539AC33-D6B9-E3CA-9A38-033DF0FA152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867914" y="2425562"/>
            <a:ext cx="341872" cy="341872"/>
          </a:xfrm>
          <a:prstGeom prst="rect">
            <a:avLst/>
          </a:prstGeom>
        </p:spPr>
      </p:pic>
      <p:pic>
        <p:nvPicPr>
          <p:cNvPr id="98" name="Picture 97">
            <a:extLst>
              <a:ext uri="{FF2B5EF4-FFF2-40B4-BE49-F238E27FC236}">
                <a16:creationId xmlns:a16="http://schemas.microsoft.com/office/drawing/2014/main" id="{EB2489C1-07F7-16D0-ED30-5A38B4C3B2D9}"/>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p:blipFill>
        <p:spPr>
          <a:xfrm rot="20425694">
            <a:off x="8797919" y="1780991"/>
            <a:ext cx="481865" cy="216764"/>
          </a:xfrm>
          <a:prstGeom prst="rect">
            <a:avLst/>
          </a:prstGeom>
        </p:spPr>
      </p:pic>
      <p:sp>
        <p:nvSpPr>
          <p:cNvPr id="99" name="Freeform: Shape 98">
            <a:extLst>
              <a:ext uri="{FF2B5EF4-FFF2-40B4-BE49-F238E27FC236}">
                <a16:creationId xmlns:a16="http://schemas.microsoft.com/office/drawing/2014/main" id="{5A1E434E-AB5E-E506-694E-CD88DA9356D5}"/>
              </a:ext>
            </a:extLst>
          </p:cNvPr>
          <p:cNvSpPr/>
          <p:nvPr/>
        </p:nvSpPr>
        <p:spPr bwMode="gray">
          <a:xfrm rot="1767893">
            <a:off x="8293656" y="1797713"/>
            <a:ext cx="522381" cy="685595"/>
          </a:xfrm>
          <a:custGeom>
            <a:avLst/>
            <a:gdLst>
              <a:gd name="connsiteX0" fmla="*/ 272169 w 522381"/>
              <a:gd name="connsiteY0" fmla="*/ 0 h 685595"/>
              <a:gd name="connsiteX1" fmla="*/ 401434 w 522381"/>
              <a:gd name="connsiteY1" fmla="*/ 84366 h 685595"/>
              <a:gd name="connsiteX2" fmla="*/ 406895 w 522381"/>
              <a:gd name="connsiteY2" fmla="*/ 110998 h 685595"/>
              <a:gd name="connsiteX3" fmla="*/ 407179 w 522381"/>
              <a:gd name="connsiteY3" fmla="*/ 110810 h 685595"/>
              <a:gd name="connsiteX4" fmla="*/ 439457 w 522381"/>
              <a:gd name="connsiteY4" fmla="*/ 104393 h 685595"/>
              <a:gd name="connsiteX5" fmla="*/ 522381 w 522381"/>
              <a:gd name="connsiteY5" fmla="*/ 186042 h 685595"/>
              <a:gd name="connsiteX6" fmla="*/ 439457 w 522381"/>
              <a:gd name="connsiteY6" fmla="*/ 267691 h 685595"/>
              <a:gd name="connsiteX7" fmla="*/ 419253 w 522381"/>
              <a:gd name="connsiteY7" fmla="*/ 263675 h 685595"/>
              <a:gd name="connsiteX8" fmla="*/ 424256 w 522381"/>
              <a:gd name="connsiteY8" fmla="*/ 288073 h 685595"/>
              <a:gd name="connsiteX9" fmla="*/ 341332 w 522381"/>
              <a:gd name="connsiteY9" fmla="*/ 369722 h 685595"/>
              <a:gd name="connsiteX10" fmla="*/ 338513 w 522381"/>
              <a:gd name="connsiteY10" fmla="*/ 369162 h 685595"/>
              <a:gd name="connsiteX11" fmla="*/ 340161 w 522381"/>
              <a:gd name="connsiteY11" fmla="*/ 371569 h 685595"/>
              <a:gd name="connsiteX12" fmla="*/ 347538 w 522381"/>
              <a:gd name="connsiteY12" fmla="*/ 407546 h 685595"/>
              <a:gd name="connsiteX13" fmla="*/ 340161 w 522381"/>
              <a:gd name="connsiteY13" fmla="*/ 443524 h 685595"/>
              <a:gd name="connsiteX14" fmla="*/ 328456 w 522381"/>
              <a:gd name="connsiteY14" fmla="*/ 460618 h 685595"/>
              <a:gd name="connsiteX15" fmla="*/ 329039 w 522381"/>
              <a:gd name="connsiteY15" fmla="*/ 461006 h 685595"/>
              <a:gd name="connsiteX16" fmla="*/ 356534 w 522381"/>
              <a:gd name="connsiteY16" fmla="*/ 526363 h 685595"/>
              <a:gd name="connsiteX17" fmla="*/ 299201 w 522381"/>
              <a:gd name="connsiteY17" fmla="*/ 611529 h 685595"/>
              <a:gd name="connsiteX18" fmla="*/ 268154 w 522381"/>
              <a:gd name="connsiteY18" fmla="*/ 617700 h 685595"/>
              <a:gd name="connsiteX19" fmla="*/ 264249 w 522381"/>
              <a:gd name="connsiteY19" fmla="*/ 636746 h 685595"/>
              <a:gd name="connsiteX20" fmla="*/ 189402 w 522381"/>
              <a:gd name="connsiteY20" fmla="*/ 685595 h 685595"/>
              <a:gd name="connsiteX21" fmla="*/ 108172 w 522381"/>
              <a:gd name="connsiteY21" fmla="*/ 605613 h 685595"/>
              <a:gd name="connsiteX22" fmla="*/ 109484 w 522381"/>
              <a:gd name="connsiteY22" fmla="*/ 599213 h 685595"/>
              <a:gd name="connsiteX23" fmla="*/ 72902 w 522381"/>
              <a:gd name="connsiteY23" fmla="*/ 591941 h 685595"/>
              <a:gd name="connsiteX24" fmla="*/ 0 w 522381"/>
              <a:gd name="connsiteY24" fmla="*/ 483647 h 685595"/>
              <a:gd name="connsiteX25" fmla="*/ 34961 w 522381"/>
              <a:gd name="connsiteY25" fmla="*/ 400541 h 685595"/>
              <a:gd name="connsiteX26" fmla="*/ 45566 w 522381"/>
              <a:gd name="connsiteY26" fmla="*/ 393501 h 685595"/>
              <a:gd name="connsiteX27" fmla="*/ 32982 w 522381"/>
              <a:gd name="connsiteY27" fmla="*/ 375123 h 685595"/>
              <a:gd name="connsiteX28" fmla="*/ 21957 w 522381"/>
              <a:gd name="connsiteY28" fmla="*/ 321355 h 685595"/>
              <a:gd name="connsiteX29" fmla="*/ 107640 w 522381"/>
              <a:gd name="connsiteY29" fmla="*/ 194076 h 685595"/>
              <a:gd name="connsiteX30" fmla="*/ 141951 w 522381"/>
              <a:gd name="connsiteY30" fmla="*/ 187256 h 685595"/>
              <a:gd name="connsiteX31" fmla="*/ 131879 w 522381"/>
              <a:gd name="connsiteY31" fmla="*/ 138134 h 685595"/>
              <a:gd name="connsiteX32" fmla="*/ 272169 w 522381"/>
              <a:gd name="connsiteY32" fmla="*/ 0 h 685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381" h="685595">
                <a:moveTo>
                  <a:pt x="272169" y="0"/>
                </a:moveTo>
                <a:cubicBezTo>
                  <a:pt x="330279" y="0"/>
                  <a:pt x="380137" y="34788"/>
                  <a:pt x="401434" y="84366"/>
                </a:cubicBezTo>
                <a:lnTo>
                  <a:pt x="406895" y="110998"/>
                </a:lnTo>
                <a:lnTo>
                  <a:pt x="407179" y="110810"/>
                </a:lnTo>
                <a:cubicBezTo>
                  <a:pt x="417100" y="106678"/>
                  <a:pt x="428008" y="104393"/>
                  <a:pt x="439457" y="104393"/>
                </a:cubicBezTo>
                <a:cubicBezTo>
                  <a:pt x="485255" y="104393"/>
                  <a:pt x="522381" y="140949"/>
                  <a:pt x="522381" y="186042"/>
                </a:cubicBezTo>
                <a:cubicBezTo>
                  <a:pt x="522381" y="231135"/>
                  <a:pt x="485255" y="267691"/>
                  <a:pt x="439457" y="267691"/>
                </a:cubicBezTo>
                <a:lnTo>
                  <a:pt x="419253" y="263675"/>
                </a:lnTo>
                <a:lnTo>
                  <a:pt x="424256" y="288073"/>
                </a:lnTo>
                <a:cubicBezTo>
                  <a:pt x="424256" y="333166"/>
                  <a:pt x="387130" y="369722"/>
                  <a:pt x="341332" y="369722"/>
                </a:cubicBezTo>
                <a:lnTo>
                  <a:pt x="338513" y="369162"/>
                </a:lnTo>
                <a:lnTo>
                  <a:pt x="340161" y="371569"/>
                </a:lnTo>
                <a:cubicBezTo>
                  <a:pt x="344911" y="382627"/>
                  <a:pt x="347538" y="394784"/>
                  <a:pt x="347538" y="407546"/>
                </a:cubicBezTo>
                <a:cubicBezTo>
                  <a:pt x="347538" y="420308"/>
                  <a:pt x="344911" y="432466"/>
                  <a:pt x="340161" y="443524"/>
                </a:cubicBezTo>
                <a:lnTo>
                  <a:pt x="328456" y="460618"/>
                </a:lnTo>
                <a:lnTo>
                  <a:pt x="329039" y="461006"/>
                </a:lnTo>
                <a:cubicBezTo>
                  <a:pt x="346027" y="477732"/>
                  <a:pt x="356534" y="500840"/>
                  <a:pt x="356534" y="526363"/>
                </a:cubicBezTo>
                <a:cubicBezTo>
                  <a:pt x="356534" y="564648"/>
                  <a:pt x="332893" y="597497"/>
                  <a:pt x="299201" y="611529"/>
                </a:cubicBezTo>
                <a:lnTo>
                  <a:pt x="268154" y="617700"/>
                </a:lnTo>
                <a:lnTo>
                  <a:pt x="264249" y="636746"/>
                </a:lnTo>
                <a:cubicBezTo>
                  <a:pt x="251917" y="665453"/>
                  <a:pt x="223048" y="685595"/>
                  <a:pt x="189402" y="685595"/>
                </a:cubicBezTo>
                <a:cubicBezTo>
                  <a:pt x="144540" y="685595"/>
                  <a:pt x="108172" y="649786"/>
                  <a:pt x="108172" y="605613"/>
                </a:cubicBezTo>
                <a:lnTo>
                  <a:pt x="109484" y="599213"/>
                </a:lnTo>
                <a:lnTo>
                  <a:pt x="72902" y="591941"/>
                </a:lnTo>
                <a:cubicBezTo>
                  <a:pt x="30061" y="574099"/>
                  <a:pt x="0" y="532330"/>
                  <a:pt x="0" y="483647"/>
                </a:cubicBezTo>
                <a:cubicBezTo>
                  <a:pt x="0" y="451192"/>
                  <a:pt x="13360" y="421810"/>
                  <a:pt x="34961" y="400541"/>
                </a:cubicBezTo>
                <a:lnTo>
                  <a:pt x="45566" y="393501"/>
                </a:lnTo>
                <a:lnTo>
                  <a:pt x="32982" y="375123"/>
                </a:lnTo>
                <a:cubicBezTo>
                  <a:pt x="25883" y="358597"/>
                  <a:pt x="21957" y="340427"/>
                  <a:pt x="21957" y="321355"/>
                </a:cubicBezTo>
                <a:cubicBezTo>
                  <a:pt x="21957" y="264138"/>
                  <a:pt x="57288" y="215046"/>
                  <a:pt x="107640" y="194076"/>
                </a:cubicBezTo>
                <a:lnTo>
                  <a:pt x="141951" y="187256"/>
                </a:lnTo>
                <a:lnTo>
                  <a:pt x="131879" y="138134"/>
                </a:lnTo>
                <a:cubicBezTo>
                  <a:pt x="131879" y="61845"/>
                  <a:pt x="194689" y="0"/>
                  <a:pt x="272169" y="0"/>
                </a:cubicBezTo>
                <a:close/>
              </a:path>
            </a:pathLst>
          </a:custGeom>
          <a:gradFill>
            <a:gsLst>
              <a:gs pos="0">
                <a:schemeClr val="bg1">
                  <a:alpha val="0"/>
                </a:schemeClr>
              </a:gs>
              <a:gs pos="100000">
                <a:schemeClr val="accent4">
                  <a:lumMod val="20000"/>
                  <a:lumOff val="80000"/>
                </a:schemeClr>
              </a:gs>
            </a:gsLst>
            <a:lin ang="19200000" scaled="0"/>
          </a:gra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noAutofit/>
          </a:bodyPr>
          <a:lstStyle/>
          <a:p>
            <a:pPr algn="ctr" eaLnBrk="0" fontAlgn="base" hangingPunct="0">
              <a:spcBef>
                <a:spcPct val="0"/>
              </a:spcBef>
              <a:spcAft>
                <a:spcPct val="0"/>
              </a:spcAft>
            </a:pPr>
            <a:endParaRPr lang="en-US" sz="1800" dirty="0">
              <a:solidFill>
                <a:sysClr val="windowText" lastClr="000000"/>
              </a:solidFill>
            </a:endParaRPr>
          </a:p>
        </p:txBody>
      </p:sp>
      <p:sp>
        <p:nvSpPr>
          <p:cNvPr id="100" name="Rectangle: Rounded Corners 99">
            <a:extLst>
              <a:ext uri="{FF2B5EF4-FFF2-40B4-BE49-F238E27FC236}">
                <a16:creationId xmlns:a16="http://schemas.microsoft.com/office/drawing/2014/main" id="{61B5AF7C-0B9C-BC68-6933-6B1FD9EF347A}"/>
              </a:ext>
            </a:extLst>
          </p:cNvPr>
          <p:cNvSpPr/>
          <p:nvPr/>
        </p:nvSpPr>
        <p:spPr>
          <a:xfrm>
            <a:off x="8702542" y="5639402"/>
            <a:ext cx="2848070" cy="1016000"/>
          </a:xfrm>
          <a:prstGeom prst="roundRect">
            <a:avLst>
              <a:gd name="adj" fmla="val 11667"/>
            </a:avLst>
          </a:prstGeom>
          <a:solidFill>
            <a:schemeClr val="bg1"/>
          </a:solidFill>
          <a:ln>
            <a:solidFill>
              <a:srgbClr val="19B5F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01" name="Straight Arrow Connector 100">
            <a:extLst>
              <a:ext uri="{FF2B5EF4-FFF2-40B4-BE49-F238E27FC236}">
                <a16:creationId xmlns:a16="http://schemas.microsoft.com/office/drawing/2014/main" id="{272E7285-9D94-1F5A-5A40-F81C7A890272}"/>
              </a:ext>
            </a:extLst>
          </p:cNvPr>
          <p:cNvCxnSpPr>
            <a:cxnSpLocks/>
          </p:cNvCxnSpPr>
          <p:nvPr/>
        </p:nvCxnSpPr>
        <p:spPr>
          <a:xfrm>
            <a:off x="8946036" y="6147402"/>
            <a:ext cx="449109" cy="0"/>
          </a:xfrm>
          <a:prstGeom prst="straightConnector1">
            <a:avLst/>
          </a:prstGeom>
          <a:ln w="38100" cap="rnd">
            <a:solidFill>
              <a:srgbClr val="19B5FE"/>
            </a:solidFill>
            <a:prstDash val="dash"/>
            <a:round/>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101">
            <a:extLst>
              <a:ext uri="{FF2B5EF4-FFF2-40B4-BE49-F238E27FC236}">
                <a16:creationId xmlns:a16="http://schemas.microsoft.com/office/drawing/2014/main" id="{D8EE57E3-A7FE-880B-17BF-B4A6110055D2}"/>
              </a:ext>
            </a:extLst>
          </p:cNvPr>
          <p:cNvCxnSpPr>
            <a:cxnSpLocks/>
          </p:cNvCxnSpPr>
          <p:nvPr/>
        </p:nvCxnSpPr>
        <p:spPr>
          <a:xfrm>
            <a:off x="8946037" y="5876996"/>
            <a:ext cx="449109" cy="0"/>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sp>
        <p:nvSpPr>
          <p:cNvPr id="103" name="TextBox 102">
            <a:extLst>
              <a:ext uri="{FF2B5EF4-FFF2-40B4-BE49-F238E27FC236}">
                <a16:creationId xmlns:a16="http://schemas.microsoft.com/office/drawing/2014/main" id="{597FA077-8631-E7A3-D96B-0384EFF2D19B}"/>
              </a:ext>
            </a:extLst>
          </p:cNvPr>
          <p:cNvSpPr txBox="1"/>
          <p:nvPr/>
        </p:nvSpPr>
        <p:spPr>
          <a:xfrm>
            <a:off x="9481566" y="5746191"/>
            <a:ext cx="2069045" cy="261610"/>
          </a:xfrm>
          <a:prstGeom prst="rect">
            <a:avLst/>
          </a:prstGeom>
          <a:noFill/>
        </p:spPr>
        <p:txBody>
          <a:bodyPr wrap="square" rtlCol="0">
            <a:spAutoFit/>
          </a:bodyPr>
          <a:lstStyle/>
          <a:p>
            <a:pPr algn="l"/>
            <a:r>
              <a:rPr lang="th-TH" sz="1100" b="0" dirty="0">
                <a:latin typeface="LINE Seed Sans TH" panose="020B0604020202020204" charset="-34"/>
                <a:cs typeface="+mn-cs"/>
              </a:rPr>
              <a:t>หลักสูตรแนะนำให้เรียนต่อ</a:t>
            </a:r>
            <a:endParaRPr lang="en-US" sz="1100" b="0" dirty="0">
              <a:latin typeface="LINE Seed Sans TH" panose="020B0604020202020204" charset="-34"/>
              <a:cs typeface="+mn-cs"/>
            </a:endParaRPr>
          </a:p>
        </p:txBody>
      </p:sp>
      <p:sp>
        <p:nvSpPr>
          <p:cNvPr id="104" name="TextBox 103">
            <a:extLst>
              <a:ext uri="{FF2B5EF4-FFF2-40B4-BE49-F238E27FC236}">
                <a16:creationId xmlns:a16="http://schemas.microsoft.com/office/drawing/2014/main" id="{95DA08E8-2356-D973-FFFF-2F75F7C6BF06}"/>
              </a:ext>
            </a:extLst>
          </p:cNvPr>
          <p:cNvSpPr txBox="1"/>
          <p:nvPr/>
        </p:nvSpPr>
        <p:spPr>
          <a:xfrm>
            <a:off x="9481566" y="6020885"/>
            <a:ext cx="2069046" cy="261610"/>
          </a:xfrm>
          <a:prstGeom prst="rect">
            <a:avLst/>
          </a:prstGeom>
          <a:noFill/>
        </p:spPr>
        <p:txBody>
          <a:bodyPr wrap="square" rtlCol="0">
            <a:spAutoFit/>
          </a:bodyPr>
          <a:lstStyle/>
          <a:p>
            <a:pPr algn="l"/>
            <a:r>
              <a:rPr lang="th-TH" sz="1100" b="0" dirty="0">
                <a:latin typeface="LINE Seed Sans TH" panose="020B0604020202020204" charset="-34"/>
                <a:cs typeface="+mn-cs"/>
              </a:rPr>
              <a:t>หลักสูตรที่สามารถเรียนต่อได้</a:t>
            </a:r>
            <a:endParaRPr lang="en-US" sz="1100" b="0" dirty="0">
              <a:latin typeface="LINE Seed Sans TH" panose="020B0604020202020204" charset="-34"/>
              <a:cs typeface="+mn-cs"/>
            </a:endParaRPr>
          </a:p>
        </p:txBody>
      </p:sp>
      <p:sp>
        <p:nvSpPr>
          <p:cNvPr id="105" name="Rectangle: Rounded Corners 104">
            <a:extLst>
              <a:ext uri="{FF2B5EF4-FFF2-40B4-BE49-F238E27FC236}">
                <a16:creationId xmlns:a16="http://schemas.microsoft.com/office/drawing/2014/main" id="{0C328685-06BE-D52D-F0B7-896C98F604D3}"/>
              </a:ext>
            </a:extLst>
          </p:cNvPr>
          <p:cNvSpPr/>
          <p:nvPr/>
        </p:nvSpPr>
        <p:spPr bwMode="auto">
          <a:xfrm>
            <a:off x="8571483" y="5433871"/>
            <a:ext cx="1363105" cy="288332"/>
          </a:xfrm>
          <a:prstGeom prst="roundRect">
            <a:avLst>
              <a:gd name="adj" fmla="val 50000"/>
            </a:avLst>
          </a:prstGeom>
          <a:solidFill>
            <a:srgbClr val="19B5FE"/>
          </a:solidFill>
          <a:ln>
            <a:solidFill>
              <a:srgbClr val="19B5FE"/>
            </a:solid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th-TH" sz="1400" b="1" dirty="0">
                <a:solidFill>
                  <a:schemeClr val="tx1"/>
                </a:solidFill>
                <a:latin typeface="DB Heavent" panose="02000506060000020004" pitchFamily="2" charset="-34"/>
              </a:rPr>
              <a:t>สัญลักษณ์</a:t>
            </a:r>
            <a:endParaRPr lang="en-US" sz="1400" b="1" dirty="0">
              <a:solidFill>
                <a:schemeClr val="tx1"/>
              </a:solidFill>
              <a:latin typeface="DB Heavent" panose="02000506060000020004" pitchFamily="2" charset="-34"/>
            </a:endParaRPr>
          </a:p>
        </p:txBody>
      </p:sp>
      <p:sp>
        <p:nvSpPr>
          <p:cNvPr id="106" name="TextBox 105">
            <a:extLst>
              <a:ext uri="{FF2B5EF4-FFF2-40B4-BE49-F238E27FC236}">
                <a16:creationId xmlns:a16="http://schemas.microsoft.com/office/drawing/2014/main" id="{1AFF4CEE-E71F-8E35-5E14-79E235912E4E}"/>
              </a:ext>
            </a:extLst>
          </p:cNvPr>
          <p:cNvSpPr txBox="1"/>
          <p:nvPr/>
        </p:nvSpPr>
        <p:spPr>
          <a:xfrm>
            <a:off x="9481566" y="6305717"/>
            <a:ext cx="2069044" cy="261610"/>
          </a:xfrm>
          <a:prstGeom prst="rect">
            <a:avLst/>
          </a:prstGeom>
          <a:noFill/>
        </p:spPr>
        <p:txBody>
          <a:bodyPr wrap="square" rtlCol="0">
            <a:spAutoFit/>
          </a:bodyPr>
          <a:lstStyle/>
          <a:p>
            <a:pPr algn="l"/>
            <a:r>
              <a:rPr lang="th-TH" sz="1100" b="0" dirty="0">
                <a:latin typeface="LINE Seed Sans TH" panose="020B0604020202020204" charset="-34"/>
                <a:cs typeface="+mn-cs"/>
              </a:rPr>
              <a:t>หลักสูตรที่กำลังศึกษา</a:t>
            </a:r>
            <a:endParaRPr lang="en-US" sz="1100" b="0" dirty="0">
              <a:latin typeface="LINE Seed Sans TH" panose="020B0604020202020204" charset="-34"/>
              <a:cs typeface="+mn-cs"/>
            </a:endParaRPr>
          </a:p>
        </p:txBody>
      </p:sp>
      <p:pic>
        <p:nvPicPr>
          <p:cNvPr id="107" name="Graphic 106" descr="Bullseye with solid fill">
            <a:extLst>
              <a:ext uri="{FF2B5EF4-FFF2-40B4-BE49-F238E27FC236}">
                <a16:creationId xmlns:a16="http://schemas.microsoft.com/office/drawing/2014/main" id="{AB42AD59-2C79-54A8-A1C6-28BB95721B2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963815" y="6257300"/>
            <a:ext cx="341872" cy="341872"/>
          </a:xfrm>
          <a:prstGeom prst="rect">
            <a:avLst/>
          </a:prstGeom>
        </p:spPr>
      </p:pic>
      <p:sp>
        <p:nvSpPr>
          <p:cNvPr id="109" name="TextBox 108">
            <a:extLst>
              <a:ext uri="{FF2B5EF4-FFF2-40B4-BE49-F238E27FC236}">
                <a16:creationId xmlns:a16="http://schemas.microsoft.com/office/drawing/2014/main" id="{F9AC0FF0-F327-98A7-6F78-B4C13AC62304}"/>
              </a:ext>
            </a:extLst>
          </p:cNvPr>
          <p:cNvSpPr txBox="1"/>
          <p:nvPr/>
        </p:nvSpPr>
        <p:spPr>
          <a:xfrm>
            <a:off x="1017038" y="753278"/>
            <a:ext cx="9293290" cy="584775"/>
          </a:xfrm>
          <a:prstGeom prst="rect">
            <a:avLst/>
          </a:prstGeom>
          <a:noFill/>
        </p:spPr>
        <p:txBody>
          <a:bodyPr wrap="square" rtlCol="0" anchor="ctr">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3200" b="1" kern="1200" dirty="0">
                <a:solidFill>
                  <a:schemeClr val="tx1"/>
                </a:solidFill>
                <a:latin typeface="+mn-lt"/>
                <a:ea typeface="+mn-ea"/>
                <a:cs typeface="+mn-cs"/>
              </a:rPr>
              <a:t>Roadmap - </a:t>
            </a:r>
            <a:r>
              <a:rPr lang="th-TH" sz="3200" b="1" kern="1200" dirty="0">
                <a:solidFill>
                  <a:schemeClr val="tx1"/>
                </a:solidFill>
                <a:latin typeface="+mn-lt"/>
                <a:ea typeface="+mn-ea"/>
                <a:cs typeface="+mn-cs"/>
              </a:rPr>
              <a:t>แนวทางการเรียนต่อ</a:t>
            </a:r>
            <a:endParaRPr lang="en-US" sz="3200" b="1" kern="1200" dirty="0">
              <a:solidFill>
                <a:schemeClr val="tx1"/>
              </a:solidFill>
              <a:latin typeface="+mn-lt"/>
              <a:ea typeface="+mn-ea"/>
              <a:cs typeface="+mn-cs"/>
            </a:endParaRPr>
          </a:p>
        </p:txBody>
      </p:sp>
    </p:spTree>
    <p:extLst>
      <p:ext uri="{BB962C8B-B14F-4D97-AF65-F5344CB8AC3E}">
        <p14:creationId xmlns:p14="http://schemas.microsoft.com/office/powerpoint/2010/main" val="42324440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Blank_logo_layout">
    <p:bg>
      <p:bgPr>
        <a:solidFill>
          <a:srgbClr val="FFFFFF"/>
        </a:solidFill>
        <a:effectLst/>
      </p:bgPr>
    </p:bg>
    <p:spTree>
      <p:nvGrpSpPr>
        <p:cNvPr id="1" name=""/>
        <p:cNvGrpSpPr/>
        <p:nvPr/>
      </p:nvGrpSpPr>
      <p:grpSpPr>
        <a:xfrm>
          <a:off x="0" y="0"/>
          <a:ext cx="0" cy="0"/>
          <a:chOff x="0" y="0"/>
          <a:chExt cx="0" cy="0"/>
        </a:xfrm>
      </p:grpSpPr>
      <p:sp>
        <p:nvSpPr>
          <p:cNvPr id="15" name="Footer Placeholder 4">
            <a:extLst>
              <a:ext uri="{FF2B5EF4-FFF2-40B4-BE49-F238E27FC236}">
                <a16:creationId xmlns:a16="http://schemas.microsoft.com/office/drawing/2014/main" id="{6BF4E426-CA9D-A26E-513D-9A6156099137}"/>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6" name="Slide Number Placeholder 5">
            <a:extLst>
              <a:ext uri="{FF2B5EF4-FFF2-40B4-BE49-F238E27FC236}">
                <a16:creationId xmlns:a16="http://schemas.microsoft.com/office/drawing/2014/main" id="{3000481F-7082-6144-220E-421C41566A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40431902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cSld name="Blank_No_logo_layout">
    <p:bg>
      <p:bgPr>
        <a:solidFill>
          <a:srgbClr val="FFFFFF"/>
        </a:solidFill>
        <a:effectLst/>
      </p:bgPr>
    </p:bg>
    <p:spTree>
      <p:nvGrpSpPr>
        <p:cNvPr id="1" name=""/>
        <p:cNvGrpSpPr/>
        <p:nvPr/>
      </p:nvGrpSpPr>
      <p:grpSpPr>
        <a:xfrm>
          <a:off x="0" y="0"/>
          <a:ext cx="0" cy="0"/>
          <a:chOff x="0" y="0"/>
          <a:chExt cx="0" cy="0"/>
        </a:xfrm>
      </p:grpSpPr>
      <p:sp>
        <p:nvSpPr>
          <p:cNvPr id="15" name="Footer Placeholder 4">
            <a:extLst>
              <a:ext uri="{FF2B5EF4-FFF2-40B4-BE49-F238E27FC236}">
                <a16:creationId xmlns:a16="http://schemas.microsoft.com/office/drawing/2014/main" id="{6BF4E426-CA9D-A26E-513D-9A6156099137}"/>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6" name="Slide Number Placeholder 5">
            <a:extLst>
              <a:ext uri="{FF2B5EF4-FFF2-40B4-BE49-F238E27FC236}">
                <a16:creationId xmlns:a16="http://schemas.microsoft.com/office/drawing/2014/main" id="{3000481F-7082-6144-220E-421C41566A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413449443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Index_Layout">
    <p:bg>
      <p:bgPr>
        <a:solidFill>
          <a:srgbClr val="FFFFFF"/>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10515600" cy="4516207"/>
          </a:xfrm>
        </p:spPr>
        <p:txBody>
          <a:bodyPr numCol="2"/>
          <a:lstStyle>
            <a:lvl1pPr>
              <a:defRPr>
                <a:cs typeface="+mn-cs"/>
              </a:defRPr>
            </a:lvl1pPr>
            <a:lvl2pPr>
              <a:defRPr>
                <a:cs typeface="+mn-cs"/>
              </a:defRPr>
            </a:lvl2pPr>
            <a:lvl3pPr>
              <a:defRPr>
                <a:cs typeface="+mn-cs"/>
              </a:defRPr>
            </a:lvl3pPr>
            <a:lvl4pPr>
              <a:defRPr>
                <a:cs typeface="+mn-cs"/>
              </a:defRPr>
            </a:lvl4pPr>
            <a:lvl5pPr>
              <a:defRPr>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dirty="0"/>
          </a:p>
        </p:txBody>
      </p:sp>
      <p:sp>
        <p:nvSpPr>
          <p:cNvPr id="5" name="TextBox 4">
            <a:extLst>
              <a:ext uri="{FF2B5EF4-FFF2-40B4-BE49-F238E27FC236}">
                <a16:creationId xmlns:a16="http://schemas.microsoft.com/office/drawing/2014/main" id="{0B9FDF98-A7B2-AB80-1B80-F75582485FAD}"/>
              </a:ext>
            </a:extLst>
          </p:cNvPr>
          <p:cNvSpPr txBox="1"/>
          <p:nvPr/>
        </p:nvSpPr>
        <p:spPr>
          <a:xfrm>
            <a:off x="1017038" y="753278"/>
            <a:ext cx="9293290" cy="584775"/>
          </a:xfrm>
          <a:prstGeom prst="rect">
            <a:avLst/>
          </a:prstGeom>
          <a:noFill/>
        </p:spPr>
        <p:txBody>
          <a:bodyPr wrap="square" rtlCol="0" anchor="ctr">
            <a:spAutoFit/>
          </a:bodyPr>
          <a:lstStyle/>
          <a:p>
            <a:r>
              <a:rPr lang="th-TH" sz="3200" b="1" dirty="0">
                <a:solidFill>
                  <a:schemeClr val="tx2"/>
                </a:solidFill>
                <a:latin typeface="LINE Seed Sans TH" panose="020B0303020203020204" pitchFamily="34" charset="-34"/>
                <a:ea typeface="LINE Seed Sans TH" panose="020B0303020203020204" pitchFamily="34" charset="-34"/>
                <a:cs typeface="LINE Seed Sans TH" panose="020B0303020203020204" pitchFamily="34" charset="-34"/>
              </a:rPr>
              <a:t>สารบัญ</a:t>
            </a:r>
          </a:p>
        </p:txBody>
      </p:sp>
      <p:sp>
        <p:nvSpPr>
          <p:cNvPr id="14" name="Footer Placeholder 4">
            <a:extLst>
              <a:ext uri="{FF2B5EF4-FFF2-40B4-BE49-F238E27FC236}">
                <a16:creationId xmlns:a16="http://schemas.microsoft.com/office/drawing/2014/main" id="{A6D7DD56-375D-C74B-14B1-EC7113FB8AB4}"/>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15" name="Slide Number Placeholder 5">
            <a:extLst>
              <a:ext uri="{FF2B5EF4-FFF2-40B4-BE49-F238E27FC236}">
                <a16:creationId xmlns:a16="http://schemas.microsoft.com/office/drawing/2014/main" id="{E8DD9D4B-BCDC-5CC2-A704-DE30D9A0BC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13062324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tent_Layout">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normAutofit/>
          </a:bodyPr>
          <a:lstStyle>
            <a:lvl1pPr>
              <a:defRPr sz="2800"/>
            </a:lvl1p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10515600" cy="4494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15" name="Footer Placeholder 4">
            <a:extLst>
              <a:ext uri="{FF2B5EF4-FFF2-40B4-BE49-F238E27FC236}">
                <a16:creationId xmlns:a16="http://schemas.microsoft.com/office/drawing/2014/main" id="{6BF4E426-CA9D-A26E-513D-9A6156099137}"/>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16" name="Slide Number Placeholder 5">
            <a:extLst>
              <a:ext uri="{FF2B5EF4-FFF2-40B4-BE49-F238E27FC236}">
                <a16:creationId xmlns:a16="http://schemas.microsoft.com/office/drawing/2014/main" id="{3000481F-7082-6144-220E-421C41566A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45883103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Roadmap_Layout">
    <p:bg>
      <p:bgPr>
        <a:solidFill>
          <a:srgbClr val="FFFFFF"/>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Footer Placeholder 4">
            <a:extLst>
              <a:ext uri="{FF2B5EF4-FFF2-40B4-BE49-F238E27FC236}">
                <a16:creationId xmlns:a16="http://schemas.microsoft.com/office/drawing/2014/main" id="{6BF4E426-CA9D-A26E-513D-9A6156099137}"/>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16" name="Slide Number Placeholder 5">
            <a:extLst>
              <a:ext uri="{FF2B5EF4-FFF2-40B4-BE49-F238E27FC236}">
                <a16:creationId xmlns:a16="http://schemas.microsoft.com/office/drawing/2014/main" id="{3000481F-7082-6144-220E-421C41566A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
        <p:nvSpPr>
          <p:cNvPr id="62" name="TextBox 61">
            <a:extLst>
              <a:ext uri="{FF2B5EF4-FFF2-40B4-BE49-F238E27FC236}">
                <a16:creationId xmlns:a16="http://schemas.microsoft.com/office/drawing/2014/main" id="{DF61F4E9-126C-7B15-683F-3B45F8D8F472}"/>
              </a:ext>
            </a:extLst>
          </p:cNvPr>
          <p:cNvSpPr txBox="1"/>
          <p:nvPr/>
        </p:nvSpPr>
        <p:spPr>
          <a:xfrm>
            <a:off x="578744" y="2637938"/>
            <a:ext cx="2201706" cy="476726"/>
          </a:xfrm>
          <a:prstGeom prst="roundRect">
            <a:avLst/>
          </a:prstGeom>
          <a:noFill/>
        </p:spPr>
        <p:txBody>
          <a:bodyPr wrap="square" rtlCol="0">
            <a:spAutoFit/>
          </a:bodyPr>
          <a:lstStyle>
            <a:defPPr>
              <a:defRPr lang="th-TH"/>
            </a:defPPr>
            <a:lvl1pPr algn="ctr">
              <a:defRPr sz="1100" b="1"/>
            </a:lvl1pPr>
          </a:lstStyle>
          <a:p>
            <a:pPr lvl="0"/>
            <a:r>
              <a:rPr lang="en-US" sz="1100" dirty="0"/>
              <a:t>Power BI Desktop for Business Analytics</a:t>
            </a:r>
          </a:p>
        </p:txBody>
      </p:sp>
      <p:sp>
        <p:nvSpPr>
          <p:cNvPr id="63" name="TextBox 62">
            <a:extLst>
              <a:ext uri="{FF2B5EF4-FFF2-40B4-BE49-F238E27FC236}">
                <a16:creationId xmlns:a16="http://schemas.microsoft.com/office/drawing/2014/main" id="{D16C304B-5F95-7312-A2A9-069ABB529798}"/>
              </a:ext>
            </a:extLst>
          </p:cNvPr>
          <p:cNvSpPr txBox="1"/>
          <p:nvPr/>
        </p:nvSpPr>
        <p:spPr>
          <a:xfrm>
            <a:off x="381877" y="4143657"/>
            <a:ext cx="2595440" cy="338554"/>
          </a:xfrm>
          <a:prstGeom prst="rect">
            <a:avLst/>
          </a:prstGeom>
          <a:noFill/>
        </p:spPr>
        <p:txBody>
          <a:bodyPr wrap="square" rtlCol="0">
            <a:spAutoFit/>
          </a:bodyPr>
          <a:lstStyle>
            <a:defPPr>
              <a:defRPr lang="th-TH"/>
            </a:defPPr>
            <a:lvl1pPr algn="ctr">
              <a:defRPr sz="800"/>
            </a:lvl1pPr>
          </a:lstStyle>
          <a:p>
            <a:pPr lvl="0"/>
            <a:r>
              <a:rPr lang="th-TH" sz="800" dirty="0"/>
              <a:t>เริ่มต้นการใช้งาน </a:t>
            </a:r>
            <a:r>
              <a:rPr lang="en-US" sz="800" dirty="0"/>
              <a:t>Power BI Desktop </a:t>
            </a:r>
            <a:br>
              <a:rPr lang="en-US" sz="800" dirty="0"/>
            </a:br>
            <a:r>
              <a:rPr lang="th-TH" sz="800" dirty="0"/>
              <a:t>ในงานด้าน </a:t>
            </a:r>
            <a:r>
              <a:rPr lang="en-US" sz="800" dirty="0"/>
              <a:t>Business Analytics</a:t>
            </a:r>
          </a:p>
        </p:txBody>
      </p:sp>
      <p:cxnSp>
        <p:nvCxnSpPr>
          <p:cNvPr id="64" name="Connector: Elbow 63">
            <a:extLst>
              <a:ext uri="{FF2B5EF4-FFF2-40B4-BE49-F238E27FC236}">
                <a16:creationId xmlns:a16="http://schemas.microsoft.com/office/drawing/2014/main" id="{F18E27FF-3138-9567-6328-E376EF58E52B}"/>
              </a:ext>
            </a:extLst>
          </p:cNvPr>
          <p:cNvCxnSpPr>
            <a:cxnSpLocks/>
            <a:stCxn id="80" idx="3"/>
            <a:endCxn id="84" idx="1"/>
          </p:cNvCxnSpPr>
          <p:nvPr/>
        </p:nvCxnSpPr>
        <p:spPr>
          <a:xfrm flipV="1">
            <a:off x="8823878" y="2211108"/>
            <a:ext cx="971379" cy="1373982"/>
          </a:xfrm>
          <a:prstGeom prst="bentConnector3">
            <a:avLst>
              <a:gd name="adj1" fmla="val 50000"/>
            </a:avLst>
          </a:prstGeom>
          <a:ln w="34925" cap="rnd">
            <a:solidFill>
              <a:srgbClr val="19B5FE"/>
            </a:solidFill>
            <a:tailEnd type="triangle"/>
          </a:ln>
        </p:spPr>
        <p:style>
          <a:lnRef idx="2">
            <a:schemeClr val="accent1"/>
          </a:lnRef>
          <a:fillRef idx="0">
            <a:schemeClr val="accent1"/>
          </a:fillRef>
          <a:effectRef idx="1">
            <a:schemeClr val="accent1"/>
          </a:effectRef>
          <a:fontRef idx="minor">
            <a:schemeClr val="tx1"/>
          </a:fontRef>
        </p:style>
      </p:cxnSp>
      <p:grpSp>
        <p:nvGrpSpPr>
          <p:cNvPr id="65" name="Group 64">
            <a:extLst>
              <a:ext uri="{FF2B5EF4-FFF2-40B4-BE49-F238E27FC236}">
                <a16:creationId xmlns:a16="http://schemas.microsoft.com/office/drawing/2014/main" id="{2377BEE5-0D54-832F-1BD3-7DBBF0FDEFE0}"/>
              </a:ext>
            </a:extLst>
          </p:cNvPr>
          <p:cNvGrpSpPr/>
          <p:nvPr/>
        </p:nvGrpSpPr>
        <p:grpSpPr>
          <a:xfrm>
            <a:off x="936972" y="3214133"/>
            <a:ext cx="1523449" cy="741915"/>
            <a:chOff x="1025599" y="2861782"/>
            <a:chExt cx="1872098" cy="911706"/>
          </a:xfrm>
        </p:grpSpPr>
        <p:pic>
          <p:nvPicPr>
            <p:cNvPr id="66" name="Picture 65">
              <a:extLst>
                <a:ext uri="{FF2B5EF4-FFF2-40B4-BE49-F238E27FC236}">
                  <a16:creationId xmlns:a16="http://schemas.microsoft.com/office/drawing/2014/main" id="{AEF72AA5-3B40-4928-9F9C-52CDF57DC3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67" name="Picture 2">
              <a:extLst>
                <a:ext uri="{FF2B5EF4-FFF2-40B4-BE49-F238E27FC236}">
                  <a16:creationId xmlns:a16="http://schemas.microsoft.com/office/drawing/2014/main" id="{1113A190-3A90-6DF6-856E-BADD83B99EF3}"/>
                </a:ext>
              </a:extLst>
            </p:cNvPr>
            <p:cNvPicPr>
              <a:picLocks noChangeAspect="1" noChangeArrowheads="1"/>
            </p:cNvPicPr>
            <p:nvPr/>
          </p:nvPicPr>
          <p:blipFill>
            <a:blip r:embed="rId3"/>
            <a:srcRect/>
            <a:stretch/>
          </p:blipFill>
          <p:spPr bwMode="auto">
            <a:xfrm>
              <a:off x="2086062" y="2911817"/>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grpSp>
        <p:nvGrpSpPr>
          <p:cNvPr id="68" name="Group 67">
            <a:extLst>
              <a:ext uri="{FF2B5EF4-FFF2-40B4-BE49-F238E27FC236}">
                <a16:creationId xmlns:a16="http://schemas.microsoft.com/office/drawing/2014/main" id="{FC7D1D3E-37C4-2FDA-6066-3B10E3278752}"/>
              </a:ext>
            </a:extLst>
          </p:cNvPr>
          <p:cNvGrpSpPr/>
          <p:nvPr/>
        </p:nvGrpSpPr>
        <p:grpSpPr>
          <a:xfrm>
            <a:off x="3085106" y="3215582"/>
            <a:ext cx="1517492" cy="739014"/>
            <a:chOff x="1025599" y="2861782"/>
            <a:chExt cx="1872098" cy="911706"/>
          </a:xfrm>
        </p:grpSpPr>
        <p:pic>
          <p:nvPicPr>
            <p:cNvPr id="69" name="Picture 68">
              <a:extLst>
                <a:ext uri="{FF2B5EF4-FFF2-40B4-BE49-F238E27FC236}">
                  <a16:creationId xmlns:a16="http://schemas.microsoft.com/office/drawing/2014/main" id="{9B7C0614-9F75-CF38-415E-C0FAA213F7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70" name="Picture 2">
              <a:extLst>
                <a:ext uri="{FF2B5EF4-FFF2-40B4-BE49-F238E27FC236}">
                  <a16:creationId xmlns:a16="http://schemas.microsoft.com/office/drawing/2014/main" id="{797EB7D1-6040-B388-7F89-3713D3CC6BB8}"/>
                </a:ext>
              </a:extLst>
            </p:cNvPr>
            <p:cNvPicPr>
              <a:picLocks noChangeAspect="1" noChangeArrowheads="1"/>
            </p:cNvPicPr>
            <p:nvPr/>
          </p:nvPicPr>
          <p:blipFill>
            <a:blip r:embed="rId5"/>
            <a:srcRect t="431" b="431"/>
            <a:stretch/>
          </p:blipFill>
          <p:spPr bwMode="auto">
            <a:xfrm>
              <a:off x="2086062" y="2911817"/>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71" name="TextBox 70">
            <a:extLst>
              <a:ext uri="{FF2B5EF4-FFF2-40B4-BE49-F238E27FC236}">
                <a16:creationId xmlns:a16="http://schemas.microsoft.com/office/drawing/2014/main" id="{F9623526-0CC8-4521-0A38-07E4DA6D28FE}"/>
              </a:ext>
            </a:extLst>
          </p:cNvPr>
          <p:cNvSpPr txBox="1"/>
          <p:nvPr/>
        </p:nvSpPr>
        <p:spPr>
          <a:xfrm>
            <a:off x="2835820" y="4082623"/>
            <a:ext cx="2016066" cy="338554"/>
          </a:xfrm>
          <a:prstGeom prst="rect">
            <a:avLst/>
          </a:prstGeom>
          <a:noFill/>
        </p:spPr>
        <p:txBody>
          <a:bodyPr wrap="square" rtlCol="0">
            <a:spAutoFit/>
          </a:bodyPr>
          <a:lstStyle/>
          <a:p>
            <a:pPr algn="ctr"/>
            <a:r>
              <a:rPr lang="th-TH" sz="800" dirty="0"/>
              <a:t>เจาะลึกการใช้งาน </a:t>
            </a:r>
            <a:r>
              <a:rPr lang="en-US" sz="800" dirty="0"/>
              <a:t>Power Query </a:t>
            </a:r>
            <a:r>
              <a:rPr lang="th-TH" sz="800" dirty="0"/>
              <a:t>บน </a:t>
            </a:r>
            <a:r>
              <a:rPr lang="en-US" sz="800" dirty="0"/>
              <a:t>Power BI </a:t>
            </a:r>
            <a:r>
              <a:rPr lang="th-TH" sz="800" dirty="0"/>
              <a:t>และการทำ </a:t>
            </a:r>
            <a:r>
              <a:rPr lang="en-US" sz="800" dirty="0"/>
              <a:t>ETL </a:t>
            </a:r>
            <a:r>
              <a:rPr lang="th-TH" sz="800" dirty="0"/>
              <a:t>ข้อมูลอย่างมีประสิทธิภาพ</a:t>
            </a:r>
          </a:p>
        </p:txBody>
      </p:sp>
      <p:sp>
        <p:nvSpPr>
          <p:cNvPr id="72" name="TextBox 71">
            <a:extLst>
              <a:ext uri="{FF2B5EF4-FFF2-40B4-BE49-F238E27FC236}">
                <a16:creationId xmlns:a16="http://schemas.microsoft.com/office/drawing/2014/main" id="{F395368B-3743-7E41-EE87-7C1FCC20793D}"/>
              </a:ext>
            </a:extLst>
          </p:cNvPr>
          <p:cNvSpPr txBox="1"/>
          <p:nvPr/>
        </p:nvSpPr>
        <p:spPr>
          <a:xfrm>
            <a:off x="3044052" y="2666424"/>
            <a:ext cx="1599600" cy="476726"/>
          </a:xfrm>
          <a:prstGeom prst="roundRect">
            <a:avLst/>
          </a:prstGeom>
          <a:noFill/>
        </p:spPr>
        <p:txBody>
          <a:bodyPr wrap="square" rtlCol="0">
            <a:spAutoFit/>
          </a:bodyPr>
          <a:lstStyle/>
          <a:p>
            <a:pPr algn="ctr"/>
            <a:r>
              <a:rPr lang="en-US" sz="1100" b="1" dirty="0">
                <a:solidFill>
                  <a:schemeClr val="tx1"/>
                </a:solidFill>
              </a:rPr>
              <a:t>Power BI Advanced </a:t>
            </a:r>
            <a:br>
              <a:rPr lang="en-US" sz="1100" b="1" dirty="0">
                <a:solidFill>
                  <a:schemeClr val="tx1"/>
                </a:solidFill>
              </a:rPr>
            </a:br>
            <a:r>
              <a:rPr lang="en-US" sz="1100" b="1" dirty="0">
                <a:solidFill>
                  <a:schemeClr val="tx1"/>
                </a:solidFill>
              </a:rPr>
              <a:t>Power Query</a:t>
            </a:r>
          </a:p>
        </p:txBody>
      </p:sp>
      <p:grpSp>
        <p:nvGrpSpPr>
          <p:cNvPr id="73" name="Group 72">
            <a:extLst>
              <a:ext uri="{FF2B5EF4-FFF2-40B4-BE49-F238E27FC236}">
                <a16:creationId xmlns:a16="http://schemas.microsoft.com/office/drawing/2014/main" id="{06F2E696-498B-FA95-1851-9D115C409E22}"/>
              </a:ext>
            </a:extLst>
          </p:cNvPr>
          <p:cNvGrpSpPr/>
          <p:nvPr/>
        </p:nvGrpSpPr>
        <p:grpSpPr>
          <a:xfrm>
            <a:off x="5178553" y="3215582"/>
            <a:ext cx="1517492" cy="739014"/>
            <a:chOff x="1025599" y="2861782"/>
            <a:chExt cx="1872098" cy="911706"/>
          </a:xfrm>
        </p:grpSpPr>
        <p:pic>
          <p:nvPicPr>
            <p:cNvPr id="74" name="Picture 73">
              <a:extLst>
                <a:ext uri="{FF2B5EF4-FFF2-40B4-BE49-F238E27FC236}">
                  <a16:creationId xmlns:a16="http://schemas.microsoft.com/office/drawing/2014/main" id="{2C51400A-9455-3879-4748-0A0DC49A5D2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75" name="Picture 2">
              <a:extLst>
                <a:ext uri="{FF2B5EF4-FFF2-40B4-BE49-F238E27FC236}">
                  <a16:creationId xmlns:a16="http://schemas.microsoft.com/office/drawing/2014/main" id="{5FC351D7-655B-9C92-DE41-653A60D995E4}"/>
                </a:ext>
              </a:extLst>
            </p:cNvPr>
            <p:cNvPicPr>
              <a:picLocks noChangeAspect="1" noChangeArrowheads="1"/>
            </p:cNvPicPr>
            <p:nvPr/>
          </p:nvPicPr>
          <p:blipFill>
            <a:blip r:embed="rId6"/>
            <a:srcRect/>
            <a:stretch/>
          </p:blipFill>
          <p:spPr bwMode="auto">
            <a:xfrm>
              <a:off x="2086062" y="2911818"/>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76" name="TextBox 75">
            <a:extLst>
              <a:ext uri="{FF2B5EF4-FFF2-40B4-BE49-F238E27FC236}">
                <a16:creationId xmlns:a16="http://schemas.microsoft.com/office/drawing/2014/main" id="{F65871DD-B485-2BE2-1E7C-44E044FFCEC8}"/>
              </a:ext>
            </a:extLst>
          </p:cNvPr>
          <p:cNvSpPr txBox="1"/>
          <p:nvPr/>
        </p:nvSpPr>
        <p:spPr>
          <a:xfrm>
            <a:off x="5130121" y="4082623"/>
            <a:ext cx="1614356" cy="338554"/>
          </a:xfrm>
          <a:prstGeom prst="rect">
            <a:avLst/>
          </a:prstGeom>
          <a:noFill/>
        </p:spPr>
        <p:txBody>
          <a:bodyPr wrap="square" rtlCol="0">
            <a:spAutoFit/>
          </a:bodyPr>
          <a:lstStyle/>
          <a:p>
            <a:pPr algn="ctr"/>
            <a:r>
              <a:rPr lang="th-TH" sz="800" dirty="0"/>
              <a:t>เรียนรู้และรู้จักกับภาษา </a:t>
            </a:r>
            <a:r>
              <a:rPr lang="en-US" sz="800" dirty="0"/>
              <a:t>DAX </a:t>
            </a:r>
            <a:br>
              <a:rPr lang="en-US" sz="800" dirty="0"/>
            </a:br>
            <a:r>
              <a:rPr lang="th-TH" sz="800" dirty="0"/>
              <a:t>เพื่อสร้างการคำนวณบน </a:t>
            </a:r>
            <a:r>
              <a:rPr lang="en-US" sz="800" dirty="0"/>
              <a:t>Power BI</a:t>
            </a:r>
          </a:p>
        </p:txBody>
      </p:sp>
      <p:sp>
        <p:nvSpPr>
          <p:cNvPr id="77" name="TextBox 76">
            <a:extLst>
              <a:ext uri="{FF2B5EF4-FFF2-40B4-BE49-F238E27FC236}">
                <a16:creationId xmlns:a16="http://schemas.microsoft.com/office/drawing/2014/main" id="{6169C8F4-6328-918E-0C5E-46BDA44A67DC}"/>
              </a:ext>
            </a:extLst>
          </p:cNvPr>
          <p:cNvSpPr txBox="1"/>
          <p:nvPr/>
        </p:nvSpPr>
        <p:spPr>
          <a:xfrm>
            <a:off x="4983285" y="2674936"/>
            <a:ext cx="1908031" cy="459700"/>
          </a:xfrm>
          <a:prstGeom prst="roundRect">
            <a:avLst/>
          </a:prstGeom>
          <a:noFill/>
        </p:spPr>
        <p:txBody>
          <a:bodyPr wrap="square" rtlCol="0">
            <a:spAutoFit/>
          </a:bodyPr>
          <a:lstStyle/>
          <a:p>
            <a:pPr algn="ctr"/>
            <a:r>
              <a:rPr lang="en-US" sz="1050" b="1" dirty="0">
                <a:solidFill>
                  <a:schemeClr val="tx1"/>
                </a:solidFill>
              </a:rPr>
              <a:t>Data Analysis Expression (DAX) for Power BI</a:t>
            </a:r>
          </a:p>
        </p:txBody>
      </p:sp>
      <p:grpSp>
        <p:nvGrpSpPr>
          <p:cNvPr id="78" name="Group 77">
            <a:extLst>
              <a:ext uri="{FF2B5EF4-FFF2-40B4-BE49-F238E27FC236}">
                <a16:creationId xmlns:a16="http://schemas.microsoft.com/office/drawing/2014/main" id="{73886704-CD2F-1864-57D5-602D3296C931}"/>
              </a:ext>
            </a:extLst>
          </p:cNvPr>
          <p:cNvGrpSpPr/>
          <p:nvPr/>
        </p:nvGrpSpPr>
        <p:grpSpPr>
          <a:xfrm>
            <a:off x="7306385" y="3215582"/>
            <a:ext cx="1517492" cy="739014"/>
            <a:chOff x="1025599" y="2861782"/>
            <a:chExt cx="1872098" cy="911706"/>
          </a:xfrm>
        </p:grpSpPr>
        <p:pic>
          <p:nvPicPr>
            <p:cNvPr id="79" name="Picture 78">
              <a:extLst>
                <a:ext uri="{FF2B5EF4-FFF2-40B4-BE49-F238E27FC236}">
                  <a16:creationId xmlns:a16="http://schemas.microsoft.com/office/drawing/2014/main" id="{897FA422-A56A-12AF-8705-7F3BD82214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80" name="Picture 2">
              <a:extLst>
                <a:ext uri="{FF2B5EF4-FFF2-40B4-BE49-F238E27FC236}">
                  <a16:creationId xmlns:a16="http://schemas.microsoft.com/office/drawing/2014/main" id="{6DD89993-AF01-5E46-6CAF-599581DC274C}"/>
                </a:ext>
              </a:extLst>
            </p:cNvPr>
            <p:cNvPicPr>
              <a:picLocks noChangeAspect="1" noChangeArrowheads="1"/>
            </p:cNvPicPr>
            <p:nvPr/>
          </p:nvPicPr>
          <p:blipFill>
            <a:blip r:embed="rId6"/>
            <a:srcRect/>
            <a:stretch/>
          </p:blipFill>
          <p:spPr bwMode="auto">
            <a:xfrm>
              <a:off x="2086062" y="2911818"/>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81" name="TextBox 80">
            <a:extLst>
              <a:ext uri="{FF2B5EF4-FFF2-40B4-BE49-F238E27FC236}">
                <a16:creationId xmlns:a16="http://schemas.microsoft.com/office/drawing/2014/main" id="{A72CE540-D2CB-2511-23A5-2673BB6B1332}"/>
              </a:ext>
            </a:extLst>
          </p:cNvPr>
          <p:cNvSpPr txBox="1"/>
          <p:nvPr/>
        </p:nvSpPr>
        <p:spPr>
          <a:xfrm>
            <a:off x="6801526" y="4066713"/>
            <a:ext cx="2487746" cy="415498"/>
          </a:xfrm>
          <a:prstGeom prst="rect">
            <a:avLst/>
          </a:prstGeom>
          <a:noFill/>
        </p:spPr>
        <p:txBody>
          <a:bodyPr wrap="square" rtlCol="0">
            <a:spAutoFit/>
          </a:bodyPr>
          <a:lstStyle/>
          <a:p>
            <a:pPr algn="ctr"/>
            <a:r>
              <a:rPr lang="th-TH" sz="1050" dirty="0"/>
              <a:t>สร้าง </a:t>
            </a:r>
            <a:r>
              <a:rPr lang="en-US" sz="1050" dirty="0"/>
              <a:t>Report </a:t>
            </a:r>
            <a:r>
              <a:rPr lang="th-TH" sz="1050" dirty="0"/>
              <a:t>ด้วย </a:t>
            </a:r>
            <a:r>
              <a:rPr lang="en-US" sz="1050" dirty="0"/>
              <a:t>Visualization </a:t>
            </a:r>
            <a:r>
              <a:rPr lang="th-TH" sz="1050" dirty="0"/>
              <a:t>ต่าง ๆ </a:t>
            </a:r>
            <a:br>
              <a:rPr lang="en-US" sz="1050" dirty="0"/>
            </a:br>
            <a:r>
              <a:rPr lang="th-TH" sz="1050" dirty="0"/>
              <a:t>บน </a:t>
            </a:r>
            <a:r>
              <a:rPr lang="en-US" sz="1050" dirty="0"/>
              <a:t>Power BI </a:t>
            </a:r>
            <a:r>
              <a:rPr lang="th-TH" sz="1050" dirty="0"/>
              <a:t>และรู้จักเครื่องมือ </a:t>
            </a:r>
            <a:r>
              <a:rPr lang="en-US" sz="1050" dirty="0"/>
              <a:t>AI </a:t>
            </a:r>
          </a:p>
        </p:txBody>
      </p:sp>
      <p:sp>
        <p:nvSpPr>
          <p:cNvPr id="82" name="TextBox 81">
            <a:extLst>
              <a:ext uri="{FF2B5EF4-FFF2-40B4-BE49-F238E27FC236}">
                <a16:creationId xmlns:a16="http://schemas.microsoft.com/office/drawing/2014/main" id="{872C1A07-0286-0021-E29E-45E6E1999D68}"/>
              </a:ext>
            </a:extLst>
          </p:cNvPr>
          <p:cNvSpPr txBox="1"/>
          <p:nvPr/>
        </p:nvSpPr>
        <p:spPr bwMode="blackWhite">
          <a:xfrm>
            <a:off x="6998773" y="2601286"/>
            <a:ext cx="2132716" cy="578882"/>
          </a:xfrm>
          <a:prstGeom prst="roundRect">
            <a:avLst/>
          </a:prstGeom>
          <a:solidFill>
            <a:schemeClr val="accent1">
              <a:lumMod val="20000"/>
              <a:lumOff val="80000"/>
            </a:schemeClr>
          </a:solidFill>
        </p:spPr>
        <p:txBody>
          <a:bodyPr wrap="square" rtlCol="0">
            <a:spAutoFit/>
          </a:bodyPr>
          <a:lstStyle>
            <a:defPPr>
              <a:defRPr lang="th-TH"/>
            </a:defPPr>
            <a:lvl1pPr algn="ctr">
              <a:defRPr sz="1400" b="1">
                <a:solidFill>
                  <a:schemeClr val="accent1"/>
                </a:solidFill>
              </a:defRPr>
            </a:lvl1pPr>
          </a:lstStyle>
          <a:p>
            <a:pPr lvl="0"/>
            <a:r>
              <a:rPr lang="en-US" sz="1400" dirty="0"/>
              <a:t>Power BI Advanced </a:t>
            </a:r>
            <a:br>
              <a:rPr lang="en-US" sz="1400" dirty="0"/>
            </a:br>
            <a:r>
              <a:rPr lang="en-US" sz="1400" dirty="0"/>
              <a:t>Visualization and AI</a:t>
            </a:r>
          </a:p>
        </p:txBody>
      </p:sp>
      <p:grpSp>
        <p:nvGrpSpPr>
          <p:cNvPr id="83" name="Group 82">
            <a:extLst>
              <a:ext uri="{FF2B5EF4-FFF2-40B4-BE49-F238E27FC236}">
                <a16:creationId xmlns:a16="http://schemas.microsoft.com/office/drawing/2014/main" id="{24C4B485-22D7-3B55-4706-BC006593BBC5}"/>
              </a:ext>
            </a:extLst>
          </p:cNvPr>
          <p:cNvGrpSpPr/>
          <p:nvPr/>
        </p:nvGrpSpPr>
        <p:grpSpPr>
          <a:xfrm>
            <a:off x="9795256" y="1841600"/>
            <a:ext cx="1517492" cy="739014"/>
            <a:chOff x="1025599" y="2861782"/>
            <a:chExt cx="1872098" cy="911706"/>
          </a:xfrm>
        </p:grpSpPr>
        <p:pic>
          <p:nvPicPr>
            <p:cNvPr id="84" name="Picture 83">
              <a:extLst>
                <a:ext uri="{FF2B5EF4-FFF2-40B4-BE49-F238E27FC236}">
                  <a16:creationId xmlns:a16="http://schemas.microsoft.com/office/drawing/2014/main" id="{DC206365-DE0C-4E8E-48E2-FD079841A2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5599" y="2861782"/>
              <a:ext cx="911706" cy="911706"/>
            </a:xfrm>
            <a:prstGeom prst="rect">
              <a:avLst/>
            </a:prstGeom>
          </p:spPr>
        </p:pic>
        <p:pic>
          <p:nvPicPr>
            <p:cNvPr id="85" name="Picture 2">
              <a:extLst>
                <a:ext uri="{FF2B5EF4-FFF2-40B4-BE49-F238E27FC236}">
                  <a16:creationId xmlns:a16="http://schemas.microsoft.com/office/drawing/2014/main" id="{1A2033D0-F371-AF21-3BC7-B0EEBE0BF8CD}"/>
                </a:ext>
              </a:extLst>
            </p:cNvPr>
            <p:cNvPicPr>
              <a:picLocks noChangeAspect="1" noChangeArrowheads="1"/>
            </p:cNvPicPr>
            <p:nvPr/>
          </p:nvPicPr>
          <p:blipFill>
            <a:blip r:embed="rId7"/>
            <a:srcRect l="431" r="431"/>
            <a:stretch/>
          </p:blipFill>
          <p:spPr bwMode="auto">
            <a:xfrm>
              <a:off x="2086062" y="2911818"/>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86" name="TextBox 85">
            <a:extLst>
              <a:ext uri="{FF2B5EF4-FFF2-40B4-BE49-F238E27FC236}">
                <a16:creationId xmlns:a16="http://schemas.microsoft.com/office/drawing/2014/main" id="{0DC32A9D-8961-8578-B56F-959535A9010B}"/>
              </a:ext>
            </a:extLst>
          </p:cNvPr>
          <p:cNvSpPr txBox="1"/>
          <p:nvPr/>
        </p:nvSpPr>
        <p:spPr>
          <a:xfrm>
            <a:off x="9754202" y="2700929"/>
            <a:ext cx="1599600" cy="338554"/>
          </a:xfrm>
          <a:prstGeom prst="rect">
            <a:avLst/>
          </a:prstGeom>
          <a:noFill/>
        </p:spPr>
        <p:txBody>
          <a:bodyPr wrap="square" rtlCol="0">
            <a:spAutoFit/>
          </a:bodyPr>
          <a:lstStyle/>
          <a:p>
            <a:pPr algn="ctr"/>
            <a:r>
              <a:rPr lang="th-TH" sz="800" dirty="0"/>
              <a:t>เรียนรู้วิธีการจัดการ </a:t>
            </a:r>
            <a:br>
              <a:rPr lang="en-US" sz="800" dirty="0"/>
            </a:br>
            <a:r>
              <a:rPr lang="en-US" sz="800" dirty="0"/>
              <a:t>Data Model </a:t>
            </a:r>
            <a:r>
              <a:rPr lang="th-TH" sz="800" dirty="0"/>
              <a:t>บน </a:t>
            </a:r>
            <a:r>
              <a:rPr lang="en-US" sz="800" dirty="0"/>
              <a:t>Power  BI</a:t>
            </a:r>
          </a:p>
        </p:txBody>
      </p:sp>
      <p:sp>
        <p:nvSpPr>
          <p:cNvPr id="87" name="TextBox 86">
            <a:extLst>
              <a:ext uri="{FF2B5EF4-FFF2-40B4-BE49-F238E27FC236}">
                <a16:creationId xmlns:a16="http://schemas.microsoft.com/office/drawing/2014/main" id="{B3E3626A-F844-67A6-D614-2F5BDDE12B63}"/>
              </a:ext>
            </a:extLst>
          </p:cNvPr>
          <p:cNvSpPr txBox="1"/>
          <p:nvPr/>
        </p:nvSpPr>
        <p:spPr>
          <a:xfrm>
            <a:off x="9970496" y="1334383"/>
            <a:ext cx="1167014" cy="459700"/>
          </a:xfrm>
          <a:prstGeom prst="roundRect">
            <a:avLst/>
          </a:prstGeom>
          <a:noFill/>
        </p:spPr>
        <p:txBody>
          <a:bodyPr wrap="square" rtlCol="0">
            <a:spAutoFit/>
          </a:bodyPr>
          <a:lstStyle/>
          <a:p>
            <a:pPr algn="ctr"/>
            <a:r>
              <a:rPr lang="en-US" sz="1050" b="1" dirty="0">
                <a:solidFill>
                  <a:schemeClr val="tx1"/>
                </a:solidFill>
              </a:rPr>
              <a:t>Data Model</a:t>
            </a:r>
            <a:br>
              <a:rPr lang="en-US" sz="1050" b="1" dirty="0">
                <a:solidFill>
                  <a:schemeClr val="tx1"/>
                </a:solidFill>
              </a:rPr>
            </a:br>
            <a:r>
              <a:rPr lang="en-US" sz="1050" b="1" dirty="0">
                <a:solidFill>
                  <a:schemeClr val="tx1"/>
                </a:solidFill>
              </a:rPr>
              <a:t> for Power BI</a:t>
            </a:r>
          </a:p>
        </p:txBody>
      </p:sp>
      <p:grpSp>
        <p:nvGrpSpPr>
          <p:cNvPr id="88" name="Group 87">
            <a:extLst>
              <a:ext uri="{FF2B5EF4-FFF2-40B4-BE49-F238E27FC236}">
                <a16:creationId xmlns:a16="http://schemas.microsoft.com/office/drawing/2014/main" id="{D191E55D-9C1C-1C79-B1AC-C4A28779B085}"/>
              </a:ext>
            </a:extLst>
          </p:cNvPr>
          <p:cNvGrpSpPr/>
          <p:nvPr/>
        </p:nvGrpSpPr>
        <p:grpSpPr>
          <a:xfrm>
            <a:off x="9795256" y="4054364"/>
            <a:ext cx="1517492" cy="739014"/>
            <a:chOff x="1025599" y="2861782"/>
            <a:chExt cx="1872098" cy="911706"/>
          </a:xfrm>
        </p:grpSpPr>
        <p:pic>
          <p:nvPicPr>
            <p:cNvPr id="89" name="Picture 88">
              <a:extLst>
                <a:ext uri="{FF2B5EF4-FFF2-40B4-BE49-F238E27FC236}">
                  <a16:creationId xmlns:a16="http://schemas.microsoft.com/office/drawing/2014/main" id="{9933D040-1764-AB61-4ED7-5B102824E4A8}"/>
                </a:ext>
              </a:extLst>
            </p:cNvPr>
            <p:cNvPicPr>
              <a:picLocks noChangeAspect="1"/>
            </p:cNvPicPr>
            <p:nvPr/>
          </p:nvPicPr>
          <p:blipFill>
            <a:blip r:embed="rId8"/>
            <a:srcRect/>
            <a:stretch/>
          </p:blipFill>
          <p:spPr>
            <a:xfrm>
              <a:off x="1025599" y="2861782"/>
              <a:ext cx="911706" cy="911706"/>
            </a:xfrm>
            <a:prstGeom prst="rect">
              <a:avLst/>
            </a:prstGeom>
          </p:spPr>
        </p:pic>
        <p:pic>
          <p:nvPicPr>
            <p:cNvPr id="90" name="Picture 2">
              <a:extLst>
                <a:ext uri="{FF2B5EF4-FFF2-40B4-BE49-F238E27FC236}">
                  <a16:creationId xmlns:a16="http://schemas.microsoft.com/office/drawing/2014/main" id="{0DBB951F-2101-7204-8A3A-CFE93FF4D794}"/>
                </a:ext>
              </a:extLst>
            </p:cNvPr>
            <p:cNvPicPr>
              <a:picLocks noChangeAspect="1" noChangeArrowheads="1"/>
            </p:cNvPicPr>
            <p:nvPr/>
          </p:nvPicPr>
          <p:blipFill>
            <a:blip r:embed="rId9"/>
            <a:srcRect/>
            <a:stretch/>
          </p:blipFill>
          <p:spPr bwMode="auto">
            <a:xfrm>
              <a:off x="2086062" y="2911818"/>
              <a:ext cx="811635" cy="811635"/>
            </a:xfrm>
            <a:prstGeom prst="roundRect">
              <a:avLst>
                <a:gd name="adj" fmla="val 11652"/>
              </a:avLst>
            </a:prstGeom>
            <a:noFill/>
            <a:extLst>
              <a:ext uri="{909E8E84-426E-40DD-AFC4-6F175D3DCCD1}">
                <a14:hiddenFill xmlns:a14="http://schemas.microsoft.com/office/drawing/2010/main">
                  <a:solidFill>
                    <a:srgbClr val="FFFFFF"/>
                  </a:solidFill>
                </a14:hiddenFill>
              </a:ext>
            </a:extLst>
          </p:spPr>
        </p:pic>
      </p:grpSp>
      <p:sp>
        <p:nvSpPr>
          <p:cNvPr id="91" name="TextBox 90">
            <a:extLst>
              <a:ext uri="{FF2B5EF4-FFF2-40B4-BE49-F238E27FC236}">
                <a16:creationId xmlns:a16="http://schemas.microsoft.com/office/drawing/2014/main" id="{F66D570B-FB76-C075-E322-5FBDC23E1D22}"/>
              </a:ext>
            </a:extLst>
          </p:cNvPr>
          <p:cNvSpPr txBox="1"/>
          <p:nvPr/>
        </p:nvSpPr>
        <p:spPr>
          <a:xfrm>
            <a:off x="9754202" y="4913691"/>
            <a:ext cx="1599600" cy="338554"/>
          </a:xfrm>
          <a:prstGeom prst="rect">
            <a:avLst/>
          </a:prstGeom>
          <a:noFill/>
        </p:spPr>
        <p:txBody>
          <a:bodyPr wrap="square" rtlCol="0">
            <a:spAutoFit/>
          </a:bodyPr>
          <a:lstStyle/>
          <a:p>
            <a:pPr algn="ctr"/>
            <a:r>
              <a:rPr lang="th-TH" sz="800" dirty="0"/>
              <a:t>เรียนรู้เครื่องมือ</a:t>
            </a:r>
            <a:br>
              <a:rPr lang="en-US" sz="800" dirty="0"/>
            </a:br>
            <a:r>
              <a:rPr lang="th-TH" sz="800" dirty="0"/>
              <a:t>ด้าน </a:t>
            </a:r>
            <a:r>
              <a:rPr lang="en-US" sz="800" dirty="0"/>
              <a:t>Data Solution</a:t>
            </a:r>
          </a:p>
        </p:txBody>
      </p:sp>
      <p:sp>
        <p:nvSpPr>
          <p:cNvPr id="92" name="TextBox 91">
            <a:extLst>
              <a:ext uri="{FF2B5EF4-FFF2-40B4-BE49-F238E27FC236}">
                <a16:creationId xmlns:a16="http://schemas.microsoft.com/office/drawing/2014/main" id="{5DF35601-8DF2-F0C9-9F6A-A07172EA2105}"/>
              </a:ext>
            </a:extLst>
          </p:cNvPr>
          <p:cNvSpPr txBox="1"/>
          <p:nvPr/>
        </p:nvSpPr>
        <p:spPr>
          <a:xfrm>
            <a:off x="9626344" y="3566389"/>
            <a:ext cx="1855316" cy="459700"/>
          </a:xfrm>
          <a:prstGeom prst="roundRect">
            <a:avLst/>
          </a:prstGeom>
          <a:noFill/>
        </p:spPr>
        <p:txBody>
          <a:bodyPr wrap="square" rtlCol="0">
            <a:spAutoFit/>
          </a:bodyPr>
          <a:lstStyle/>
          <a:p>
            <a:pPr algn="ctr"/>
            <a:r>
              <a:rPr lang="en-US" sz="1050" b="1" dirty="0">
                <a:solidFill>
                  <a:schemeClr val="tx1"/>
                </a:solidFill>
              </a:rPr>
              <a:t>Microsoft Fabric</a:t>
            </a:r>
            <a:br>
              <a:rPr lang="en-US" sz="1050" b="1" dirty="0">
                <a:solidFill>
                  <a:schemeClr val="tx1"/>
                </a:solidFill>
              </a:rPr>
            </a:br>
            <a:r>
              <a:rPr lang="en-US" sz="1050" b="1" dirty="0">
                <a:solidFill>
                  <a:schemeClr val="tx1"/>
                </a:solidFill>
              </a:rPr>
              <a:t>Essential for Business</a:t>
            </a:r>
          </a:p>
        </p:txBody>
      </p:sp>
      <p:cxnSp>
        <p:nvCxnSpPr>
          <p:cNvPr id="93" name="Straight Arrow Connector 92">
            <a:extLst>
              <a:ext uri="{FF2B5EF4-FFF2-40B4-BE49-F238E27FC236}">
                <a16:creationId xmlns:a16="http://schemas.microsoft.com/office/drawing/2014/main" id="{94EA14F9-9C69-8937-F669-5A02176617A7}"/>
              </a:ext>
            </a:extLst>
          </p:cNvPr>
          <p:cNvCxnSpPr>
            <a:cxnSpLocks/>
          </p:cNvCxnSpPr>
          <p:nvPr/>
        </p:nvCxnSpPr>
        <p:spPr>
          <a:xfrm>
            <a:off x="2552082" y="3614014"/>
            <a:ext cx="449109" cy="0"/>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cxnSp>
        <p:nvCxnSpPr>
          <p:cNvPr id="94" name="Straight Arrow Connector 93">
            <a:extLst>
              <a:ext uri="{FF2B5EF4-FFF2-40B4-BE49-F238E27FC236}">
                <a16:creationId xmlns:a16="http://schemas.microsoft.com/office/drawing/2014/main" id="{4B04B46F-7848-6E69-F5DA-7EFAE925031F}"/>
              </a:ext>
            </a:extLst>
          </p:cNvPr>
          <p:cNvCxnSpPr>
            <a:cxnSpLocks/>
          </p:cNvCxnSpPr>
          <p:nvPr/>
        </p:nvCxnSpPr>
        <p:spPr>
          <a:xfrm>
            <a:off x="4714472" y="3614014"/>
            <a:ext cx="449109" cy="0"/>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cxnSp>
        <p:nvCxnSpPr>
          <p:cNvPr id="95" name="Straight Arrow Connector 94">
            <a:extLst>
              <a:ext uri="{FF2B5EF4-FFF2-40B4-BE49-F238E27FC236}">
                <a16:creationId xmlns:a16="http://schemas.microsoft.com/office/drawing/2014/main" id="{340CBEAE-BE34-91E0-9290-F382457DDF79}"/>
              </a:ext>
            </a:extLst>
          </p:cNvPr>
          <p:cNvCxnSpPr>
            <a:cxnSpLocks/>
          </p:cNvCxnSpPr>
          <p:nvPr/>
        </p:nvCxnSpPr>
        <p:spPr>
          <a:xfrm>
            <a:off x="6787613" y="3614014"/>
            <a:ext cx="449109" cy="0"/>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cxnSp>
        <p:nvCxnSpPr>
          <p:cNvPr id="96" name="Straight Arrow Connector 95">
            <a:extLst>
              <a:ext uri="{FF2B5EF4-FFF2-40B4-BE49-F238E27FC236}">
                <a16:creationId xmlns:a16="http://schemas.microsoft.com/office/drawing/2014/main" id="{D673148E-012A-986B-204B-795E8F7D3A55}"/>
              </a:ext>
            </a:extLst>
          </p:cNvPr>
          <p:cNvCxnSpPr>
            <a:cxnSpLocks/>
            <a:stCxn id="86" idx="2"/>
            <a:endCxn id="92" idx="0"/>
          </p:cNvCxnSpPr>
          <p:nvPr/>
        </p:nvCxnSpPr>
        <p:spPr>
          <a:xfrm>
            <a:off x="10554002" y="3039483"/>
            <a:ext cx="0" cy="526906"/>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pic>
        <p:nvPicPr>
          <p:cNvPr id="97" name="Graphic 96" descr="Bullseye with solid fill">
            <a:extLst>
              <a:ext uri="{FF2B5EF4-FFF2-40B4-BE49-F238E27FC236}">
                <a16:creationId xmlns:a16="http://schemas.microsoft.com/office/drawing/2014/main" id="{B539AC33-D6B9-E3CA-9A38-033DF0FA152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867914" y="2425562"/>
            <a:ext cx="341872" cy="341872"/>
          </a:xfrm>
          <a:prstGeom prst="rect">
            <a:avLst/>
          </a:prstGeom>
        </p:spPr>
      </p:pic>
      <p:pic>
        <p:nvPicPr>
          <p:cNvPr id="98" name="Picture 97">
            <a:extLst>
              <a:ext uri="{FF2B5EF4-FFF2-40B4-BE49-F238E27FC236}">
                <a16:creationId xmlns:a16="http://schemas.microsoft.com/office/drawing/2014/main" id="{EB2489C1-07F7-16D0-ED30-5A38B4C3B2D9}"/>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p:blipFill>
        <p:spPr>
          <a:xfrm rot="20425694">
            <a:off x="8797919" y="1780991"/>
            <a:ext cx="481865" cy="216764"/>
          </a:xfrm>
          <a:prstGeom prst="rect">
            <a:avLst/>
          </a:prstGeom>
        </p:spPr>
      </p:pic>
      <p:sp>
        <p:nvSpPr>
          <p:cNvPr id="99" name="Freeform: Shape 98">
            <a:extLst>
              <a:ext uri="{FF2B5EF4-FFF2-40B4-BE49-F238E27FC236}">
                <a16:creationId xmlns:a16="http://schemas.microsoft.com/office/drawing/2014/main" id="{5A1E434E-AB5E-E506-694E-CD88DA9356D5}"/>
              </a:ext>
            </a:extLst>
          </p:cNvPr>
          <p:cNvSpPr/>
          <p:nvPr/>
        </p:nvSpPr>
        <p:spPr bwMode="gray">
          <a:xfrm rot="1767893">
            <a:off x="8293656" y="1797713"/>
            <a:ext cx="522381" cy="685595"/>
          </a:xfrm>
          <a:custGeom>
            <a:avLst/>
            <a:gdLst>
              <a:gd name="connsiteX0" fmla="*/ 272169 w 522381"/>
              <a:gd name="connsiteY0" fmla="*/ 0 h 685595"/>
              <a:gd name="connsiteX1" fmla="*/ 401434 w 522381"/>
              <a:gd name="connsiteY1" fmla="*/ 84366 h 685595"/>
              <a:gd name="connsiteX2" fmla="*/ 406895 w 522381"/>
              <a:gd name="connsiteY2" fmla="*/ 110998 h 685595"/>
              <a:gd name="connsiteX3" fmla="*/ 407179 w 522381"/>
              <a:gd name="connsiteY3" fmla="*/ 110810 h 685595"/>
              <a:gd name="connsiteX4" fmla="*/ 439457 w 522381"/>
              <a:gd name="connsiteY4" fmla="*/ 104393 h 685595"/>
              <a:gd name="connsiteX5" fmla="*/ 522381 w 522381"/>
              <a:gd name="connsiteY5" fmla="*/ 186042 h 685595"/>
              <a:gd name="connsiteX6" fmla="*/ 439457 w 522381"/>
              <a:gd name="connsiteY6" fmla="*/ 267691 h 685595"/>
              <a:gd name="connsiteX7" fmla="*/ 419253 w 522381"/>
              <a:gd name="connsiteY7" fmla="*/ 263675 h 685595"/>
              <a:gd name="connsiteX8" fmla="*/ 424256 w 522381"/>
              <a:gd name="connsiteY8" fmla="*/ 288073 h 685595"/>
              <a:gd name="connsiteX9" fmla="*/ 341332 w 522381"/>
              <a:gd name="connsiteY9" fmla="*/ 369722 h 685595"/>
              <a:gd name="connsiteX10" fmla="*/ 338513 w 522381"/>
              <a:gd name="connsiteY10" fmla="*/ 369162 h 685595"/>
              <a:gd name="connsiteX11" fmla="*/ 340161 w 522381"/>
              <a:gd name="connsiteY11" fmla="*/ 371569 h 685595"/>
              <a:gd name="connsiteX12" fmla="*/ 347538 w 522381"/>
              <a:gd name="connsiteY12" fmla="*/ 407546 h 685595"/>
              <a:gd name="connsiteX13" fmla="*/ 340161 w 522381"/>
              <a:gd name="connsiteY13" fmla="*/ 443524 h 685595"/>
              <a:gd name="connsiteX14" fmla="*/ 328456 w 522381"/>
              <a:gd name="connsiteY14" fmla="*/ 460618 h 685595"/>
              <a:gd name="connsiteX15" fmla="*/ 329039 w 522381"/>
              <a:gd name="connsiteY15" fmla="*/ 461006 h 685595"/>
              <a:gd name="connsiteX16" fmla="*/ 356534 w 522381"/>
              <a:gd name="connsiteY16" fmla="*/ 526363 h 685595"/>
              <a:gd name="connsiteX17" fmla="*/ 299201 w 522381"/>
              <a:gd name="connsiteY17" fmla="*/ 611529 h 685595"/>
              <a:gd name="connsiteX18" fmla="*/ 268154 w 522381"/>
              <a:gd name="connsiteY18" fmla="*/ 617700 h 685595"/>
              <a:gd name="connsiteX19" fmla="*/ 264249 w 522381"/>
              <a:gd name="connsiteY19" fmla="*/ 636746 h 685595"/>
              <a:gd name="connsiteX20" fmla="*/ 189402 w 522381"/>
              <a:gd name="connsiteY20" fmla="*/ 685595 h 685595"/>
              <a:gd name="connsiteX21" fmla="*/ 108172 w 522381"/>
              <a:gd name="connsiteY21" fmla="*/ 605613 h 685595"/>
              <a:gd name="connsiteX22" fmla="*/ 109484 w 522381"/>
              <a:gd name="connsiteY22" fmla="*/ 599213 h 685595"/>
              <a:gd name="connsiteX23" fmla="*/ 72902 w 522381"/>
              <a:gd name="connsiteY23" fmla="*/ 591941 h 685595"/>
              <a:gd name="connsiteX24" fmla="*/ 0 w 522381"/>
              <a:gd name="connsiteY24" fmla="*/ 483647 h 685595"/>
              <a:gd name="connsiteX25" fmla="*/ 34961 w 522381"/>
              <a:gd name="connsiteY25" fmla="*/ 400541 h 685595"/>
              <a:gd name="connsiteX26" fmla="*/ 45566 w 522381"/>
              <a:gd name="connsiteY26" fmla="*/ 393501 h 685595"/>
              <a:gd name="connsiteX27" fmla="*/ 32982 w 522381"/>
              <a:gd name="connsiteY27" fmla="*/ 375123 h 685595"/>
              <a:gd name="connsiteX28" fmla="*/ 21957 w 522381"/>
              <a:gd name="connsiteY28" fmla="*/ 321355 h 685595"/>
              <a:gd name="connsiteX29" fmla="*/ 107640 w 522381"/>
              <a:gd name="connsiteY29" fmla="*/ 194076 h 685595"/>
              <a:gd name="connsiteX30" fmla="*/ 141951 w 522381"/>
              <a:gd name="connsiteY30" fmla="*/ 187256 h 685595"/>
              <a:gd name="connsiteX31" fmla="*/ 131879 w 522381"/>
              <a:gd name="connsiteY31" fmla="*/ 138134 h 685595"/>
              <a:gd name="connsiteX32" fmla="*/ 272169 w 522381"/>
              <a:gd name="connsiteY32" fmla="*/ 0 h 685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381" h="685595">
                <a:moveTo>
                  <a:pt x="272169" y="0"/>
                </a:moveTo>
                <a:cubicBezTo>
                  <a:pt x="330279" y="0"/>
                  <a:pt x="380137" y="34788"/>
                  <a:pt x="401434" y="84366"/>
                </a:cubicBezTo>
                <a:lnTo>
                  <a:pt x="406895" y="110998"/>
                </a:lnTo>
                <a:lnTo>
                  <a:pt x="407179" y="110810"/>
                </a:lnTo>
                <a:cubicBezTo>
                  <a:pt x="417100" y="106678"/>
                  <a:pt x="428008" y="104393"/>
                  <a:pt x="439457" y="104393"/>
                </a:cubicBezTo>
                <a:cubicBezTo>
                  <a:pt x="485255" y="104393"/>
                  <a:pt x="522381" y="140949"/>
                  <a:pt x="522381" y="186042"/>
                </a:cubicBezTo>
                <a:cubicBezTo>
                  <a:pt x="522381" y="231135"/>
                  <a:pt x="485255" y="267691"/>
                  <a:pt x="439457" y="267691"/>
                </a:cubicBezTo>
                <a:lnTo>
                  <a:pt x="419253" y="263675"/>
                </a:lnTo>
                <a:lnTo>
                  <a:pt x="424256" y="288073"/>
                </a:lnTo>
                <a:cubicBezTo>
                  <a:pt x="424256" y="333166"/>
                  <a:pt x="387130" y="369722"/>
                  <a:pt x="341332" y="369722"/>
                </a:cubicBezTo>
                <a:lnTo>
                  <a:pt x="338513" y="369162"/>
                </a:lnTo>
                <a:lnTo>
                  <a:pt x="340161" y="371569"/>
                </a:lnTo>
                <a:cubicBezTo>
                  <a:pt x="344911" y="382627"/>
                  <a:pt x="347538" y="394784"/>
                  <a:pt x="347538" y="407546"/>
                </a:cubicBezTo>
                <a:cubicBezTo>
                  <a:pt x="347538" y="420308"/>
                  <a:pt x="344911" y="432466"/>
                  <a:pt x="340161" y="443524"/>
                </a:cubicBezTo>
                <a:lnTo>
                  <a:pt x="328456" y="460618"/>
                </a:lnTo>
                <a:lnTo>
                  <a:pt x="329039" y="461006"/>
                </a:lnTo>
                <a:cubicBezTo>
                  <a:pt x="346027" y="477732"/>
                  <a:pt x="356534" y="500840"/>
                  <a:pt x="356534" y="526363"/>
                </a:cubicBezTo>
                <a:cubicBezTo>
                  <a:pt x="356534" y="564648"/>
                  <a:pt x="332893" y="597497"/>
                  <a:pt x="299201" y="611529"/>
                </a:cubicBezTo>
                <a:lnTo>
                  <a:pt x="268154" y="617700"/>
                </a:lnTo>
                <a:lnTo>
                  <a:pt x="264249" y="636746"/>
                </a:lnTo>
                <a:cubicBezTo>
                  <a:pt x="251917" y="665453"/>
                  <a:pt x="223048" y="685595"/>
                  <a:pt x="189402" y="685595"/>
                </a:cubicBezTo>
                <a:cubicBezTo>
                  <a:pt x="144540" y="685595"/>
                  <a:pt x="108172" y="649786"/>
                  <a:pt x="108172" y="605613"/>
                </a:cubicBezTo>
                <a:lnTo>
                  <a:pt x="109484" y="599213"/>
                </a:lnTo>
                <a:lnTo>
                  <a:pt x="72902" y="591941"/>
                </a:lnTo>
                <a:cubicBezTo>
                  <a:pt x="30061" y="574099"/>
                  <a:pt x="0" y="532330"/>
                  <a:pt x="0" y="483647"/>
                </a:cubicBezTo>
                <a:cubicBezTo>
                  <a:pt x="0" y="451192"/>
                  <a:pt x="13360" y="421810"/>
                  <a:pt x="34961" y="400541"/>
                </a:cubicBezTo>
                <a:lnTo>
                  <a:pt x="45566" y="393501"/>
                </a:lnTo>
                <a:lnTo>
                  <a:pt x="32982" y="375123"/>
                </a:lnTo>
                <a:cubicBezTo>
                  <a:pt x="25883" y="358597"/>
                  <a:pt x="21957" y="340427"/>
                  <a:pt x="21957" y="321355"/>
                </a:cubicBezTo>
                <a:cubicBezTo>
                  <a:pt x="21957" y="264138"/>
                  <a:pt x="57288" y="215046"/>
                  <a:pt x="107640" y="194076"/>
                </a:cubicBezTo>
                <a:lnTo>
                  <a:pt x="141951" y="187256"/>
                </a:lnTo>
                <a:lnTo>
                  <a:pt x="131879" y="138134"/>
                </a:lnTo>
                <a:cubicBezTo>
                  <a:pt x="131879" y="61845"/>
                  <a:pt x="194689" y="0"/>
                  <a:pt x="272169" y="0"/>
                </a:cubicBezTo>
                <a:close/>
              </a:path>
            </a:pathLst>
          </a:custGeom>
          <a:gradFill>
            <a:gsLst>
              <a:gs pos="0">
                <a:schemeClr val="bg1">
                  <a:alpha val="0"/>
                </a:schemeClr>
              </a:gs>
              <a:gs pos="100000">
                <a:schemeClr val="accent4">
                  <a:lumMod val="20000"/>
                  <a:lumOff val="80000"/>
                </a:schemeClr>
              </a:gs>
            </a:gsLst>
            <a:lin ang="19200000" scaled="0"/>
          </a:gradFill>
          <a:ln>
            <a:no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noAutofit/>
          </a:bodyPr>
          <a:lstStyle/>
          <a:p>
            <a:pPr algn="ctr" eaLnBrk="0" fontAlgn="base" hangingPunct="0">
              <a:spcBef>
                <a:spcPct val="0"/>
              </a:spcBef>
              <a:spcAft>
                <a:spcPct val="0"/>
              </a:spcAft>
            </a:pPr>
            <a:endParaRPr lang="en-US" sz="1800" dirty="0">
              <a:solidFill>
                <a:sysClr val="windowText" lastClr="000000"/>
              </a:solidFill>
            </a:endParaRPr>
          </a:p>
        </p:txBody>
      </p:sp>
      <p:sp>
        <p:nvSpPr>
          <p:cNvPr id="100" name="Rectangle: Rounded Corners 99">
            <a:extLst>
              <a:ext uri="{FF2B5EF4-FFF2-40B4-BE49-F238E27FC236}">
                <a16:creationId xmlns:a16="http://schemas.microsoft.com/office/drawing/2014/main" id="{61B5AF7C-0B9C-BC68-6933-6B1FD9EF347A}"/>
              </a:ext>
            </a:extLst>
          </p:cNvPr>
          <p:cNvSpPr/>
          <p:nvPr/>
        </p:nvSpPr>
        <p:spPr>
          <a:xfrm>
            <a:off x="8702542" y="5639402"/>
            <a:ext cx="2848070" cy="1016000"/>
          </a:xfrm>
          <a:prstGeom prst="roundRect">
            <a:avLst>
              <a:gd name="adj" fmla="val 11667"/>
            </a:avLst>
          </a:prstGeom>
          <a:solidFill>
            <a:schemeClr val="bg1"/>
          </a:solidFill>
          <a:ln>
            <a:solidFill>
              <a:srgbClr val="19B5F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01" name="Straight Arrow Connector 100">
            <a:extLst>
              <a:ext uri="{FF2B5EF4-FFF2-40B4-BE49-F238E27FC236}">
                <a16:creationId xmlns:a16="http://schemas.microsoft.com/office/drawing/2014/main" id="{272E7285-9D94-1F5A-5A40-F81C7A890272}"/>
              </a:ext>
            </a:extLst>
          </p:cNvPr>
          <p:cNvCxnSpPr>
            <a:cxnSpLocks/>
          </p:cNvCxnSpPr>
          <p:nvPr/>
        </p:nvCxnSpPr>
        <p:spPr>
          <a:xfrm>
            <a:off x="8946036" y="6147402"/>
            <a:ext cx="449109" cy="0"/>
          </a:xfrm>
          <a:prstGeom prst="straightConnector1">
            <a:avLst/>
          </a:prstGeom>
          <a:ln w="38100" cap="rnd">
            <a:solidFill>
              <a:srgbClr val="19B5FE"/>
            </a:solidFill>
            <a:prstDash val="dash"/>
            <a:round/>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101">
            <a:extLst>
              <a:ext uri="{FF2B5EF4-FFF2-40B4-BE49-F238E27FC236}">
                <a16:creationId xmlns:a16="http://schemas.microsoft.com/office/drawing/2014/main" id="{D8EE57E3-A7FE-880B-17BF-B4A6110055D2}"/>
              </a:ext>
            </a:extLst>
          </p:cNvPr>
          <p:cNvCxnSpPr>
            <a:cxnSpLocks/>
          </p:cNvCxnSpPr>
          <p:nvPr/>
        </p:nvCxnSpPr>
        <p:spPr>
          <a:xfrm>
            <a:off x="8946037" y="5876996"/>
            <a:ext cx="449109" cy="0"/>
          </a:xfrm>
          <a:prstGeom prst="straightConnector1">
            <a:avLst/>
          </a:prstGeom>
          <a:ln w="38100" cap="rnd">
            <a:solidFill>
              <a:srgbClr val="19B5FE"/>
            </a:solidFill>
            <a:round/>
            <a:tailEnd type="triangle"/>
          </a:ln>
        </p:spPr>
        <p:style>
          <a:lnRef idx="1">
            <a:schemeClr val="accent4"/>
          </a:lnRef>
          <a:fillRef idx="0">
            <a:schemeClr val="accent4"/>
          </a:fillRef>
          <a:effectRef idx="0">
            <a:schemeClr val="accent4"/>
          </a:effectRef>
          <a:fontRef idx="minor">
            <a:schemeClr val="tx1"/>
          </a:fontRef>
        </p:style>
      </p:cxnSp>
      <p:sp>
        <p:nvSpPr>
          <p:cNvPr id="103" name="TextBox 102">
            <a:extLst>
              <a:ext uri="{FF2B5EF4-FFF2-40B4-BE49-F238E27FC236}">
                <a16:creationId xmlns:a16="http://schemas.microsoft.com/office/drawing/2014/main" id="{597FA077-8631-E7A3-D96B-0384EFF2D19B}"/>
              </a:ext>
            </a:extLst>
          </p:cNvPr>
          <p:cNvSpPr txBox="1"/>
          <p:nvPr/>
        </p:nvSpPr>
        <p:spPr>
          <a:xfrm>
            <a:off x="9481566" y="5746191"/>
            <a:ext cx="2069045" cy="261610"/>
          </a:xfrm>
          <a:prstGeom prst="rect">
            <a:avLst/>
          </a:prstGeom>
          <a:noFill/>
        </p:spPr>
        <p:txBody>
          <a:bodyPr wrap="square" rtlCol="0">
            <a:spAutoFit/>
          </a:bodyPr>
          <a:lstStyle/>
          <a:p>
            <a:pPr algn="l"/>
            <a:r>
              <a:rPr lang="th-TH" sz="1100" b="0" dirty="0">
                <a:latin typeface="LINE Seed Sans TH" panose="020B0604020202020204" charset="-34"/>
                <a:cs typeface="+mn-cs"/>
              </a:rPr>
              <a:t>หลักสูตรแนะนำให้เรียนต่อ</a:t>
            </a:r>
            <a:endParaRPr lang="en-US" sz="1100" b="0" dirty="0">
              <a:latin typeface="LINE Seed Sans TH" panose="020B0604020202020204" charset="-34"/>
              <a:cs typeface="+mn-cs"/>
            </a:endParaRPr>
          </a:p>
        </p:txBody>
      </p:sp>
      <p:sp>
        <p:nvSpPr>
          <p:cNvPr id="104" name="TextBox 103">
            <a:extLst>
              <a:ext uri="{FF2B5EF4-FFF2-40B4-BE49-F238E27FC236}">
                <a16:creationId xmlns:a16="http://schemas.microsoft.com/office/drawing/2014/main" id="{95DA08E8-2356-D973-FFFF-2F75F7C6BF06}"/>
              </a:ext>
            </a:extLst>
          </p:cNvPr>
          <p:cNvSpPr txBox="1"/>
          <p:nvPr/>
        </p:nvSpPr>
        <p:spPr>
          <a:xfrm>
            <a:off x="9481566" y="6020885"/>
            <a:ext cx="2069046" cy="261610"/>
          </a:xfrm>
          <a:prstGeom prst="rect">
            <a:avLst/>
          </a:prstGeom>
          <a:noFill/>
        </p:spPr>
        <p:txBody>
          <a:bodyPr wrap="square" rtlCol="0">
            <a:spAutoFit/>
          </a:bodyPr>
          <a:lstStyle/>
          <a:p>
            <a:pPr algn="l"/>
            <a:r>
              <a:rPr lang="th-TH" sz="1100" b="0" dirty="0">
                <a:latin typeface="LINE Seed Sans TH" panose="020B0604020202020204" charset="-34"/>
                <a:cs typeface="+mn-cs"/>
              </a:rPr>
              <a:t>หลักสูตรที่สามารถเรียนต่อได้</a:t>
            </a:r>
            <a:endParaRPr lang="en-US" sz="1100" b="0" dirty="0">
              <a:latin typeface="LINE Seed Sans TH" panose="020B0604020202020204" charset="-34"/>
              <a:cs typeface="+mn-cs"/>
            </a:endParaRPr>
          </a:p>
        </p:txBody>
      </p:sp>
      <p:sp>
        <p:nvSpPr>
          <p:cNvPr id="105" name="Rectangle: Rounded Corners 104">
            <a:extLst>
              <a:ext uri="{FF2B5EF4-FFF2-40B4-BE49-F238E27FC236}">
                <a16:creationId xmlns:a16="http://schemas.microsoft.com/office/drawing/2014/main" id="{0C328685-06BE-D52D-F0B7-896C98F604D3}"/>
              </a:ext>
            </a:extLst>
          </p:cNvPr>
          <p:cNvSpPr/>
          <p:nvPr/>
        </p:nvSpPr>
        <p:spPr bwMode="auto">
          <a:xfrm>
            <a:off x="8571483" y="5433871"/>
            <a:ext cx="1363105" cy="288332"/>
          </a:xfrm>
          <a:prstGeom prst="roundRect">
            <a:avLst>
              <a:gd name="adj" fmla="val 50000"/>
            </a:avLst>
          </a:prstGeom>
          <a:solidFill>
            <a:srgbClr val="19B5FE"/>
          </a:solidFill>
          <a:ln>
            <a:solidFill>
              <a:srgbClr val="19B5FE"/>
            </a:solidFill>
            <a:headEnd type="none" w="med" len="med"/>
            <a:tailEnd type="triangle" w="lg" len="lg"/>
          </a:ln>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r>
              <a:rPr lang="th-TH" sz="1400" b="1" dirty="0">
                <a:solidFill>
                  <a:schemeClr val="tx1"/>
                </a:solidFill>
                <a:latin typeface="DB Heavent" panose="02000506060000020004" pitchFamily="2" charset="-34"/>
              </a:rPr>
              <a:t>สัญลักษณ์</a:t>
            </a:r>
            <a:endParaRPr lang="en-US" sz="1400" b="1" dirty="0">
              <a:solidFill>
                <a:schemeClr val="tx1"/>
              </a:solidFill>
              <a:latin typeface="DB Heavent" panose="02000506060000020004" pitchFamily="2" charset="-34"/>
            </a:endParaRPr>
          </a:p>
        </p:txBody>
      </p:sp>
      <p:sp>
        <p:nvSpPr>
          <p:cNvPr id="106" name="TextBox 105">
            <a:extLst>
              <a:ext uri="{FF2B5EF4-FFF2-40B4-BE49-F238E27FC236}">
                <a16:creationId xmlns:a16="http://schemas.microsoft.com/office/drawing/2014/main" id="{1AFF4CEE-E71F-8E35-5E14-79E235912E4E}"/>
              </a:ext>
            </a:extLst>
          </p:cNvPr>
          <p:cNvSpPr txBox="1"/>
          <p:nvPr/>
        </p:nvSpPr>
        <p:spPr>
          <a:xfrm>
            <a:off x="9481566" y="6305717"/>
            <a:ext cx="2069044" cy="261610"/>
          </a:xfrm>
          <a:prstGeom prst="rect">
            <a:avLst/>
          </a:prstGeom>
          <a:noFill/>
        </p:spPr>
        <p:txBody>
          <a:bodyPr wrap="square" rtlCol="0">
            <a:spAutoFit/>
          </a:bodyPr>
          <a:lstStyle/>
          <a:p>
            <a:pPr algn="l"/>
            <a:r>
              <a:rPr lang="th-TH" sz="1100" b="0" dirty="0">
                <a:latin typeface="LINE Seed Sans TH" panose="020B0604020202020204" charset="-34"/>
                <a:cs typeface="+mn-cs"/>
              </a:rPr>
              <a:t>หลักสูตรที่กำลังศึกษา</a:t>
            </a:r>
            <a:endParaRPr lang="en-US" sz="1100" b="0" dirty="0">
              <a:latin typeface="LINE Seed Sans TH" panose="020B0604020202020204" charset="-34"/>
              <a:cs typeface="+mn-cs"/>
            </a:endParaRPr>
          </a:p>
        </p:txBody>
      </p:sp>
      <p:pic>
        <p:nvPicPr>
          <p:cNvPr id="107" name="Graphic 106" descr="Bullseye with solid fill">
            <a:extLst>
              <a:ext uri="{FF2B5EF4-FFF2-40B4-BE49-F238E27FC236}">
                <a16:creationId xmlns:a16="http://schemas.microsoft.com/office/drawing/2014/main" id="{AB42AD59-2C79-54A8-A1C6-28BB95721B2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963815" y="6257300"/>
            <a:ext cx="341872" cy="341872"/>
          </a:xfrm>
          <a:prstGeom prst="rect">
            <a:avLst/>
          </a:prstGeom>
        </p:spPr>
      </p:pic>
      <p:sp>
        <p:nvSpPr>
          <p:cNvPr id="109" name="TextBox 108">
            <a:extLst>
              <a:ext uri="{FF2B5EF4-FFF2-40B4-BE49-F238E27FC236}">
                <a16:creationId xmlns:a16="http://schemas.microsoft.com/office/drawing/2014/main" id="{F9AC0FF0-F327-98A7-6F78-B4C13AC62304}"/>
              </a:ext>
            </a:extLst>
          </p:cNvPr>
          <p:cNvSpPr txBox="1"/>
          <p:nvPr/>
        </p:nvSpPr>
        <p:spPr>
          <a:xfrm>
            <a:off x="1017038" y="753278"/>
            <a:ext cx="9293290" cy="584775"/>
          </a:xfrm>
          <a:prstGeom prst="rect">
            <a:avLst/>
          </a:prstGeom>
          <a:noFill/>
        </p:spPr>
        <p:txBody>
          <a:bodyPr wrap="square" rtlCol="0" anchor="ctr">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3200" b="1" kern="1200" dirty="0">
                <a:solidFill>
                  <a:schemeClr val="tx1"/>
                </a:solidFill>
                <a:latin typeface="+mn-lt"/>
                <a:ea typeface="+mn-ea"/>
                <a:cs typeface="+mn-cs"/>
              </a:rPr>
              <a:t>Roadmap - </a:t>
            </a:r>
            <a:r>
              <a:rPr lang="th-TH" sz="3200" b="1" kern="1200" dirty="0">
                <a:solidFill>
                  <a:schemeClr val="tx1"/>
                </a:solidFill>
                <a:latin typeface="+mn-lt"/>
                <a:ea typeface="+mn-ea"/>
                <a:cs typeface="+mn-cs"/>
              </a:rPr>
              <a:t>แนวทางการเรียนต่อ</a:t>
            </a:r>
            <a:endParaRPr lang="en-US" sz="3200" b="1" kern="1200" dirty="0">
              <a:solidFill>
                <a:schemeClr val="tx1"/>
              </a:solidFill>
              <a:latin typeface="+mn-lt"/>
              <a:ea typeface="+mn-ea"/>
              <a:cs typeface="+mn-cs"/>
            </a:endParaRPr>
          </a:p>
        </p:txBody>
      </p:sp>
    </p:spTree>
    <p:extLst>
      <p:ext uri="{BB962C8B-B14F-4D97-AF65-F5344CB8AC3E}">
        <p14:creationId xmlns:p14="http://schemas.microsoft.com/office/powerpoint/2010/main" val="42324440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Blank_logo_layout">
    <p:bg>
      <p:bgPr>
        <a:solidFill>
          <a:srgbClr val="FFFFFF"/>
        </a:solidFill>
        <a:effectLst/>
      </p:bgPr>
    </p:bg>
    <p:spTree>
      <p:nvGrpSpPr>
        <p:cNvPr id="1" name=""/>
        <p:cNvGrpSpPr/>
        <p:nvPr/>
      </p:nvGrpSpPr>
      <p:grpSpPr>
        <a:xfrm>
          <a:off x="0" y="0"/>
          <a:ext cx="0" cy="0"/>
          <a:chOff x="0" y="0"/>
          <a:chExt cx="0" cy="0"/>
        </a:xfrm>
      </p:grpSpPr>
      <p:sp>
        <p:nvSpPr>
          <p:cNvPr id="15" name="Footer Placeholder 4">
            <a:extLst>
              <a:ext uri="{FF2B5EF4-FFF2-40B4-BE49-F238E27FC236}">
                <a16:creationId xmlns:a16="http://schemas.microsoft.com/office/drawing/2014/main" id="{6BF4E426-CA9D-A26E-513D-9A6156099137}"/>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16" name="Slide Number Placeholder 5">
            <a:extLst>
              <a:ext uri="{FF2B5EF4-FFF2-40B4-BE49-F238E27FC236}">
                <a16:creationId xmlns:a16="http://schemas.microsoft.com/office/drawing/2014/main" id="{3000481F-7082-6144-220E-421C41566A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40431902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Blank_No_logo_layout">
    <p:bg>
      <p:bgPr>
        <a:solidFill>
          <a:srgbClr val="FFFFFF"/>
        </a:solidFill>
        <a:effectLst/>
      </p:bgPr>
    </p:bg>
    <p:spTree>
      <p:nvGrpSpPr>
        <p:cNvPr id="1" name=""/>
        <p:cNvGrpSpPr/>
        <p:nvPr/>
      </p:nvGrpSpPr>
      <p:grpSpPr>
        <a:xfrm>
          <a:off x="0" y="0"/>
          <a:ext cx="0" cy="0"/>
          <a:chOff x="0" y="0"/>
          <a:chExt cx="0" cy="0"/>
        </a:xfrm>
      </p:grpSpPr>
      <p:sp>
        <p:nvSpPr>
          <p:cNvPr id="15" name="Footer Placeholder 4">
            <a:extLst>
              <a:ext uri="{FF2B5EF4-FFF2-40B4-BE49-F238E27FC236}">
                <a16:creationId xmlns:a16="http://schemas.microsoft.com/office/drawing/2014/main" id="{6BF4E426-CA9D-A26E-513D-9A6156099137}"/>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16" name="Slide Number Placeholder 5">
            <a:extLst>
              <a:ext uri="{FF2B5EF4-FFF2-40B4-BE49-F238E27FC236}">
                <a16:creationId xmlns:a16="http://schemas.microsoft.com/office/drawing/2014/main" id="{3000481F-7082-6144-220E-421C41566A1F}"/>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413449443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7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55AEAF2-82CD-700B-6B0D-1647C3BA1D30}"/>
              </a:ext>
            </a:extLst>
          </p:cNvPr>
          <p:cNvSpPr>
            <a:spLocks noGrp="1"/>
          </p:cNvSpPr>
          <p:nvPr>
            <p:ph type="ftr" sz="quarter" idx="10"/>
          </p:nvPr>
        </p:nvSpPr>
        <p:spPr/>
        <p:txBody>
          <a:bodyPr/>
          <a:lstStyle/>
          <a:p>
            <a:r>
              <a:rPr lang="en-US"/>
              <a:t>Copyright © 2026 9Expert Co., Ltd. All rights reserved.</a:t>
            </a:r>
            <a:endParaRPr lang="en-TH" dirty="0"/>
          </a:p>
        </p:txBody>
      </p:sp>
      <p:sp>
        <p:nvSpPr>
          <p:cNvPr id="4" name="Slide Number Placeholder 3">
            <a:extLst>
              <a:ext uri="{FF2B5EF4-FFF2-40B4-BE49-F238E27FC236}">
                <a16:creationId xmlns:a16="http://schemas.microsoft.com/office/drawing/2014/main" id="{C87F0642-12C5-678F-D26F-4AF4C2696CFF}"/>
              </a:ext>
            </a:extLst>
          </p:cNvPr>
          <p:cNvSpPr>
            <a:spLocks noGrp="1"/>
          </p:cNvSpPr>
          <p:nvPr>
            <p:ph type="sldNum" sz="quarter" idx="11"/>
          </p:nvPr>
        </p:nvSpPr>
        <p:spPr/>
        <p:txBody>
          <a:bodyPr/>
          <a:lstStyle/>
          <a:p>
            <a:fld id="{7B973119-0BF9-7444-941C-BCE2AFE6BE2E}" type="slidenum">
              <a:rPr lang="en-TH" smtClean="0"/>
              <a:pPr/>
              <a:t>‹#›</a:t>
            </a:fld>
            <a:endParaRPr lang="en-TH"/>
          </a:p>
        </p:txBody>
      </p:sp>
    </p:spTree>
    <p:extLst>
      <p:ext uri="{BB962C8B-B14F-4D97-AF65-F5344CB8AC3E}">
        <p14:creationId xmlns:p14="http://schemas.microsoft.com/office/powerpoint/2010/main" val="364899518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18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55AEAF2-82CD-700B-6B0D-1647C3BA1D30}"/>
              </a:ext>
            </a:extLst>
          </p:cNvPr>
          <p:cNvSpPr>
            <a:spLocks noGrp="1"/>
          </p:cNvSpPr>
          <p:nvPr>
            <p:ph type="ftr" sz="quarter" idx="10"/>
          </p:nvPr>
        </p:nvSpPr>
        <p:spPr/>
        <p:txBody>
          <a:bodyPr/>
          <a:lstStyle/>
          <a:p>
            <a:r>
              <a:rPr lang="en-US"/>
              <a:t>Copyright © 2026 9Expert Co., Ltd. All rights reserved.</a:t>
            </a:r>
            <a:endParaRPr lang="en-TH" dirty="0"/>
          </a:p>
        </p:txBody>
      </p:sp>
      <p:sp>
        <p:nvSpPr>
          <p:cNvPr id="4" name="Slide Number Placeholder 3">
            <a:extLst>
              <a:ext uri="{FF2B5EF4-FFF2-40B4-BE49-F238E27FC236}">
                <a16:creationId xmlns:a16="http://schemas.microsoft.com/office/drawing/2014/main" id="{C87F0642-12C5-678F-D26F-4AF4C2696CFF}"/>
              </a:ext>
            </a:extLst>
          </p:cNvPr>
          <p:cNvSpPr>
            <a:spLocks noGrp="1"/>
          </p:cNvSpPr>
          <p:nvPr>
            <p:ph type="sldNum" sz="quarter" idx="11"/>
          </p:nvPr>
        </p:nvSpPr>
        <p:spPr/>
        <p:txBody>
          <a:bodyPr/>
          <a:lstStyle>
            <a:lvl1pPr>
              <a:defRPr>
                <a:solidFill>
                  <a:schemeClr val="tx2">
                    <a:lumMod val="25000"/>
                    <a:lumOff val="75000"/>
                  </a:schemeClr>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62643259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Two_content_Layout">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Content Placeholder 7">
            <a:extLst>
              <a:ext uri="{FF2B5EF4-FFF2-40B4-BE49-F238E27FC236}">
                <a16:creationId xmlns:a16="http://schemas.microsoft.com/office/drawing/2014/main" id="{3D8A71E4-BD7F-D17E-BC13-133436628DAE}"/>
              </a:ext>
            </a:extLst>
          </p:cNvPr>
          <p:cNvSpPr>
            <a:spLocks noGrp="1"/>
          </p:cNvSpPr>
          <p:nvPr>
            <p:ph sz="quarter" idx="13"/>
          </p:nvPr>
        </p:nvSpPr>
        <p:spPr>
          <a:xfrm>
            <a:off x="619125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22" name="Footer Placeholder 4">
            <a:extLst>
              <a:ext uri="{FF2B5EF4-FFF2-40B4-BE49-F238E27FC236}">
                <a16:creationId xmlns:a16="http://schemas.microsoft.com/office/drawing/2014/main" id="{83B0BB90-550D-0038-05DF-9CBE86A39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3" name="Slide Number Placeholder 5">
            <a:extLst>
              <a:ext uri="{FF2B5EF4-FFF2-40B4-BE49-F238E27FC236}">
                <a16:creationId xmlns:a16="http://schemas.microsoft.com/office/drawing/2014/main" id="{4FB39E43-3475-5DE7-49DA-E7131C9A7546}"/>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69194904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cSld name="Two_content_Layout">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Content Placeholder 7">
            <a:extLst>
              <a:ext uri="{FF2B5EF4-FFF2-40B4-BE49-F238E27FC236}">
                <a16:creationId xmlns:a16="http://schemas.microsoft.com/office/drawing/2014/main" id="{3D8A71E4-BD7F-D17E-BC13-133436628DAE}"/>
              </a:ext>
            </a:extLst>
          </p:cNvPr>
          <p:cNvSpPr>
            <a:spLocks noGrp="1"/>
          </p:cNvSpPr>
          <p:nvPr>
            <p:ph sz="quarter" idx="13"/>
          </p:nvPr>
        </p:nvSpPr>
        <p:spPr>
          <a:xfrm>
            <a:off x="619125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22" name="Footer Placeholder 4">
            <a:extLst>
              <a:ext uri="{FF2B5EF4-FFF2-40B4-BE49-F238E27FC236}">
                <a16:creationId xmlns:a16="http://schemas.microsoft.com/office/drawing/2014/main" id="{83B0BB90-550D-0038-05DF-9CBE86A39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3" name="Slide Number Placeholder 5">
            <a:extLst>
              <a:ext uri="{FF2B5EF4-FFF2-40B4-BE49-F238E27FC236}">
                <a16:creationId xmlns:a16="http://schemas.microsoft.com/office/drawing/2014/main" id="{4FB39E43-3475-5DE7-49DA-E7131C9A7546}"/>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69194904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1569431-6CFB-3A20-E64F-9E09EE126AC8}"/>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0" y="1786"/>
            <a:ext cx="12192000" cy="6854430"/>
          </a:xfrm>
          <a:prstGeom prst="rect">
            <a:avLst/>
          </a:prstGeom>
        </p:spPr>
      </p:pic>
      <p:sp>
        <p:nvSpPr>
          <p:cNvPr id="17" name="Footer Placeholder 4">
            <a:extLst>
              <a:ext uri="{FF2B5EF4-FFF2-40B4-BE49-F238E27FC236}">
                <a16:creationId xmlns:a16="http://schemas.microsoft.com/office/drawing/2014/main" id="{89407316-D6B2-34B0-6272-FC955A8B3D04}"/>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8" name="Slide Number Placeholder 5">
            <a:extLst>
              <a:ext uri="{FF2B5EF4-FFF2-40B4-BE49-F238E27FC236}">
                <a16:creationId xmlns:a16="http://schemas.microsoft.com/office/drawing/2014/main" id="{042BDBE1-5615-20BD-27D5-A3A9C29FF4DA}"/>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pic>
        <p:nvPicPr>
          <p:cNvPr id="4" name="Picture 3">
            <a:extLst>
              <a:ext uri="{FF2B5EF4-FFF2-40B4-BE49-F238E27FC236}">
                <a16:creationId xmlns:a16="http://schemas.microsoft.com/office/drawing/2014/main" id="{EFAE5C3A-AE14-A7E7-3CF9-A88373413C95}"/>
              </a:ext>
            </a:extLst>
          </p:cNvPr>
          <p:cNvPicPr>
            <a:picLocks noGrp="1" noRot="1" noMove="1" noResize="1" noEditPoints="1" noAdjustHandles="1" noChangeArrowheads="1" noChangeShapeType="1" noCrop="1"/>
          </p:cNvPicPr>
          <p:nvPr/>
        </p:nvPicPr>
        <p:blipFill>
          <a:blip r:embed="rId2">
            <a:alphaModFix amt="30000"/>
            <a:extLst>
              <a:ext uri="{28A0092B-C50C-407E-A947-70E740481C1C}">
                <a14:useLocalDpi xmlns:a14="http://schemas.microsoft.com/office/drawing/2010/main" val="0"/>
              </a:ext>
            </a:extLst>
          </a:blip>
          <a:stretch>
            <a:fillRect/>
          </a:stretch>
        </p:blipFill>
        <p:spPr bwMode="white">
          <a:xfrm>
            <a:off x="0" y="1786"/>
            <a:ext cx="12192000" cy="6854430"/>
          </a:xfrm>
          <a:prstGeom prst="rect">
            <a:avLst/>
          </a:prstGeom>
        </p:spPr>
      </p:pic>
      <p:sp>
        <p:nvSpPr>
          <p:cNvPr id="5" name="Title 1">
            <a:extLst>
              <a:ext uri="{FF2B5EF4-FFF2-40B4-BE49-F238E27FC236}">
                <a16:creationId xmlns:a16="http://schemas.microsoft.com/office/drawing/2014/main" id="{26FF4695-C01D-BEF7-9DFC-F5362679B58C}"/>
              </a:ext>
            </a:extLst>
          </p:cNvPr>
          <p:cNvSpPr>
            <a:spLocks noGrp="1"/>
          </p:cNvSpPr>
          <p:nvPr>
            <p:ph type="title"/>
          </p:nvPr>
        </p:nvSpPr>
        <p:spPr>
          <a:xfrm>
            <a:off x="838200" y="2173384"/>
            <a:ext cx="7239000" cy="1787433"/>
          </a:xfrm>
        </p:spPr>
        <p:txBody>
          <a:bodyPr anchor="ctr">
            <a:normAutofit/>
          </a:bodyPr>
          <a:lstStyle>
            <a:lvl1pPr>
              <a:lnSpc>
                <a:spcPct val="100000"/>
              </a:lnSpc>
              <a:defRPr sz="5400">
                <a:solidFill>
                  <a:schemeClr val="tx1"/>
                </a:solidFill>
                <a:latin typeface="+mj-lt"/>
              </a:defRPr>
            </a:lvl1pPr>
          </a:lstStyle>
          <a:p>
            <a:r>
              <a:rPr lang="en-US"/>
              <a:t>Click to edit Master title style</a:t>
            </a:r>
            <a:endParaRPr lang="en-US" dirty="0"/>
          </a:p>
        </p:txBody>
      </p:sp>
      <p:sp>
        <p:nvSpPr>
          <p:cNvPr id="6" name="Text Placeholder 2">
            <a:extLst>
              <a:ext uri="{FF2B5EF4-FFF2-40B4-BE49-F238E27FC236}">
                <a16:creationId xmlns:a16="http://schemas.microsoft.com/office/drawing/2014/main" id="{F5C198DC-8A1B-9B72-463B-2EDF9A0D2F83}"/>
              </a:ext>
            </a:extLst>
          </p:cNvPr>
          <p:cNvSpPr>
            <a:spLocks noGrp="1"/>
          </p:cNvSpPr>
          <p:nvPr>
            <p:ph type="body" idx="1"/>
          </p:nvPr>
        </p:nvSpPr>
        <p:spPr>
          <a:xfrm>
            <a:off x="838200" y="4165601"/>
            <a:ext cx="8500000" cy="1098295"/>
          </a:xfrm>
        </p:spPr>
        <p:txBody>
          <a:bodyPr/>
          <a:lstStyle>
            <a:lvl1pPr marL="0" indent="0">
              <a:buNone/>
              <a:defRPr sz="2400">
                <a:solidFill>
                  <a:srgbClr val="808080"/>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9" name="Picture Placeholder 7">
            <a:extLst>
              <a:ext uri="{FF2B5EF4-FFF2-40B4-BE49-F238E27FC236}">
                <a16:creationId xmlns:a16="http://schemas.microsoft.com/office/drawing/2014/main" id="{1238A015-6A35-3FA4-18EB-EF40265CA798}"/>
              </a:ext>
            </a:extLst>
          </p:cNvPr>
          <p:cNvSpPr>
            <a:spLocks noGrp="1"/>
          </p:cNvSpPr>
          <p:nvPr>
            <p:ph type="pic" sz="quarter" idx="13"/>
          </p:nvPr>
        </p:nvSpPr>
        <p:spPr>
          <a:xfrm>
            <a:off x="8547101" y="2173384"/>
            <a:ext cx="2806699" cy="2628900"/>
          </a:xfrm>
        </p:spPr>
        <p:txBody>
          <a:bodyPr/>
          <a:lstStyle>
            <a:lvl1pPr marL="0" indent="0">
              <a:buNone/>
              <a:defRPr/>
            </a:lvl1pPr>
          </a:lstStyle>
          <a:p>
            <a:r>
              <a:rPr lang="en-US"/>
              <a:t>Click icon to add picture</a:t>
            </a:r>
            <a:endParaRPr lang="en-US" dirty="0"/>
          </a:p>
        </p:txBody>
      </p:sp>
      <p:cxnSp>
        <p:nvCxnSpPr>
          <p:cNvPr id="10" name="Straight Connector 9">
            <a:extLst>
              <a:ext uri="{FF2B5EF4-FFF2-40B4-BE49-F238E27FC236}">
                <a16:creationId xmlns:a16="http://schemas.microsoft.com/office/drawing/2014/main" id="{20479E53-EB5B-9923-F6F7-6FFE13940BC7}"/>
              </a:ext>
            </a:extLst>
          </p:cNvPr>
          <p:cNvCxnSpPr>
            <a:cxnSpLocks/>
          </p:cNvCxnSpPr>
          <p:nvPr/>
        </p:nvCxnSpPr>
        <p:spPr>
          <a:xfrm>
            <a:off x="838200" y="1905000"/>
            <a:ext cx="762000" cy="0"/>
          </a:xfrm>
          <a:prstGeom prst="line">
            <a:avLst/>
          </a:prstGeom>
          <a:ln w="76200" cap="rnd">
            <a:solidFill>
              <a:schemeClr val="accent5"/>
            </a:solidFill>
          </a:ln>
        </p:spPr>
        <p:style>
          <a:lnRef idx="2">
            <a:schemeClr val="accent5"/>
          </a:lnRef>
          <a:fillRef idx="0">
            <a:schemeClr val="accent5"/>
          </a:fillRef>
          <a:effectRef idx="1">
            <a:schemeClr val="accent5"/>
          </a:effectRef>
          <a:fontRef idx="minor">
            <a:schemeClr val="tx1"/>
          </a:fontRef>
        </p:style>
      </p:cxnSp>
      <p:sp>
        <p:nvSpPr>
          <p:cNvPr id="11" name="Text Placeholder 2">
            <a:extLst>
              <a:ext uri="{FF2B5EF4-FFF2-40B4-BE49-F238E27FC236}">
                <a16:creationId xmlns:a16="http://schemas.microsoft.com/office/drawing/2014/main" id="{55D4FFC0-C33B-A4B5-A8EC-6FD8623783BB}"/>
              </a:ext>
            </a:extLst>
          </p:cNvPr>
          <p:cNvSpPr>
            <a:spLocks noGrp="1"/>
          </p:cNvSpPr>
          <p:nvPr>
            <p:ph type="body" idx="14"/>
          </p:nvPr>
        </p:nvSpPr>
        <p:spPr>
          <a:xfrm>
            <a:off x="2057400" y="1148787"/>
            <a:ext cx="6000000" cy="958849"/>
          </a:xfrm>
        </p:spPr>
        <p:txBody>
          <a:bodyPr anchor="ctr">
            <a:normAutofit/>
          </a:bodyPr>
          <a:lstStyle>
            <a:lvl1pPr marL="0" indent="0">
              <a:buNone/>
              <a:defRPr sz="2000" b="1">
                <a:solidFill>
                  <a:schemeClr val="accent5"/>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FE40929C-ADFB-7870-6955-ECFFBF01369C}"/>
              </a:ext>
            </a:extLst>
          </p:cNvPr>
          <p:cNvSpPr txBox="1"/>
          <p:nvPr/>
        </p:nvSpPr>
        <p:spPr>
          <a:xfrm>
            <a:off x="762000" y="1236507"/>
            <a:ext cx="2133600" cy="400110"/>
          </a:xfrm>
          <a:prstGeom prst="rect">
            <a:avLst/>
          </a:prstGeom>
          <a:noFill/>
        </p:spPr>
        <p:txBody>
          <a:bodyPr wrap="square" rtlCol="0">
            <a:spAutoFit/>
          </a:bodyPr>
          <a:lstStyle/>
          <a:p>
            <a:r>
              <a:rPr lang="en-US" sz="2000" b="1" dirty="0">
                <a:solidFill>
                  <a:schemeClr val="accent5"/>
                </a:solidFill>
              </a:rPr>
              <a:t>Module :</a:t>
            </a:r>
            <a:endParaRPr lang="th-TH" sz="2000" b="1" dirty="0">
              <a:solidFill>
                <a:schemeClr val="accent5"/>
              </a:solidFill>
            </a:endParaRPr>
          </a:p>
        </p:txBody>
      </p:sp>
    </p:spTree>
    <p:extLst>
      <p:ext uri="{BB962C8B-B14F-4D97-AF65-F5344CB8AC3E}">
        <p14:creationId xmlns:p14="http://schemas.microsoft.com/office/powerpoint/2010/main" val="1173517660"/>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1569431-6CFB-3A20-E64F-9E09EE126AC8}"/>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0" y="1786"/>
            <a:ext cx="12192000" cy="6854430"/>
          </a:xfrm>
          <a:prstGeom prst="rect">
            <a:avLst/>
          </a:prstGeom>
        </p:spPr>
      </p:pic>
      <p:sp>
        <p:nvSpPr>
          <p:cNvPr id="17" name="Footer Placeholder 4">
            <a:extLst>
              <a:ext uri="{FF2B5EF4-FFF2-40B4-BE49-F238E27FC236}">
                <a16:creationId xmlns:a16="http://schemas.microsoft.com/office/drawing/2014/main" id="{89407316-D6B2-34B0-6272-FC955A8B3D04}"/>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8" name="Slide Number Placeholder 5">
            <a:extLst>
              <a:ext uri="{FF2B5EF4-FFF2-40B4-BE49-F238E27FC236}">
                <a16:creationId xmlns:a16="http://schemas.microsoft.com/office/drawing/2014/main" id="{042BDBE1-5615-20BD-27D5-A3A9C29FF4DA}"/>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pic>
        <p:nvPicPr>
          <p:cNvPr id="4" name="Picture 3">
            <a:extLst>
              <a:ext uri="{FF2B5EF4-FFF2-40B4-BE49-F238E27FC236}">
                <a16:creationId xmlns:a16="http://schemas.microsoft.com/office/drawing/2014/main" id="{EFAE5C3A-AE14-A7E7-3CF9-A88373413C95}"/>
              </a:ext>
            </a:extLst>
          </p:cNvPr>
          <p:cNvPicPr>
            <a:picLocks noGrp="1" noRot="1" noMove="1" noResize="1" noEditPoints="1" noAdjustHandles="1" noChangeArrowheads="1" noChangeShapeType="1" noCrop="1"/>
          </p:cNvPicPr>
          <p:nvPr/>
        </p:nvPicPr>
        <p:blipFill>
          <a:blip r:embed="rId2">
            <a:alphaModFix amt="30000"/>
            <a:extLst>
              <a:ext uri="{28A0092B-C50C-407E-A947-70E740481C1C}">
                <a14:useLocalDpi xmlns:a14="http://schemas.microsoft.com/office/drawing/2010/main" val="0"/>
              </a:ext>
            </a:extLst>
          </a:blip>
          <a:stretch>
            <a:fillRect/>
          </a:stretch>
        </p:blipFill>
        <p:spPr bwMode="white">
          <a:xfrm>
            <a:off x="0" y="1786"/>
            <a:ext cx="12192000" cy="6854430"/>
          </a:xfrm>
          <a:prstGeom prst="rect">
            <a:avLst/>
          </a:prstGeom>
        </p:spPr>
      </p:pic>
      <p:sp>
        <p:nvSpPr>
          <p:cNvPr id="5" name="Title 1">
            <a:extLst>
              <a:ext uri="{FF2B5EF4-FFF2-40B4-BE49-F238E27FC236}">
                <a16:creationId xmlns:a16="http://schemas.microsoft.com/office/drawing/2014/main" id="{26FF4695-C01D-BEF7-9DFC-F5362679B58C}"/>
              </a:ext>
            </a:extLst>
          </p:cNvPr>
          <p:cNvSpPr>
            <a:spLocks noGrp="1"/>
          </p:cNvSpPr>
          <p:nvPr>
            <p:ph type="title"/>
          </p:nvPr>
        </p:nvSpPr>
        <p:spPr>
          <a:xfrm>
            <a:off x="838200" y="2173384"/>
            <a:ext cx="7239000" cy="1787433"/>
          </a:xfrm>
        </p:spPr>
        <p:txBody>
          <a:bodyPr anchor="ctr">
            <a:normAutofit/>
          </a:bodyPr>
          <a:lstStyle>
            <a:lvl1pPr>
              <a:lnSpc>
                <a:spcPct val="100000"/>
              </a:lnSpc>
              <a:defRPr sz="5400">
                <a:solidFill>
                  <a:schemeClr val="tx1"/>
                </a:solidFill>
                <a:latin typeface="+mj-lt"/>
              </a:defRPr>
            </a:lvl1pPr>
          </a:lstStyle>
          <a:p>
            <a:r>
              <a:rPr lang="en-US"/>
              <a:t>Click to edit Master title style</a:t>
            </a:r>
            <a:endParaRPr lang="en-US" dirty="0"/>
          </a:p>
        </p:txBody>
      </p:sp>
      <p:sp>
        <p:nvSpPr>
          <p:cNvPr id="6" name="Text Placeholder 2">
            <a:extLst>
              <a:ext uri="{FF2B5EF4-FFF2-40B4-BE49-F238E27FC236}">
                <a16:creationId xmlns:a16="http://schemas.microsoft.com/office/drawing/2014/main" id="{F5C198DC-8A1B-9B72-463B-2EDF9A0D2F83}"/>
              </a:ext>
            </a:extLst>
          </p:cNvPr>
          <p:cNvSpPr>
            <a:spLocks noGrp="1"/>
          </p:cNvSpPr>
          <p:nvPr>
            <p:ph type="body" idx="1"/>
          </p:nvPr>
        </p:nvSpPr>
        <p:spPr>
          <a:xfrm>
            <a:off x="838200" y="4165601"/>
            <a:ext cx="7239000" cy="717295"/>
          </a:xfrm>
        </p:spPr>
        <p:txBody>
          <a:bodyPr/>
          <a:lstStyle>
            <a:lvl1pPr marL="0" indent="0">
              <a:buNone/>
              <a:defRPr sz="2400">
                <a:solidFill>
                  <a:srgbClr val="808080"/>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9" name="Picture Placeholder 7">
            <a:extLst>
              <a:ext uri="{FF2B5EF4-FFF2-40B4-BE49-F238E27FC236}">
                <a16:creationId xmlns:a16="http://schemas.microsoft.com/office/drawing/2014/main" id="{1238A015-6A35-3FA4-18EB-EF40265CA798}"/>
              </a:ext>
            </a:extLst>
          </p:cNvPr>
          <p:cNvSpPr>
            <a:spLocks noGrp="1"/>
          </p:cNvSpPr>
          <p:nvPr>
            <p:ph type="pic" sz="quarter" idx="13"/>
          </p:nvPr>
        </p:nvSpPr>
        <p:spPr>
          <a:xfrm>
            <a:off x="8547101" y="2173384"/>
            <a:ext cx="2806699" cy="2628900"/>
          </a:xfrm>
        </p:spPr>
        <p:txBody>
          <a:bodyPr/>
          <a:lstStyle>
            <a:lvl1pPr marL="0" indent="0">
              <a:buNone/>
              <a:defRPr/>
            </a:lvl1pPr>
          </a:lstStyle>
          <a:p>
            <a:r>
              <a:rPr lang="en-US"/>
              <a:t>Click icon to add picture</a:t>
            </a:r>
            <a:endParaRPr lang="en-US" dirty="0"/>
          </a:p>
        </p:txBody>
      </p:sp>
      <p:cxnSp>
        <p:nvCxnSpPr>
          <p:cNvPr id="10" name="Straight Connector 9">
            <a:extLst>
              <a:ext uri="{FF2B5EF4-FFF2-40B4-BE49-F238E27FC236}">
                <a16:creationId xmlns:a16="http://schemas.microsoft.com/office/drawing/2014/main" id="{20479E53-EB5B-9923-F6F7-6FFE13940BC7}"/>
              </a:ext>
            </a:extLst>
          </p:cNvPr>
          <p:cNvCxnSpPr>
            <a:cxnSpLocks/>
          </p:cNvCxnSpPr>
          <p:nvPr/>
        </p:nvCxnSpPr>
        <p:spPr>
          <a:xfrm>
            <a:off x="838200" y="1905000"/>
            <a:ext cx="762000" cy="0"/>
          </a:xfrm>
          <a:prstGeom prst="line">
            <a:avLst/>
          </a:prstGeom>
          <a:ln w="76200" cap="rnd">
            <a:solidFill>
              <a:schemeClr val="accent5"/>
            </a:solidFill>
          </a:ln>
        </p:spPr>
        <p:style>
          <a:lnRef idx="2">
            <a:schemeClr val="accent5"/>
          </a:lnRef>
          <a:fillRef idx="0">
            <a:schemeClr val="accent5"/>
          </a:fillRef>
          <a:effectRef idx="1">
            <a:schemeClr val="accent5"/>
          </a:effectRef>
          <a:fontRef idx="minor">
            <a:schemeClr val="tx1"/>
          </a:fontRef>
        </p:style>
      </p:cxnSp>
      <p:sp>
        <p:nvSpPr>
          <p:cNvPr id="11" name="Text Placeholder 2">
            <a:extLst>
              <a:ext uri="{FF2B5EF4-FFF2-40B4-BE49-F238E27FC236}">
                <a16:creationId xmlns:a16="http://schemas.microsoft.com/office/drawing/2014/main" id="{55D4FFC0-C33B-A4B5-A8EC-6FD8623783BB}"/>
              </a:ext>
            </a:extLst>
          </p:cNvPr>
          <p:cNvSpPr>
            <a:spLocks noGrp="1"/>
          </p:cNvSpPr>
          <p:nvPr>
            <p:ph type="body" idx="14"/>
          </p:nvPr>
        </p:nvSpPr>
        <p:spPr>
          <a:xfrm>
            <a:off x="2057400" y="1148787"/>
            <a:ext cx="4800600" cy="577849"/>
          </a:xfrm>
        </p:spPr>
        <p:txBody>
          <a:bodyPr anchor="ctr">
            <a:normAutofit/>
          </a:bodyPr>
          <a:lstStyle>
            <a:lvl1pPr marL="0" indent="0">
              <a:buNone/>
              <a:defRPr sz="2000" b="1">
                <a:solidFill>
                  <a:schemeClr val="accent5"/>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FE40929C-ADFB-7870-6955-ECFFBF01369C}"/>
              </a:ext>
            </a:extLst>
          </p:cNvPr>
          <p:cNvSpPr txBox="1"/>
          <p:nvPr/>
        </p:nvSpPr>
        <p:spPr>
          <a:xfrm>
            <a:off x="762000" y="1236507"/>
            <a:ext cx="2133600" cy="400110"/>
          </a:xfrm>
          <a:prstGeom prst="rect">
            <a:avLst/>
          </a:prstGeom>
          <a:noFill/>
        </p:spPr>
        <p:txBody>
          <a:bodyPr wrap="square" rtlCol="0">
            <a:spAutoFit/>
          </a:bodyPr>
          <a:lstStyle/>
          <a:p>
            <a:r>
              <a:rPr lang="en-US" sz="2000" b="1" dirty="0">
                <a:solidFill>
                  <a:schemeClr val="accent5"/>
                </a:solidFill>
              </a:rPr>
              <a:t>Module :</a:t>
            </a:r>
            <a:endParaRPr lang="th-TH" sz="2000" b="1" dirty="0">
              <a:solidFill>
                <a:schemeClr val="accent5"/>
              </a:solidFill>
            </a:endParaRPr>
          </a:p>
        </p:txBody>
      </p:sp>
    </p:spTree>
    <p:extLst>
      <p:ext uri="{BB962C8B-B14F-4D97-AF65-F5344CB8AC3E}">
        <p14:creationId xmlns:p14="http://schemas.microsoft.com/office/powerpoint/2010/main" val="1173517660"/>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1_Section Header">
    <p:bg>
      <p:bgPr>
        <a:solidFill>
          <a:srgbClr val="FFFFFF"/>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6CBD02C3-2CBE-EE90-F785-B1C20238BCE8}"/>
              </a:ext>
            </a:extLst>
          </p:cNvPr>
          <p:cNvPicPr>
            <a:picLocks noGrp="1" noRot="1" noChangeAspect="1" noMove="1" noResize="1" noEditPoints="1" noAdjustHandles="1" noChangeArrowheads="1" noChangeShapeType="1" noCrop="1"/>
          </p:cNvPicPr>
          <p:nvPr/>
        </p:nvPicPr>
        <p:blipFill>
          <a:blip r:embed="rId2">
            <a:alphaModFix amt="30000"/>
            <a:extLst>
              <a:ext uri="{28A0092B-C50C-407E-A947-70E740481C1C}">
                <a14:useLocalDpi xmlns:a14="http://schemas.microsoft.com/office/drawing/2010/main" val="0"/>
              </a:ext>
            </a:extLst>
          </a:blip>
          <a:stretch>
            <a:fillRect/>
          </a:stretch>
        </p:blipFill>
        <p:spPr bwMode="white">
          <a:xfrm>
            <a:off x="0" y="1786"/>
            <a:ext cx="12192000" cy="6854430"/>
          </a:xfrm>
          <a:prstGeom prst="rect">
            <a:avLst/>
          </a:prstGeom>
        </p:spPr>
      </p:pic>
      <p:sp>
        <p:nvSpPr>
          <p:cNvPr id="19" name="Footer Placeholder 4">
            <a:extLst>
              <a:ext uri="{FF2B5EF4-FFF2-40B4-BE49-F238E27FC236}">
                <a16:creationId xmlns:a16="http://schemas.microsoft.com/office/drawing/2014/main" id="{D1687841-1C03-BF3E-E0F3-2DF2DC4835C6}"/>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0" name="Slide Number Placeholder 5">
            <a:extLst>
              <a:ext uri="{FF2B5EF4-FFF2-40B4-BE49-F238E27FC236}">
                <a16:creationId xmlns:a16="http://schemas.microsoft.com/office/drawing/2014/main" id="{3887DE70-598F-6703-CF35-EF724E2E0DF3}"/>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
        <p:nvSpPr>
          <p:cNvPr id="4" name="Title 1">
            <a:extLst>
              <a:ext uri="{FF2B5EF4-FFF2-40B4-BE49-F238E27FC236}">
                <a16:creationId xmlns:a16="http://schemas.microsoft.com/office/drawing/2014/main" id="{864E3C25-7386-3984-0660-F3AFBEFC2503}"/>
              </a:ext>
            </a:extLst>
          </p:cNvPr>
          <p:cNvSpPr>
            <a:spLocks noGrp="1"/>
          </p:cNvSpPr>
          <p:nvPr>
            <p:ph type="title"/>
          </p:nvPr>
        </p:nvSpPr>
        <p:spPr>
          <a:xfrm>
            <a:off x="838200" y="2173384"/>
            <a:ext cx="7239000" cy="1787433"/>
          </a:xfrm>
        </p:spPr>
        <p:txBody>
          <a:bodyPr anchor="ctr">
            <a:normAutofit/>
          </a:bodyPr>
          <a:lstStyle>
            <a:lvl1pPr>
              <a:lnSpc>
                <a:spcPct val="100000"/>
              </a:lnSpc>
              <a:defRPr sz="5400">
                <a:solidFill>
                  <a:schemeClr val="tx1"/>
                </a:solidFill>
                <a:latin typeface="+mj-lt"/>
              </a:defRPr>
            </a:lvl1pPr>
          </a:lstStyle>
          <a:p>
            <a:r>
              <a:rPr lang="en-US"/>
              <a:t>Click to edit Master title style</a:t>
            </a:r>
            <a:endParaRPr lang="en-US" dirty="0"/>
          </a:p>
        </p:txBody>
      </p:sp>
      <p:sp>
        <p:nvSpPr>
          <p:cNvPr id="5" name="Text Placeholder 2">
            <a:extLst>
              <a:ext uri="{FF2B5EF4-FFF2-40B4-BE49-F238E27FC236}">
                <a16:creationId xmlns:a16="http://schemas.microsoft.com/office/drawing/2014/main" id="{E191724F-A51F-2B0E-621C-BC08D919D69D}"/>
              </a:ext>
            </a:extLst>
          </p:cNvPr>
          <p:cNvSpPr>
            <a:spLocks noGrp="1"/>
          </p:cNvSpPr>
          <p:nvPr>
            <p:ph type="body" idx="1"/>
          </p:nvPr>
        </p:nvSpPr>
        <p:spPr>
          <a:xfrm>
            <a:off x="838200" y="4165601"/>
            <a:ext cx="7239000" cy="717295"/>
          </a:xfrm>
        </p:spPr>
        <p:txBody>
          <a:bodyPr/>
          <a:lstStyle>
            <a:lvl1pPr marL="0" indent="0">
              <a:buNone/>
              <a:defRPr sz="2400">
                <a:solidFill>
                  <a:srgbClr val="808080"/>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6" name="Picture Placeholder 7">
            <a:extLst>
              <a:ext uri="{FF2B5EF4-FFF2-40B4-BE49-F238E27FC236}">
                <a16:creationId xmlns:a16="http://schemas.microsoft.com/office/drawing/2014/main" id="{80E01998-0E0E-1BFB-792C-5EDBA89406E7}"/>
              </a:ext>
            </a:extLst>
          </p:cNvPr>
          <p:cNvSpPr>
            <a:spLocks noGrp="1"/>
          </p:cNvSpPr>
          <p:nvPr>
            <p:ph type="pic" sz="quarter" idx="13"/>
          </p:nvPr>
        </p:nvSpPr>
        <p:spPr>
          <a:xfrm>
            <a:off x="8547101" y="2173384"/>
            <a:ext cx="2806699" cy="2628900"/>
          </a:xfrm>
        </p:spPr>
        <p:txBody>
          <a:bodyPr/>
          <a:lstStyle>
            <a:lvl1pPr marL="0" indent="0">
              <a:buNone/>
              <a:defRPr/>
            </a:lvl1pPr>
          </a:lstStyle>
          <a:p>
            <a:r>
              <a:rPr lang="en-US"/>
              <a:t>Click icon to add picture</a:t>
            </a:r>
            <a:endParaRPr lang="en-US" dirty="0"/>
          </a:p>
        </p:txBody>
      </p:sp>
      <p:cxnSp>
        <p:nvCxnSpPr>
          <p:cNvPr id="8" name="Straight Connector 7">
            <a:extLst>
              <a:ext uri="{FF2B5EF4-FFF2-40B4-BE49-F238E27FC236}">
                <a16:creationId xmlns:a16="http://schemas.microsoft.com/office/drawing/2014/main" id="{D5C17B16-F1A5-F975-AE49-6DAC90837044}"/>
              </a:ext>
            </a:extLst>
          </p:cNvPr>
          <p:cNvCxnSpPr>
            <a:cxnSpLocks/>
          </p:cNvCxnSpPr>
          <p:nvPr/>
        </p:nvCxnSpPr>
        <p:spPr>
          <a:xfrm>
            <a:off x="838200" y="1905000"/>
            <a:ext cx="762000" cy="0"/>
          </a:xfrm>
          <a:prstGeom prst="line">
            <a:avLst/>
          </a:prstGeom>
          <a:ln w="76200" cap="rnd">
            <a:solidFill>
              <a:schemeClr val="accent2"/>
            </a:solidFill>
          </a:ln>
        </p:spPr>
        <p:style>
          <a:lnRef idx="2">
            <a:schemeClr val="accent5"/>
          </a:lnRef>
          <a:fillRef idx="0">
            <a:schemeClr val="accent5"/>
          </a:fillRef>
          <a:effectRef idx="1">
            <a:schemeClr val="accent5"/>
          </a:effectRef>
          <a:fontRef idx="minor">
            <a:schemeClr val="tx1"/>
          </a:fontRef>
        </p:style>
      </p:cxnSp>
      <p:sp>
        <p:nvSpPr>
          <p:cNvPr id="9" name="Text Placeholder 2">
            <a:extLst>
              <a:ext uri="{FF2B5EF4-FFF2-40B4-BE49-F238E27FC236}">
                <a16:creationId xmlns:a16="http://schemas.microsoft.com/office/drawing/2014/main" id="{F2D34B21-D73D-DF81-F344-2174FED5E5C4}"/>
              </a:ext>
            </a:extLst>
          </p:cNvPr>
          <p:cNvSpPr>
            <a:spLocks noGrp="1"/>
          </p:cNvSpPr>
          <p:nvPr>
            <p:ph type="body" idx="14"/>
          </p:nvPr>
        </p:nvSpPr>
        <p:spPr>
          <a:xfrm>
            <a:off x="2057400" y="1148787"/>
            <a:ext cx="4800600" cy="577849"/>
          </a:xfrm>
        </p:spPr>
        <p:txBody>
          <a:bodyPr anchor="ctr">
            <a:normAutofit/>
          </a:bodyPr>
          <a:lstStyle>
            <a:lvl1pPr marL="0" indent="0">
              <a:buNone/>
              <a:defRPr sz="2000" b="1">
                <a:solidFill>
                  <a:schemeClr val="accent2"/>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10" name="TextBox 9">
            <a:extLst>
              <a:ext uri="{FF2B5EF4-FFF2-40B4-BE49-F238E27FC236}">
                <a16:creationId xmlns:a16="http://schemas.microsoft.com/office/drawing/2014/main" id="{307152FC-559D-FBEC-74A3-5A2FC53922EA}"/>
              </a:ext>
            </a:extLst>
          </p:cNvPr>
          <p:cNvSpPr txBox="1"/>
          <p:nvPr/>
        </p:nvSpPr>
        <p:spPr>
          <a:xfrm>
            <a:off x="762000" y="1236507"/>
            <a:ext cx="2133600" cy="400110"/>
          </a:xfrm>
          <a:prstGeom prst="rect">
            <a:avLst/>
          </a:prstGeom>
          <a:noFill/>
        </p:spPr>
        <p:txBody>
          <a:bodyPr wrap="square" rtlCol="0">
            <a:spAutoFit/>
          </a:bodyPr>
          <a:lstStyle/>
          <a:p>
            <a:r>
              <a:rPr lang="en-US" sz="2000" b="1" dirty="0">
                <a:solidFill>
                  <a:schemeClr val="accent2"/>
                </a:solidFill>
              </a:rPr>
              <a:t>Section :</a:t>
            </a:r>
            <a:endParaRPr lang="th-TH" sz="2000" b="1" dirty="0">
              <a:solidFill>
                <a:schemeClr val="accent2"/>
              </a:solidFill>
            </a:endParaRPr>
          </a:p>
        </p:txBody>
      </p:sp>
    </p:spTree>
    <p:extLst>
      <p:ext uri="{BB962C8B-B14F-4D97-AF65-F5344CB8AC3E}">
        <p14:creationId xmlns:p14="http://schemas.microsoft.com/office/powerpoint/2010/main" val="1608392441"/>
      </p:ext>
    </p:extLst>
  </p:cSld>
  <p:clrMapOvr>
    <a:overrideClrMapping bg1="lt1" tx1="dk1" bg2="lt2" tx2="dk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7_Custom Layout">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88EE163-BDAB-53FD-E541-96E8D52543A8}"/>
              </a:ext>
            </a:extLst>
          </p:cNvPr>
          <p:cNvSpPr/>
          <p:nvPr/>
        </p:nvSpPr>
        <p:spPr bwMode="blackWhite">
          <a:xfrm>
            <a:off x="1343632" y="1651483"/>
            <a:ext cx="2888774" cy="2916692"/>
          </a:xfrm>
          <a:prstGeom prst="roundRect">
            <a:avLst>
              <a:gd name="adj" fmla="val 7686"/>
            </a:avLst>
          </a:prstGeom>
          <a:solidFill>
            <a:schemeClr val="bg1">
              <a:alpha val="11000"/>
            </a:schemeClr>
          </a:solidFill>
          <a:ln>
            <a:gradFill>
              <a:gsLst>
                <a:gs pos="0">
                  <a:srgbClr val="F8FAFD">
                    <a:alpha val="0"/>
                  </a:srgbClr>
                </a:gs>
                <a:gs pos="52000">
                  <a:schemeClr val="bg2"/>
                </a:gs>
                <a:gs pos="100000">
                  <a:schemeClr val="bg1">
                    <a:alpha val="6000"/>
                  </a:schemeClr>
                </a:gs>
              </a:gsLst>
              <a:lin ang="13200000" scaled="0"/>
            </a:gradFill>
            <a:headEnd type="none" w="med" len="med"/>
            <a:tailEnd type="triangle" w="lg" len="lg"/>
          </a:ln>
          <a:effectLst>
            <a:outerShdw blurRad="50800" dist="38100" dir="5400000" algn="t"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8" name="Oval 7">
            <a:extLst>
              <a:ext uri="{FF2B5EF4-FFF2-40B4-BE49-F238E27FC236}">
                <a16:creationId xmlns:a16="http://schemas.microsoft.com/office/drawing/2014/main" id="{544F7D03-57AA-E7B4-95F1-CDC5203D356B}"/>
              </a:ext>
            </a:extLst>
          </p:cNvPr>
          <p:cNvSpPr/>
          <p:nvPr/>
        </p:nvSpPr>
        <p:spPr bwMode="blackWhite">
          <a:xfrm>
            <a:off x="4651614" y="1576274"/>
            <a:ext cx="2888774" cy="2916692"/>
          </a:xfrm>
          <a:prstGeom prst="ellipse">
            <a:avLst/>
          </a:prstGeom>
          <a:solidFill>
            <a:schemeClr val="bg1">
              <a:alpha val="11000"/>
            </a:schemeClr>
          </a:solidFill>
          <a:ln>
            <a:gradFill>
              <a:gsLst>
                <a:gs pos="0">
                  <a:srgbClr val="F8FAFD">
                    <a:alpha val="0"/>
                  </a:srgbClr>
                </a:gs>
                <a:gs pos="52000">
                  <a:schemeClr val="bg2"/>
                </a:gs>
                <a:gs pos="100000">
                  <a:schemeClr val="bg1">
                    <a:alpha val="6000"/>
                  </a:schemeClr>
                </a:gs>
              </a:gsLst>
              <a:lin ang="13200000" scaled="0"/>
            </a:gradFill>
            <a:headEnd type="none" w="med" len="med"/>
            <a:tailEnd type="triangle" w="lg" len="lg"/>
          </a:ln>
          <a:effectLst>
            <a:outerShdw blurRad="50800" dist="38100" dir="5400000" algn="t"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12" name="Flowchart: Process 11">
            <a:extLst>
              <a:ext uri="{FF2B5EF4-FFF2-40B4-BE49-F238E27FC236}">
                <a16:creationId xmlns:a16="http://schemas.microsoft.com/office/drawing/2014/main" id="{CA787E7A-8336-655E-3989-DD46C7FF94F9}"/>
              </a:ext>
            </a:extLst>
          </p:cNvPr>
          <p:cNvSpPr/>
          <p:nvPr/>
        </p:nvSpPr>
        <p:spPr bwMode="blackWhite">
          <a:xfrm>
            <a:off x="8081796" y="1576274"/>
            <a:ext cx="2888774" cy="2916692"/>
          </a:xfrm>
          <a:prstGeom prst="flowChartProcess">
            <a:avLst/>
          </a:prstGeom>
          <a:solidFill>
            <a:schemeClr val="bg1">
              <a:alpha val="11000"/>
            </a:schemeClr>
          </a:solidFill>
          <a:ln>
            <a:gradFill>
              <a:gsLst>
                <a:gs pos="0">
                  <a:srgbClr val="F8FAFD">
                    <a:alpha val="0"/>
                  </a:srgbClr>
                </a:gs>
                <a:gs pos="52000">
                  <a:schemeClr val="bg2"/>
                </a:gs>
                <a:gs pos="100000">
                  <a:schemeClr val="bg1">
                    <a:alpha val="6000"/>
                  </a:schemeClr>
                </a:gs>
              </a:gsLst>
              <a:lin ang="13200000" scaled="0"/>
            </a:gradFill>
            <a:headEnd type="none" w="med" len="med"/>
            <a:tailEnd type="triangle" w="lg" len="lg"/>
          </a:ln>
          <a:effectLst>
            <a:outerShdw blurRad="50800" dist="38100" dir="5400000" algn="t"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14" name="Footer Placeholder 4">
            <a:extLst>
              <a:ext uri="{FF2B5EF4-FFF2-40B4-BE49-F238E27FC236}">
                <a16:creationId xmlns:a16="http://schemas.microsoft.com/office/drawing/2014/main" id="{947781E2-1460-0085-4ED8-336B366ED470}"/>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5" name="Slide Number Placeholder 5">
            <a:extLst>
              <a:ext uri="{FF2B5EF4-FFF2-40B4-BE49-F238E27FC236}">
                <a16:creationId xmlns:a16="http://schemas.microsoft.com/office/drawing/2014/main" id="{99BEF286-7C51-F5CC-0A85-6D9472629D4A}"/>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13254100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2AAB64C8-6C1C-B741-B045-F090CA5A1BF2}"/>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1" name="Slide Number Placeholder 5">
            <a:extLst>
              <a:ext uri="{FF2B5EF4-FFF2-40B4-BE49-F238E27FC236}">
                <a16:creationId xmlns:a16="http://schemas.microsoft.com/office/drawing/2014/main" id="{CE46F3E3-3530-B27F-C4B2-9C1E11847471}"/>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15910371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cSld name="Concept_Image">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Picture Placeholder 7">
            <a:extLst>
              <a:ext uri="{FF2B5EF4-FFF2-40B4-BE49-F238E27FC236}">
                <a16:creationId xmlns:a16="http://schemas.microsoft.com/office/drawing/2014/main" id="{3D8A71E4-BD7F-D17E-BC13-133436628DAE}"/>
              </a:ext>
            </a:extLst>
          </p:cNvPr>
          <p:cNvSpPr>
            <a:spLocks noGrp="1"/>
          </p:cNvSpPr>
          <p:nvPr>
            <p:ph type="pic" sz="quarter" idx="13"/>
          </p:nvPr>
        </p:nvSpPr>
        <p:spPr>
          <a:xfrm>
            <a:off x="619125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22" name="Footer Placeholder 4">
            <a:extLst>
              <a:ext uri="{FF2B5EF4-FFF2-40B4-BE49-F238E27FC236}">
                <a16:creationId xmlns:a16="http://schemas.microsoft.com/office/drawing/2014/main" id="{83B0BB90-550D-0038-05DF-9CBE86A39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3" name="Slide Number Placeholder 5">
            <a:extLst>
              <a:ext uri="{FF2B5EF4-FFF2-40B4-BE49-F238E27FC236}">
                <a16:creationId xmlns:a16="http://schemas.microsoft.com/office/drawing/2014/main" id="{4FB39E43-3475-5DE7-49DA-E7131C9A7546}"/>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6919490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Repo_Pointer">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822960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Picture Placeholder 7">
            <a:extLst>
              <a:ext uri="{FF2B5EF4-FFF2-40B4-BE49-F238E27FC236}">
                <a16:creationId xmlns:a16="http://schemas.microsoft.com/office/drawing/2014/main" id="{3D8A71E4-BD7F-D17E-BC13-133436628DAE}"/>
              </a:ext>
            </a:extLst>
          </p:cNvPr>
          <p:cNvSpPr>
            <a:spLocks noGrp="1"/>
          </p:cNvSpPr>
          <p:nvPr>
            <p:ph type="pic" sz="quarter" idx="13"/>
          </p:nvPr>
        </p:nvSpPr>
        <p:spPr>
          <a:xfrm>
            <a:off x="9326880" y="1828800"/>
            <a:ext cx="2194560" cy="2194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22" name="Footer Placeholder 4">
            <a:extLst>
              <a:ext uri="{FF2B5EF4-FFF2-40B4-BE49-F238E27FC236}">
                <a16:creationId xmlns:a16="http://schemas.microsoft.com/office/drawing/2014/main" id="{83B0BB90-550D-0038-05DF-9CBE86A39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3" name="Slide Number Placeholder 5">
            <a:extLst>
              <a:ext uri="{FF2B5EF4-FFF2-40B4-BE49-F238E27FC236}">
                <a16:creationId xmlns:a16="http://schemas.microsoft.com/office/drawing/2014/main" id="{4FB39E43-3475-5DE7-49DA-E7131C9A7546}"/>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69194904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Compare_2col">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Content Placeholder 7">
            <a:extLst>
              <a:ext uri="{FF2B5EF4-FFF2-40B4-BE49-F238E27FC236}">
                <a16:creationId xmlns:a16="http://schemas.microsoft.com/office/drawing/2014/main" id="{3D8A71E4-BD7F-D17E-BC13-133436628DAE}"/>
              </a:ext>
            </a:extLst>
          </p:cNvPr>
          <p:cNvSpPr>
            <a:spLocks noGrp="1"/>
          </p:cNvSpPr>
          <p:nvPr>
            <p:ph sz="quarter" idx="13"/>
          </p:nvPr>
        </p:nvSpPr>
        <p:spPr>
          <a:xfrm>
            <a:off x="619125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22" name="Footer Placeholder 4">
            <a:extLst>
              <a:ext uri="{FF2B5EF4-FFF2-40B4-BE49-F238E27FC236}">
                <a16:creationId xmlns:a16="http://schemas.microsoft.com/office/drawing/2014/main" id="{83B0BB90-550D-0038-05DF-9CBE86A39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3" name="Slide Number Placeholder 5">
            <a:extLst>
              <a:ext uri="{FF2B5EF4-FFF2-40B4-BE49-F238E27FC236}">
                <a16:creationId xmlns:a16="http://schemas.microsoft.com/office/drawing/2014/main" id="{4FB39E43-3475-5DE7-49DA-E7131C9A7546}"/>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5A6770"/>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69194904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1569431-6CFB-3A20-E64F-9E09EE126AC8}"/>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0" y="1786"/>
            <a:ext cx="12192000" cy="6854430"/>
          </a:xfrm>
          <a:prstGeom prst="rect">
            <a:avLst/>
          </a:prstGeom>
        </p:spPr>
      </p:pic>
      <p:sp>
        <p:nvSpPr>
          <p:cNvPr id="17" name="Footer Placeholder 4">
            <a:extLst>
              <a:ext uri="{FF2B5EF4-FFF2-40B4-BE49-F238E27FC236}">
                <a16:creationId xmlns:a16="http://schemas.microsoft.com/office/drawing/2014/main" id="{89407316-D6B2-34B0-6272-FC955A8B3D04}"/>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8" name="Slide Number Placeholder 5">
            <a:extLst>
              <a:ext uri="{FF2B5EF4-FFF2-40B4-BE49-F238E27FC236}">
                <a16:creationId xmlns:a16="http://schemas.microsoft.com/office/drawing/2014/main" id="{042BDBE1-5615-20BD-27D5-A3A9C29FF4DA}"/>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pic>
        <p:nvPicPr>
          <p:cNvPr id="4" name="Picture 3">
            <a:extLst>
              <a:ext uri="{FF2B5EF4-FFF2-40B4-BE49-F238E27FC236}">
                <a16:creationId xmlns:a16="http://schemas.microsoft.com/office/drawing/2014/main" id="{EFAE5C3A-AE14-A7E7-3CF9-A88373413C95}"/>
              </a:ext>
            </a:extLst>
          </p:cNvPr>
          <p:cNvPicPr>
            <a:picLocks noGrp="1" noRot="1" noMove="1" noResize="1" noEditPoints="1" noAdjustHandles="1" noChangeArrowheads="1" noChangeShapeType="1" noCrop="1"/>
          </p:cNvPicPr>
          <p:nvPr/>
        </p:nvPicPr>
        <p:blipFill>
          <a:blip r:embed="rId2">
            <a:alphaModFix amt="30000"/>
            <a:extLst>
              <a:ext uri="{28A0092B-C50C-407E-A947-70E740481C1C}">
                <a14:useLocalDpi xmlns:a14="http://schemas.microsoft.com/office/drawing/2010/main" val="0"/>
              </a:ext>
            </a:extLst>
          </a:blip>
          <a:stretch>
            <a:fillRect/>
          </a:stretch>
        </p:blipFill>
        <p:spPr bwMode="white">
          <a:xfrm>
            <a:off x="0" y="1786"/>
            <a:ext cx="12192000" cy="6854430"/>
          </a:xfrm>
          <a:prstGeom prst="rect">
            <a:avLst/>
          </a:prstGeom>
        </p:spPr>
      </p:pic>
      <p:sp>
        <p:nvSpPr>
          <p:cNvPr id="5" name="Title 1">
            <a:extLst>
              <a:ext uri="{FF2B5EF4-FFF2-40B4-BE49-F238E27FC236}">
                <a16:creationId xmlns:a16="http://schemas.microsoft.com/office/drawing/2014/main" id="{26FF4695-C01D-BEF7-9DFC-F5362679B58C}"/>
              </a:ext>
            </a:extLst>
          </p:cNvPr>
          <p:cNvSpPr>
            <a:spLocks noGrp="1"/>
          </p:cNvSpPr>
          <p:nvPr>
            <p:ph type="title"/>
          </p:nvPr>
        </p:nvSpPr>
        <p:spPr>
          <a:xfrm>
            <a:off x="838200" y="2173384"/>
            <a:ext cx="7239000" cy="1787433"/>
          </a:xfrm>
        </p:spPr>
        <p:txBody>
          <a:bodyPr anchor="ctr">
            <a:normAutofit/>
          </a:bodyPr>
          <a:lstStyle>
            <a:lvl1pPr>
              <a:lnSpc>
                <a:spcPct val="100000"/>
              </a:lnSpc>
              <a:defRPr sz="5400">
                <a:solidFill>
                  <a:schemeClr val="tx1"/>
                </a:solidFill>
                <a:latin typeface="+mj-lt"/>
              </a:defRPr>
            </a:lvl1pPr>
          </a:lstStyle>
          <a:p>
            <a:r>
              <a:rPr lang="en-US"/>
              <a:t>Click to edit Master title style</a:t>
            </a:r>
            <a:endParaRPr lang="en-US" dirty="0"/>
          </a:p>
        </p:txBody>
      </p:sp>
      <p:sp>
        <p:nvSpPr>
          <p:cNvPr id="6" name="Text Placeholder 2">
            <a:extLst>
              <a:ext uri="{FF2B5EF4-FFF2-40B4-BE49-F238E27FC236}">
                <a16:creationId xmlns:a16="http://schemas.microsoft.com/office/drawing/2014/main" id="{F5C198DC-8A1B-9B72-463B-2EDF9A0D2F83}"/>
              </a:ext>
            </a:extLst>
          </p:cNvPr>
          <p:cNvSpPr>
            <a:spLocks noGrp="1"/>
          </p:cNvSpPr>
          <p:nvPr>
            <p:ph type="body" idx="1"/>
          </p:nvPr>
        </p:nvSpPr>
        <p:spPr>
          <a:xfrm>
            <a:off x="838200" y="4165601"/>
            <a:ext cx="7239000" cy="717295"/>
          </a:xfrm>
        </p:spPr>
        <p:txBody>
          <a:bodyPr/>
          <a:lstStyle>
            <a:lvl1pPr marL="0" indent="0">
              <a:buNone/>
              <a:defRPr sz="2400">
                <a:solidFill>
                  <a:srgbClr val="808080"/>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9" name="Picture Placeholder 7">
            <a:extLst>
              <a:ext uri="{FF2B5EF4-FFF2-40B4-BE49-F238E27FC236}">
                <a16:creationId xmlns:a16="http://schemas.microsoft.com/office/drawing/2014/main" id="{1238A015-6A35-3FA4-18EB-EF40265CA798}"/>
              </a:ext>
            </a:extLst>
          </p:cNvPr>
          <p:cNvSpPr>
            <a:spLocks noGrp="1"/>
          </p:cNvSpPr>
          <p:nvPr>
            <p:ph type="pic" sz="quarter" idx="13"/>
          </p:nvPr>
        </p:nvSpPr>
        <p:spPr>
          <a:xfrm>
            <a:off x="8547101" y="2173384"/>
            <a:ext cx="2806699" cy="2628900"/>
          </a:xfrm>
        </p:spPr>
        <p:txBody>
          <a:bodyPr/>
          <a:lstStyle>
            <a:lvl1pPr marL="0" indent="0">
              <a:buNone/>
              <a:defRPr/>
            </a:lvl1pPr>
          </a:lstStyle>
          <a:p>
            <a:r>
              <a:rPr lang="en-US"/>
              <a:t>Click icon to add picture</a:t>
            </a:r>
            <a:endParaRPr lang="en-US" dirty="0"/>
          </a:p>
        </p:txBody>
      </p:sp>
      <p:cxnSp>
        <p:nvCxnSpPr>
          <p:cNvPr id="10" name="Straight Connector 9">
            <a:extLst>
              <a:ext uri="{FF2B5EF4-FFF2-40B4-BE49-F238E27FC236}">
                <a16:creationId xmlns:a16="http://schemas.microsoft.com/office/drawing/2014/main" id="{20479E53-EB5B-9923-F6F7-6FFE13940BC7}"/>
              </a:ext>
            </a:extLst>
          </p:cNvPr>
          <p:cNvCxnSpPr>
            <a:cxnSpLocks/>
          </p:cNvCxnSpPr>
          <p:nvPr/>
        </p:nvCxnSpPr>
        <p:spPr>
          <a:xfrm>
            <a:off x="838200" y="1905000"/>
            <a:ext cx="762000" cy="0"/>
          </a:xfrm>
          <a:prstGeom prst="line">
            <a:avLst/>
          </a:prstGeom>
          <a:ln w="76200" cap="rnd">
            <a:solidFill>
              <a:schemeClr val="accent5"/>
            </a:solidFill>
          </a:ln>
        </p:spPr>
        <p:style>
          <a:lnRef idx="2">
            <a:schemeClr val="accent5"/>
          </a:lnRef>
          <a:fillRef idx="0">
            <a:schemeClr val="accent5"/>
          </a:fillRef>
          <a:effectRef idx="1">
            <a:schemeClr val="accent5"/>
          </a:effectRef>
          <a:fontRef idx="minor">
            <a:schemeClr val="tx1"/>
          </a:fontRef>
        </p:style>
      </p:cxnSp>
      <p:sp>
        <p:nvSpPr>
          <p:cNvPr id="11" name="Text Placeholder 2">
            <a:extLst>
              <a:ext uri="{FF2B5EF4-FFF2-40B4-BE49-F238E27FC236}">
                <a16:creationId xmlns:a16="http://schemas.microsoft.com/office/drawing/2014/main" id="{55D4FFC0-C33B-A4B5-A8EC-6FD8623783BB}"/>
              </a:ext>
            </a:extLst>
          </p:cNvPr>
          <p:cNvSpPr>
            <a:spLocks noGrp="1"/>
          </p:cNvSpPr>
          <p:nvPr>
            <p:ph type="body" idx="14"/>
          </p:nvPr>
        </p:nvSpPr>
        <p:spPr>
          <a:xfrm>
            <a:off x="2057400" y="1148787"/>
            <a:ext cx="4800600" cy="577849"/>
          </a:xfrm>
        </p:spPr>
        <p:txBody>
          <a:bodyPr anchor="ctr">
            <a:normAutofit/>
          </a:bodyPr>
          <a:lstStyle>
            <a:lvl1pPr marL="0" indent="0">
              <a:buNone/>
              <a:defRPr sz="2000" b="1">
                <a:solidFill>
                  <a:schemeClr val="accent5"/>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FE40929C-ADFB-7870-6955-ECFFBF01369C}"/>
              </a:ext>
            </a:extLst>
          </p:cNvPr>
          <p:cNvSpPr txBox="1"/>
          <p:nvPr/>
        </p:nvSpPr>
        <p:spPr>
          <a:xfrm>
            <a:off x="762000" y="1236507"/>
            <a:ext cx="2133600" cy="400110"/>
          </a:xfrm>
          <a:prstGeom prst="rect">
            <a:avLst/>
          </a:prstGeom>
          <a:noFill/>
        </p:spPr>
        <p:txBody>
          <a:bodyPr wrap="square" rtlCol="0">
            <a:spAutoFit/>
          </a:bodyPr>
          <a:lstStyle/>
          <a:p>
            <a:r>
              <a:rPr lang="en-US" sz="2000" b="1" dirty="0">
                <a:solidFill>
                  <a:schemeClr val="accent5"/>
                </a:solidFill>
              </a:rPr>
              <a:t>Module :</a:t>
            </a:r>
            <a:endParaRPr lang="th-TH" sz="2000" b="1" dirty="0">
              <a:solidFill>
                <a:schemeClr val="accent5"/>
              </a:solidFill>
            </a:endParaRPr>
          </a:p>
        </p:txBody>
      </p:sp>
    </p:spTree>
    <p:extLst>
      <p:ext uri="{BB962C8B-B14F-4D97-AF65-F5344CB8AC3E}">
        <p14:creationId xmlns:p14="http://schemas.microsoft.com/office/powerpoint/2010/main" val="1173517660"/>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cSld name="1_Section Header">
    <p:bg>
      <p:bgPr>
        <a:solidFill>
          <a:srgbClr val="FFFFFF"/>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6CBD02C3-2CBE-EE90-F785-B1C20238BCE8}"/>
              </a:ext>
            </a:extLst>
          </p:cNvPr>
          <p:cNvPicPr>
            <a:picLocks noGrp="1" noRot="1" noChangeAspect="1" noMove="1" noResize="1" noEditPoints="1" noAdjustHandles="1" noChangeArrowheads="1" noChangeShapeType="1" noCrop="1"/>
          </p:cNvPicPr>
          <p:nvPr/>
        </p:nvPicPr>
        <p:blipFill>
          <a:blip r:embed="rId2">
            <a:alphaModFix amt="30000"/>
            <a:extLst>
              <a:ext uri="{28A0092B-C50C-407E-A947-70E740481C1C}">
                <a14:useLocalDpi xmlns:a14="http://schemas.microsoft.com/office/drawing/2010/main" val="0"/>
              </a:ext>
            </a:extLst>
          </a:blip>
          <a:stretch>
            <a:fillRect/>
          </a:stretch>
        </p:blipFill>
        <p:spPr bwMode="white">
          <a:xfrm>
            <a:off x="0" y="1786"/>
            <a:ext cx="12192000" cy="6854430"/>
          </a:xfrm>
          <a:prstGeom prst="rect">
            <a:avLst/>
          </a:prstGeom>
        </p:spPr>
      </p:pic>
      <p:sp>
        <p:nvSpPr>
          <p:cNvPr id="19" name="Footer Placeholder 4">
            <a:extLst>
              <a:ext uri="{FF2B5EF4-FFF2-40B4-BE49-F238E27FC236}">
                <a16:creationId xmlns:a16="http://schemas.microsoft.com/office/drawing/2014/main" id="{D1687841-1C03-BF3E-E0F3-2DF2DC4835C6}"/>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0" name="Slide Number Placeholder 5">
            <a:extLst>
              <a:ext uri="{FF2B5EF4-FFF2-40B4-BE49-F238E27FC236}">
                <a16:creationId xmlns:a16="http://schemas.microsoft.com/office/drawing/2014/main" id="{3887DE70-598F-6703-CF35-EF724E2E0DF3}"/>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
        <p:nvSpPr>
          <p:cNvPr id="4" name="Title 1">
            <a:extLst>
              <a:ext uri="{FF2B5EF4-FFF2-40B4-BE49-F238E27FC236}">
                <a16:creationId xmlns:a16="http://schemas.microsoft.com/office/drawing/2014/main" id="{864E3C25-7386-3984-0660-F3AFBEFC2503}"/>
              </a:ext>
            </a:extLst>
          </p:cNvPr>
          <p:cNvSpPr>
            <a:spLocks noGrp="1"/>
          </p:cNvSpPr>
          <p:nvPr>
            <p:ph type="title"/>
          </p:nvPr>
        </p:nvSpPr>
        <p:spPr>
          <a:xfrm>
            <a:off x="838200" y="2173384"/>
            <a:ext cx="7239000" cy="1787433"/>
          </a:xfrm>
        </p:spPr>
        <p:txBody>
          <a:bodyPr anchor="ctr">
            <a:normAutofit/>
          </a:bodyPr>
          <a:lstStyle>
            <a:lvl1pPr>
              <a:lnSpc>
                <a:spcPct val="100000"/>
              </a:lnSpc>
              <a:defRPr sz="5400">
                <a:solidFill>
                  <a:schemeClr val="tx1"/>
                </a:solidFill>
                <a:latin typeface="+mj-lt"/>
              </a:defRPr>
            </a:lvl1pPr>
          </a:lstStyle>
          <a:p>
            <a:r>
              <a:rPr lang="en-US"/>
              <a:t>Click to edit Master title style</a:t>
            </a:r>
            <a:endParaRPr lang="en-US" dirty="0"/>
          </a:p>
        </p:txBody>
      </p:sp>
      <p:sp>
        <p:nvSpPr>
          <p:cNvPr id="5" name="Text Placeholder 2">
            <a:extLst>
              <a:ext uri="{FF2B5EF4-FFF2-40B4-BE49-F238E27FC236}">
                <a16:creationId xmlns:a16="http://schemas.microsoft.com/office/drawing/2014/main" id="{E191724F-A51F-2B0E-621C-BC08D919D69D}"/>
              </a:ext>
            </a:extLst>
          </p:cNvPr>
          <p:cNvSpPr>
            <a:spLocks noGrp="1"/>
          </p:cNvSpPr>
          <p:nvPr>
            <p:ph type="body" idx="1"/>
          </p:nvPr>
        </p:nvSpPr>
        <p:spPr>
          <a:xfrm>
            <a:off x="838200" y="4165601"/>
            <a:ext cx="7239000" cy="717295"/>
          </a:xfrm>
        </p:spPr>
        <p:txBody>
          <a:bodyPr/>
          <a:lstStyle>
            <a:lvl1pPr marL="0" indent="0">
              <a:buNone/>
              <a:defRPr sz="2400">
                <a:solidFill>
                  <a:srgbClr val="808080"/>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6" name="Picture Placeholder 7">
            <a:extLst>
              <a:ext uri="{FF2B5EF4-FFF2-40B4-BE49-F238E27FC236}">
                <a16:creationId xmlns:a16="http://schemas.microsoft.com/office/drawing/2014/main" id="{80E01998-0E0E-1BFB-792C-5EDBA89406E7}"/>
              </a:ext>
            </a:extLst>
          </p:cNvPr>
          <p:cNvSpPr>
            <a:spLocks noGrp="1"/>
          </p:cNvSpPr>
          <p:nvPr>
            <p:ph type="pic" sz="quarter" idx="13"/>
          </p:nvPr>
        </p:nvSpPr>
        <p:spPr>
          <a:xfrm>
            <a:off x="8547101" y="2173384"/>
            <a:ext cx="2806699" cy="2628900"/>
          </a:xfrm>
        </p:spPr>
        <p:txBody>
          <a:bodyPr/>
          <a:lstStyle>
            <a:lvl1pPr marL="0" indent="0">
              <a:buNone/>
              <a:defRPr/>
            </a:lvl1pPr>
          </a:lstStyle>
          <a:p>
            <a:r>
              <a:rPr lang="en-US"/>
              <a:t>Click icon to add picture</a:t>
            </a:r>
            <a:endParaRPr lang="en-US" dirty="0"/>
          </a:p>
        </p:txBody>
      </p:sp>
      <p:cxnSp>
        <p:nvCxnSpPr>
          <p:cNvPr id="8" name="Straight Connector 7">
            <a:extLst>
              <a:ext uri="{FF2B5EF4-FFF2-40B4-BE49-F238E27FC236}">
                <a16:creationId xmlns:a16="http://schemas.microsoft.com/office/drawing/2014/main" id="{D5C17B16-F1A5-F975-AE49-6DAC90837044}"/>
              </a:ext>
            </a:extLst>
          </p:cNvPr>
          <p:cNvCxnSpPr>
            <a:cxnSpLocks/>
          </p:cNvCxnSpPr>
          <p:nvPr/>
        </p:nvCxnSpPr>
        <p:spPr>
          <a:xfrm>
            <a:off x="838200" y="1905000"/>
            <a:ext cx="762000" cy="0"/>
          </a:xfrm>
          <a:prstGeom prst="line">
            <a:avLst/>
          </a:prstGeom>
          <a:ln w="76200" cap="rnd">
            <a:solidFill>
              <a:schemeClr val="accent2"/>
            </a:solidFill>
          </a:ln>
        </p:spPr>
        <p:style>
          <a:lnRef idx="2">
            <a:schemeClr val="accent5"/>
          </a:lnRef>
          <a:fillRef idx="0">
            <a:schemeClr val="accent5"/>
          </a:fillRef>
          <a:effectRef idx="1">
            <a:schemeClr val="accent5"/>
          </a:effectRef>
          <a:fontRef idx="minor">
            <a:schemeClr val="tx1"/>
          </a:fontRef>
        </p:style>
      </p:cxnSp>
      <p:sp>
        <p:nvSpPr>
          <p:cNvPr id="9" name="Text Placeholder 2">
            <a:extLst>
              <a:ext uri="{FF2B5EF4-FFF2-40B4-BE49-F238E27FC236}">
                <a16:creationId xmlns:a16="http://schemas.microsoft.com/office/drawing/2014/main" id="{F2D34B21-D73D-DF81-F344-2174FED5E5C4}"/>
              </a:ext>
            </a:extLst>
          </p:cNvPr>
          <p:cNvSpPr>
            <a:spLocks noGrp="1"/>
          </p:cNvSpPr>
          <p:nvPr>
            <p:ph type="body" idx="14"/>
          </p:nvPr>
        </p:nvSpPr>
        <p:spPr>
          <a:xfrm>
            <a:off x="2057400" y="1148787"/>
            <a:ext cx="4800600" cy="577849"/>
          </a:xfrm>
        </p:spPr>
        <p:txBody>
          <a:bodyPr anchor="ctr">
            <a:normAutofit/>
          </a:bodyPr>
          <a:lstStyle>
            <a:lvl1pPr marL="0" indent="0">
              <a:buNone/>
              <a:defRPr sz="2000" b="1">
                <a:solidFill>
                  <a:schemeClr val="accent2"/>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10" name="TextBox 9">
            <a:extLst>
              <a:ext uri="{FF2B5EF4-FFF2-40B4-BE49-F238E27FC236}">
                <a16:creationId xmlns:a16="http://schemas.microsoft.com/office/drawing/2014/main" id="{307152FC-559D-FBEC-74A3-5A2FC53922EA}"/>
              </a:ext>
            </a:extLst>
          </p:cNvPr>
          <p:cNvSpPr txBox="1"/>
          <p:nvPr/>
        </p:nvSpPr>
        <p:spPr>
          <a:xfrm>
            <a:off x="762000" y="1236507"/>
            <a:ext cx="2133600" cy="400110"/>
          </a:xfrm>
          <a:prstGeom prst="rect">
            <a:avLst/>
          </a:prstGeom>
          <a:noFill/>
        </p:spPr>
        <p:txBody>
          <a:bodyPr wrap="square" rtlCol="0">
            <a:spAutoFit/>
          </a:bodyPr>
          <a:lstStyle/>
          <a:p>
            <a:r>
              <a:rPr lang="en-US" sz="2000" b="1" dirty="0">
                <a:solidFill>
                  <a:schemeClr val="accent2"/>
                </a:solidFill>
              </a:rPr>
              <a:t>Section :</a:t>
            </a:r>
            <a:endParaRPr lang="th-TH" sz="2000" b="1" dirty="0">
              <a:solidFill>
                <a:schemeClr val="accent2"/>
              </a:solidFill>
            </a:endParaRPr>
          </a:p>
        </p:txBody>
      </p:sp>
    </p:spTree>
    <p:extLst>
      <p:ext uri="{BB962C8B-B14F-4D97-AF65-F5344CB8AC3E}">
        <p14:creationId xmlns:p14="http://schemas.microsoft.com/office/powerpoint/2010/main" val="1608392441"/>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cSld name="7_Custom Layout">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88EE163-BDAB-53FD-E541-96E8D52543A8}"/>
              </a:ext>
            </a:extLst>
          </p:cNvPr>
          <p:cNvSpPr/>
          <p:nvPr/>
        </p:nvSpPr>
        <p:spPr bwMode="blackWhite">
          <a:xfrm>
            <a:off x="1343632" y="1651483"/>
            <a:ext cx="2888774" cy="2916692"/>
          </a:xfrm>
          <a:prstGeom prst="roundRect">
            <a:avLst>
              <a:gd name="adj" fmla="val 7686"/>
            </a:avLst>
          </a:prstGeom>
          <a:solidFill>
            <a:schemeClr val="bg1">
              <a:alpha val="11000"/>
            </a:schemeClr>
          </a:solidFill>
          <a:ln>
            <a:gradFill>
              <a:gsLst>
                <a:gs pos="0">
                  <a:srgbClr val="F8FAFD">
                    <a:alpha val="0"/>
                  </a:srgbClr>
                </a:gs>
                <a:gs pos="52000">
                  <a:schemeClr val="bg2"/>
                </a:gs>
                <a:gs pos="100000">
                  <a:schemeClr val="bg1">
                    <a:alpha val="6000"/>
                  </a:schemeClr>
                </a:gs>
              </a:gsLst>
              <a:lin ang="13200000" scaled="0"/>
            </a:gradFill>
            <a:headEnd type="none" w="med" len="med"/>
            <a:tailEnd type="triangle" w="lg" len="lg"/>
          </a:ln>
          <a:effectLst>
            <a:outerShdw blurRad="50800" dist="38100" dir="5400000" algn="t"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8" name="Oval 7">
            <a:extLst>
              <a:ext uri="{FF2B5EF4-FFF2-40B4-BE49-F238E27FC236}">
                <a16:creationId xmlns:a16="http://schemas.microsoft.com/office/drawing/2014/main" id="{544F7D03-57AA-E7B4-95F1-CDC5203D356B}"/>
              </a:ext>
            </a:extLst>
          </p:cNvPr>
          <p:cNvSpPr/>
          <p:nvPr/>
        </p:nvSpPr>
        <p:spPr bwMode="blackWhite">
          <a:xfrm>
            <a:off x="4651614" y="1576274"/>
            <a:ext cx="2888774" cy="2916692"/>
          </a:xfrm>
          <a:prstGeom prst="ellipse">
            <a:avLst/>
          </a:prstGeom>
          <a:solidFill>
            <a:schemeClr val="bg1">
              <a:alpha val="11000"/>
            </a:schemeClr>
          </a:solidFill>
          <a:ln>
            <a:gradFill>
              <a:gsLst>
                <a:gs pos="0">
                  <a:srgbClr val="F8FAFD">
                    <a:alpha val="0"/>
                  </a:srgbClr>
                </a:gs>
                <a:gs pos="52000">
                  <a:schemeClr val="bg2"/>
                </a:gs>
                <a:gs pos="100000">
                  <a:schemeClr val="bg1">
                    <a:alpha val="6000"/>
                  </a:schemeClr>
                </a:gs>
              </a:gsLst>
              <a:lin ang="13200000" scaled="0"/>
            </a:gradFill>
            <a:headEnd type="none" w="med" len="med"/>
            <a:tailEnd type="triangle" w="lg" len="lg"/>
          </a:ln>
          <a:effectLst>
            <a:outerShdw blurRad="50800" dist="38100" dir="5400000" algn="t"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12" name="Flowchart: Process 11">
            <a:extLst>
              <a:ext uri="{FF2B5EF4-FFF2-40B4-BE49-F238E27FC236}">
                <a16:creationId xmlns:a16="http://schemas.microsoft.com/office/drawing/2014/main" id="{CA787E7A-8336-655E-3989-DD46C7FF94F9}"/>
              </a:ext>
            </a:extLst>
          </p:cNvPr>
          <p:cNvSpPr/>
          <p:nvPr/>
        </p:nvSpPr>
        <p:spPr bwMode="blackWhite">
          <a:xfrm>
            <a:off x="8081796" y="1576274"/>
            <a:ext cx="2888774" cy="2916692"/>
          </a:xfrm>
          <a:prstGeom prst="flowChartProcess">
            <a:avLst/>
          </a:prstGeom>
          <a:solidFill>
            <a:schemeClr val="bg1">
              <a:alpha val="11000"/>
            </a:schemeClr>
          </a:solidFill>
          <a:ln>
            <a:gradFill>
              <a:gsLst>
                <a:gs pos="0">
                  <a:srgbClr val="F8FAFD">
                    <a:alpha val="0"/>
                  </a:srgbClr>
                </a:gs>
                <a:gs pos="52000">
                  <a:schemeClr val="bg2"/>
                </a:gs>
                <a:gs pos="100000">
                  <a:schemeClr val="bg1">
                    <a:alpha val="6000"/>
                  </a:schemeClr>
                </a:gs>
              </a:gsLst>
              <a:lin ang="13200000" scaled="0"/>
            </a:gradFill>
            <a:headEnd type="none" w="med" len="med"/>
            <a:tailEnd type="triangle" w="lg" len="lg"/>
          </a:ln>
          <a:effectLst>
            <a:outerShdw blurRad="50800" dist="38100" dir="5400000" algn="t"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14" name="Footer Placeholder 4">
            <a:extLst>
              <a:ext uri="{FF2B5EF4-FFF2-40B4-BE49-F238E27FC236}">
                <a16:creationId xmlns:a16="http://schemas.microsoft.com/office/drawing/2014/main" id="{947781E2-1460-0085-4ED8-336B366ED470}"/>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5" name="Slide Number Placeholder 5">
            <a:extLst>
              <a:ext uri="{FF2B5EF4-FFF2-40B4-BE49-F238E27FC236}">
                <a16:creationId xmlns:a16="http://schemas.microsoft.com/office/drawing/2014/main" id="{99BEF286-7C51-F5CC-0A85-6D9472629D4A}"/>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13254100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2AAB64C8-6C1C-B741-B045-F090CA5A1BF2}"/>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11" name="Slide Number Placeholder 5">
            <a:extLst>
              <a:ext uri="{FF2B5EF4-FFF2-40B4-BE49-F238E27FC236}">
                <a16:creationId xmlns:a16="http://schemas.microsoft.com/office/drawing/2014/main" id="{CE46F3E3-3530-B27F-C4B2-9C1E11847471}"/>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15910371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cSld name="Concept_Image">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Picture Placeholder 7">
            <a:extLst>
              <a:ext uri="{FF2B5EF4-FFF2-40B4-BE49-F238E27FC236}">
                <a16:creationId xmlns:a16="http://schemas.microsoft.com/office/drawing/2014/main" id="{3D8A71E4-BD7F-D17E-BC13-133436628DAE}"/>
              </a:ext>
            </a:extLst>
          </p:cNvPr>
          <p:cNvSpPr>
            <a:spLocks noGrp="1"/>
          </p:cNvSpPr>
          <p:nvPr>
            <p:ph type="pic" sz="quarter" idx="13"/>
          </p:nvPr>
        </p:nvSpPr>
        <p:spPr>
          <a:xfrm>
            <a:off x="619125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22" name="Footer Placeholder 4">
            <a:extLst>
              <a:ext uri="{FF2B5EF4-FFF2-40B4-BE49-F238E27FC236}">
                <a16:creationId xmlns:a16="http://schemas.microsoft.com/office/drawing/2014/main" id="{83B0BB90-550D-0038-05DF-9CBE86A39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3" name="Slide Number Placeholder 5">
            <a:extLst>
              <a:ext uri="{FF2B5EF4-FFF2-40B4-BE49-F238E27FC236}">
                <a16:creationId xmlns:a16="http://schemas.microsoft.com/office/drawing/2014/main" id="{4FB39E43-3475-5DE7-49DA-E7131C9A7546}"/>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69194904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cSld name="Repo_Pointer">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822960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Picture Placeholder 7">
            <a:extLst>
              <a:ext uri="{FF2B5EF4-FFF2-40B4-BE49-F238E27FC236}">
                <a16:creationId xmlns:a16="http://schemas.microsoft.com/office/drawing/2014/main" id="{3D8A71E4-BD7F-D17E-BC13-133436628DAE}"/>
              </a:ext>
            </a:extLst>
          </p:cNvPr>
          <p:cNvSpPr>
            <a:spLocks noGrp="1"/>
          </p:cNvSpPr>
          <p:nvPr>
            <p:ph type="pic" sz="quarter" idx="13"/>
          </p:nvPr>
        </p:nvSpPr>
        <p:spPr>
          <a:xfrm>
            <a:off x="9326880" y="1828800"/>
            <a:ext cx="2194560" cy="2194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22" name="Footer Placeholder 4">
            <a:extLst>
              <a:ext uri="{FF2B5EF4-FFF2-40B4-BE49-F238E27FC236}">
                <a16:creationId xmlns:a16="http://schemas.microsoft.com/office/drawing/2014/main" id="{83B0BB90-550D-0038-05DF-9CBE86A39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3" name="Slide Number Placeholder 5">
            <a:extLst>
              <a:ext uri="{FF2B5EF4-FFF2-40B4-BE49-F238E27FC236}">
                <a16:creationId xmlns:a16="http://schemas.microsoft.com/office/drawing/2014/main" id="{4FB39E43-3475-5DE7-49DA-E7131C9A7546}"/>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69194904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cSld name="Compare_2col">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Content Placeholder 7">
            <a:extLst>
              <a:ext uri="{FF2B5EF4-FFF2-40B4-BE49-F238E27FC236}">
                <a16:creationId xmlns:a16="http://schemas.microsoft.com/office/drawing/2014/main" id="{3D8A71E4-BD7F-D17E-BC13-133436628DAE}"/>
              </a:ext>
            </a:extLst>
          </p:cNvPr>
          <p:cNvSpPr>
            <a:spLocks noGrp="1"/>
          </p:cNvSpPr>
          <p:nvPr>
            <p:ph sz="quarter" idx="13"/>
          </p:nvPr>
        </p:nvSpPr>
        <p:spPr>
          <a:xfrm>
            <a:off x="619125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22" name="Footer Placeholder 4">
            <a:extLst>
              <a:ext uri="{FF2B5EF4-FFF2-40B4-BE49-F238E27FC236}">
                <a16:creationId xmlns:a16="http://schemas.microsoft.com/office/drawing/2014/main" id="{83B0BB90-550D-0038-05DF-9CBE86A39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5A6770"/>
                </a:solidFill>
              </a:defRPr>
            </a:lvl1pPr>
          </a:lstStyle>
          <a:p>
            <a:r>
              <a:rPr lang="en-US"/>
              <a:t>Copyright © 2026 9Expert Co., Ltd. All rights reserved.</a:t>
            </a:r>
            <a:endParaRPr lang="en-TH" dirty="0"/>
          </a:p>
        </p:txBody>
      </p:sp>
      <p:sp>
        <p:nvSpPr>
          <p:cNvPr id="23" name="Slide Number Placeholder 5">
            <a:extLst>
              <a:ext uri="{FF2B5EF4-FFF2-40B4-BE49-F238E27FC236}">
                <a16:creationId xmlns:a16="http://schemas.microsoft.com/office/drawing/2014/main" id="{4FB39E43-3475-5DE7-49DA-E7131C9A7546}"/>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69194904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wo_content_Layout">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Content Placeholder 7">
            <a:extLst>
              <a:ext uri="{FF2B5EF4-FFF2-40B4-BE49-F238E27FC236}">
                <a16:creationId xmlns:a16="http://schemas.microsoft.com/office/drawing/2014/main" id="{3D8A71E4-BD7F-D17E-BC13-133436628DAE}"/>
              </a:ext>
            </a:extLst>
          </p:cNvPr>
          <p:cNvSpPr>
            <a:spLocks noGrp="1"/>
          </p:cNvSpPr>
          <p:nvPr>
            <p:ph sz="quarter" idx="13"/>
          </p:nvPr>
        </p:nvSpPr>
        <p:spPr>
          <a:xfrm>
            <a:off x="619125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22" name="Footer Placeholder 4">
            <a:extLst>
              <a:ext uri="{FF2B5EF4-FFF2-40B4-BE49-F238E27FC236}">
                <a16:creationId xmlns:a16="http://schemas.microsoft.com/office/drawing/2014/main" id="{83B0BB90-550D-0038-05DF-9CBE86A39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23" name="Slide Number Placeholder 5">
            <a:extLst>
              <a:ext uri="{FF2B5EF4-FFF2-40B4-BE49-F238E27FC236}">
                <a16:creationId xmlns:a16="http://schemas.microsoft.com/office/drawing/2014/main" id="{4FB39E43-3475-5DE7-49DA-E7131C9A7546}"/>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69194904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1569431-6CFB-3A20-E64F-9E09EE126AC8}"/>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0" y="1786"/>
            <a:ext cx="12192000" cy="6854430"/>
          </a:xfrm>
          <a:prstGeom prst="rect">
            <a:avLst/>
          </a:prstGeom>
        </p:spPr>
      </p:pic>
      <p:sp>
        <p:nvSpPr>
          <p:cNvPr id="17" name="Footer Placeholder 4">
            <a:extLst>
              <a:ext uri="{FF2B5EF4-FFF2-40B4-BE49-F238E27FC236}">
                <a16:creationId xmlns:a16="http://schemas.microsoft.com/office/drawing/2014/main" id="{89407316-D6B2-34B0-6272-FC955A8B3D04}"/>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18" name="Slide Number Placeholder 5">
            <a:extLst>
              <a:ext uri="{FF2B5EF4-FFF2-40B4-BE49-F238E27FC236}">
                <a16:creationId xmlns:a16="http://schemas.microsoft.com/office/drawing/2014/main" id="{042BDBE1-5615-20BD-27D5-A3A9C29FF4DA}"/>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pic>
        <p:nvPicPr>
          <p:cNvPr id="4" name="Picture 3">
            <a:extLst>
              <a:ext uri="{FF2B5EF4-FFF2-40B4-BE49-F238E27FC236}">
                <a16:creationId xmlns:a16="http://schemas.microsoft.com/office/drawing/2014/main" id="{EFAE5C3A-AE14-A7E7-3CF9-A88373413C95}"/>
              </a:ext>
            </a:extLst>
          </p:cNvPr>
          <p:cNvPicPr>
            <a:picLocks noGrp="1" noRot="1" noMove="1" noResize="1" noEditPoints="1" noAdjustHandles="1" noChangeArrowheads="1" noChangeShapeType="1" noCrop="1"/>
          </p:cNvPicPr>
          <p:nvPr/>
        </p:nvPicPr>
        <p:blipFill>
          <a:blip r:embed="rId2">
            <a:alphaModFix amt="30000"/>
            <a:extLst>
              <a:ext uri="{28A0092B-C50C-407E-A947-70E740481C1C}">
                <a14:useLocalDpi xmlns:a14="http://schemas.microsoft.com/office/drawing/2010/main" val="0"/>
              </a:ext>
            </a:extLst>
          </a:blip>
          <a:stretch>
            <a:fillRect/>
          </a:stretch>
        </p:blipFill>
        <p:spPr bwMode="white">
          <a:xfrm>
            <a:off x="0" y="1786"/>
            <a:ext cx="12192000" cy="6854430"/>
          </a:xfrm>
          <a:prstGeom prst="rect">
            <a:avLst/>
          </a:prstGeom>
        </p:spPr>
      </p:pic>
      <p:sp>
        <p:nvSpPr>
          <p:cNvPr id="5" name="Title 1">
            <a:extLst>
              <a:ext uri="{FF2B5EF4-FFF2-40B4-BE49-F238E27FC236}">
                <a16:creationId xmlns:a16="http://schemas.microsoft.com/office/drawing/2014/main" id="{26FF4695-C01D-BEF7-9DFC-F5362679B58C}"/>
              </a:ext>
            </a:extLst>
          </p:cNvPr>
          <p:cNvSpPr>
            <a:spLocks noGrp="1"/>
          </p:cNvSpPr>
          <p:nvPr>
            <p:ph type="title"/>
          </p:nvPr>
        </p:nvSpPr>
        <p:spPr>
          <a:xfrm>
            <a:off x="838200" y="2173384"/>
            <a:ext cx="7239000" cy="1787433"/>
          </a:xfrm>
        </p:spPr>
        <p:txBody>
          <a:bodyPr anchor="ctr">
            <a:normAutofit/>
          </a:bodyPr>
          <a:lstStyle>
            <a:lvl1pPr>
              <a:lnSpc>
                <a:spcPct val="100000"/>
              </a:lnSpc>
              <a:defRPr sz="5400">
                <a:solidFill>
                  <a:schemeClr val="tx1"/>
                </a:solidFill>
                <a:latin typeface="+mj-lt"/>
              </a:defRPr>
            </a:lvl1pPr>
          </a:lstStyle>
          <a:p>
            <a:r>
              <a:rPr lang="en-US"/>
              <a:t>Click to edit Master title style</a:t>
            </a:r>
            <a:endParaRPr lang="en-US" dirty="0"/>
          </a:p>
        </p:txBody>
      </p:sp>
      <p:sp>
        <p:nvSpPr>
          <p:cNvPr id="6" name="Text Placeholder 2">
            <a:extLst>
              <a:ext uri="{FF2B5EF4-FFF2-40B4-BE49-F238E27FC236}">
                <a16:creationId xmlns:a16="http://schemas.microsoft.com/office/drawing/2014/main" id="{F5C198DC-8A1B-9B72-463B-2EDF9A0D2F83}"/>
              </a:ext>
            </a:extLst>
          </p:cNvPr>
          <p:cNvSpPr>
            <a:spLocks noGrp="1"/>
          </p:cNvSpPr>
          <p:nvPr>
            <p:ph type="body" idx="1"/>
          </p:nvPr>
        </p:nvSpPr>
        <p:spPr>
          <a:xfrm>
            <a:off x="838200" y="4165601"/>
            <a:ext cx="7239000" cy="717295"/>
          </a:xfrm>
        </p:spPr>
        <p:txBody>
          <a:bodyPr/>
          <a:lstStyle>
            <a:lvl1pPr marL="0" indent="0">
              <a:buNone/>
              <a:defRPr sz="2400">
                <a:solidFill>
                  <a:srgbClr val="808080"/>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9" name="Picture Placeholder 7">
            <a:extLst>
              <a:ext uri="{FF2B5EF4-FFF2-40B4-BE49-F238E27FC236}">
                <a16:creationId xmlns:a16="http://schemas.microsoft.com/office/drawing/2014/main" id="{1238A015-6A35-3FA4-18EB-EF40265CA798}"/>
              </a:ext>
            </a:extLst>
          </p:cNvPr>
          <p:cNvSpPr>
            <a:spLocks noGrp="1"/>
          </p:cNvSpPr>
          <p:nvPr>
            <p:ph type="pic" sz="quarter" idx="13"/>
          </p:nvPr>
        </p:nvSpPr>
        <p:spPr>
          <a:xfrm>
            <a:off x="8547101" y="2173384"/>
            <a:ext cx="2806699" cy="2628900"/>
          </a:xfrm>
        </p:spPr>
        <p:txBody>
          <a:bodyPr/>
          <a:lstStyle>
            <a:lvl1pPr marL="0" indent="0">
              <a:buNone/>
              <a:defRPr/>
            </a:lvl1pPr>
          </a:lstStyle>
          <a:p>
            <a:r>
              <a:rPr lang="en-US"/>
              <a:t>Click icon to add picture</a:t>
            </a:r>
            <a:endParaRPr lang="en-US" dirty="0"/>
          </a:p>
        </p:txBody>
      </p:sp>
      <p:cxnSp>
        <p:nvCxnSpPr>
          <p:cNvPr id="10" name="Straight Connector 9">
            <a:extLst>
              <a:ext uri="{FF2B5EF4-FFF2-40B4-BE49-F238E27FC236}">
                <a16:creationId xmlns:a16="http://schemas.microsoft.com/office/drawing/2014/main" id="{20479E53-EB5B-9923-F6F7-6FFE13940BC7}"/>
              </a:ext>
            </a:extLst>
          </p:cNvPr>
          <p:cNvCxnSpPr>
            <a:cxnSpLocks/>
          </p:cNvCxnSpPr>
          <p:nvPr/>
        </p:nvCxnSpPr>
        <p:spPr>
          <a:xfrm>
            <a:off x="838200" y="1905000"/>
            <a:ext cx="762000" cy="0"/>
          </a:xfrm>
          <a:prstGeom prst="line">
            <a:avLst/>
          </a:prstGeom>
          <a:ln w="76200" cap="rnd">
            <a:solidFill>
              <a:schemeClr val="accent5"/>
            </a:solidFill>
          </a:ln>
        </p:spPr>
        <p:style>
          <a:lnRef idx="2">
            <a:schemeClr val="accent5"/>
          </a:lnRef>
          <a:fillRef idx="0">
            <a:schemeClr val="accent5"/>
          </a:fillRef>
          <a:effectRef idx="1">
            <a:schemeClr val="accent5"/>
          </a:effectRef>
          <a:fontRef idx="minor">
            <a:schemeClr val="tx1"/>
          </a:fontRef>
        </p:style>
      </p:cxnSp>
      <p:sp>
        <p:nvSpPr>
          <p:cNvPr id="11" name="Text Placeholder 2">
            <a:extLst>
              <a:ext uri="{FF2B5EF4-FFF2-40B4-BE49-F238E27FC236}">
                <a16:creationId xmlns:a16="http://schemas.microsoft.com/office/drawing/2014/main" id="{55D4FFC0-C33B-A4B5-A8EC-6FD8623783BB}"/>
              </a:ext>
            </a:extLst>
          </p:cNvPr>
          <p:cNvSpPr>
            <a:spLocks noGrp="1"/>
          </p:cNvSpPr>
          <p:nvPr>
            <p:ph type="body" idx="14"/>
          </p:nvPr>
        </p:nvSpPr>
        <p:spPr>
          <a:xfrm>
            <a:off x="2057400" y="1148787"/>
            <a:ext cx="4800600" cy="577849"/>
          </a:xfrm>
        </p:spPr>
        <p:txBody>
          <a:bodyPr anchor="ctr">
            <a:normAutofit/>
          </a:bodyPr>
          <a:lstStyle>
            <a:lvl1pPr marL="0" indent="0">
              <a:buNone/>
              <a:defRPr sz="2000" b="1">
                <a:solidFill>
                  <a:schemeClr val="accent5"/>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FE40929C-ADFB-7870-6955-ECFFBF01369C}"/>
              </a:ext>
            </a:extLst>
          </p:cNvPr>
          <p:cNvSpPr txBox="1"/>
          <p:nvPr/>
        </p:nvSpPr>
        <p:spPr>
          <a:xfrm>
            <a:off x="762000" y="1236507"/>
            <a:ext cx="2133600" cy="400110"/>
          </a:xfrm>
          <a:prstGeom prst="rect">
            <a:avLst/>
          </a:prstGeom>
          <a:noFill/>
        </p:spPr>
        <p:txBody>
          <a:bodyPr wrap="square" rtlCol="0">
            <a:spAutoFit/>
          </a:bodyPr>
          <a:lstStyle/>
          <a:p>
            <a:r>
              <a:rPr lang="en-US" sz="2000" b="1" dirty="0">
                <a:solidFill>
                  <a:schemeClr val="accent5"/>
                </a:solidFill>
              </a:rPr>
              <a:t>Module :</a:t>
            </a:r>
            <a:endParaRPr lang="th-TH" sz="2000" b="1" dirty="0">
              <a:solidFill>
                <a:schemeClr val="accent5"/>
              </a:solidFill>
            </a:endParaRPr>
          </a:p>
        </p:txBody>
      </p:sp>
    </p:spTree>
    <p:extLst>
      <p:ext uri="{BB962C8B-B14F-4D97-AF65-F5344CB8AC3E}">
        <p14:creationId xmlns:p14="http://schemas.microsoft.com/office/powerpoint/2010/main" val="1173517660"/>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1569431-6CFB-3A20-E64F-9E09EE126AC8}"/>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0" y="1786"/>
            <a:ext cx="12192000" cy="6854430"/>
          </a:xfrm>
          <a:prstGeom prst="rect">
            <a:avLst/>
          </a:prstGeom>
        </p:spPr>
      </p:pic>
      <p:sp>
        <p:nvSpPr>
          <p:cNvPr id="17" name="Footer Placeholder 4">
            <a:extLst>
              <a:ext uri="{FF2B5EF4-FFF2-40B4-BE49-F238E27FC236}">
                <a16:creationId xmlns:a16="http://schemas.microsoft.com/office/drawing/2014/main" id="{89407316-D6B2-34B0-6272-FC955A8B3D04}"/>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18" name="Slide Number Placeholder 5">
            <a:extLst>
              <a:ext uri="{FF2B5EF4-FFF2-40B4-BE49-F238E27FC236}">
                <a16:creationId xmlns:a16="http://schemas.microsoft.com/office/drawing/2014/main" id="{042BDBE1-5615-20BD-27D5-A3A9C29FF4DA}"/>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pic>
        <p:nvPicPr>
          <p:cNvPr id="4" name="Picture 3">
            <a:extLst>
              <a:ext uri="{FF2B5EF4-FFF2-40B4-BE49-F238E27FC236}">
                <a16:creationId xmlns:a16="http://schemas.microsoft.com/office/drawing/2014/main" id="{EFAE5C3A-AE14-A7E7-3CF9-A88373413C95}"/>
              </a:ext>
            </a:extLst>
          </p:cNvPr>
          <p:cNvPicPr>
            <a:picLocks noGrp="1" noRot="1" noMove="1" noResize="1" noEditPoints="1" noAdjustHandles="1" noChangeArrowheads="1" noChangeShapeType="1" noCrop="1"/>
          </p:cNvPicPr>
          <p:nvPr/>
        </p:nvPicPr>
        <p:blipFill>
          <a:blip r:embed="rId2">
            <a:alphaModFix amt="30000"/>
            <a:extLst>
              <a:ext uri="{28A0092B-C50C-407E-A947-70E740481C1C}">
                <a14:useLocalDpi xmlns:a14="http://schemas.microsoft.com/office/drawing/2010/main" val="0"/>
              </a:ext>
            </a:extLst>
          </a:blip>
          <a:stretch>
            <a:fillRect/>
          </a:stretch>
        </p:blipFill>
        <p:spPr bwMode="white">
          <a:xfrm>
            <a:off x="0" y="1786"/>
            <a:ext cx="12192000" cy="6854430"/>
          </a:xfrm>
          <a:prstGeom prst="rect">
            <a:avLst/>
          </a:prstGeom>
        </p:spPr>
      </p:pic>
      <p:sp>
        <p:nvSpPr>
          <p:cNvPr id="5" name="Title 1">
            <a:extLst>
              <a:ext uri="{FF2B5EF4-FFF2-40B4-BE49-F238E27FC236}">
                <a16:creationId xmlns:a16="http://schemas.microsoft.com/office/drawing/2014/main" id="{26FF4695-C01D-BEF7-9DFC-F5362679B58C}"/>
              </a:ext>
            </a:extLst>
          </p:cNvPr>
          <p:cNvSpPr>
            <a:spLocks noGrp="1"/>
          </p:cNvSpPr>
          <p:nvPr>
            <p:ph type="title"/>
          </p:nvPr>
        </p:nvSpPr>
        <p:spPr>
          <a:xfrm>
            <a:off x="838200" y="2173384"/>
            <a:ext cx="7239000" cy="1787433"/>
          </a:xfrm>
        </p:spPr>
        <p:txBody>
          <a:bodyPr anchor="ctr">
            <a:normAutofit/>
          </a:bodyPr>
          <a:lstStyle>
            <a:lvl1pPr>
              <a:lnSpc>
                <a:spcPct val="100000"/>
              </a:lnSpc>
              <a:defRPr sz="5400">
                <a:solidFill>
                  <a:schemeClr val="tx1"/>
                </a:solidFill>
                <a:latin typeface="+mj-lt"/>
              </a:defRPr>
            </a:lvl1pPr>
          </a:lstStyle>
          <a:p>
            <a:r>
              <a:rPr lang="en-US"/>
              <a:t>Click to edit Master title style</a:t>
            </a:r>
            <a:endParaRPr lang="en-US" dirty="0"/>
          </a:p>
        </p:txBody>
      </p:sp>
      <p:sp>
        <p:nvSpPr>
          <p:cNvPr id="6" name="Text Placeholder 2">
            <a:extLst>
              <a:ext uri="{FF2B5EF4-FFF2-40B4-BE49-F238E27FC236}">
                <a16:creationId xmlns:a16="http://schemas.microsoft.com/office/drawing/2014/main" id="{F5C198DC-8A1B-9B72-463B-2EDF9A0D2F83}"/>
              </a:ext>
            </a:extLst>
          </p:cNvPr>
          <p:cNvSpPr>
            <a:spLocks noGrp="1"/>
          </p:cNvSpPr>
          <p:nvPr>
            <p:ph type="body" idx="1"/>
          </p:nvPr>
        </p:nvSpPr>
        <p:spPr>
          <a:xfrm>
            <a:off x="838200" y="4165601"/>
            <a:ext cx="7239000" cy="717295"/>
          </a:xfrm>
        </p:spPr>
        <p:txBody>
          <a:bodyPr/>
          <a:lstStyle>
            <a:lvl1pPr marL="0" indent="0">
              <a:buNone/>
              <a:defRPr sz="2400">
                <a:solidFill>
                  <a:srgbClr val="808080"/>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9" name="Picture Placeholder 7">
            <a:extLst>
              <a:ext uri="{FF2B5EF4-FFF2-40B4-BE49-F238E27FC236}">
                <a16:creationId xmlns:a16="http://schemas.microsoft.com/office/drawing/2014/main" id="{1238A015-6A35-3FA4-18EB-EF40265CA798}"/>
              </a:ext>
            </a:extLst>
          </p:cNvPr>
          <p:cNvSpPr>
            <a:spLocks noGrp="1"/>
          </p:cNvSpPr>
          <p:nvPr>
            <p:ph type="pic" sz="quarter" idx="13"/>
          </p:nvPr>
        </p:nvSpPr>
        <p:spPr>
          <a:xfrm>
            <a:off x="8547101" y="2173384"/>
            <a:ext cx="2806699" cy="2628900"/>
          </a:xfrm>
        </p:spPr>
        <p:txBody>
          <a:bodyPr/>
          <a:lstStyle>
            <a:lvl1pPr marL="0" indent="0">
              <a:buNone/>
              <a:defRPr/>
            </a:lvl1pPr>
          </a:lstStyle>
          <a:p>
            <a:r>
              <a:rPr lang="en-US"/>
              <a:t>Click icon to add picture</a:t>
            </a:r>
            <a:endParaRPr lang="en-US" dirty="0"/>
          </a:p>
        </p:txBody>
      </p:sp>
      <p:cxnSp>
        <p:nvCxnSpPr>
          <p:cNvPr id="10" name="Straight Connector 9">
            <a:extLst>
              <a:ext uri="{FF2B5EF4-FFF2-40B4-BE49-F238E27FC236}">
                <a16:creationId xmlns:a16="http://schemas.microsoft.com/office/drawing/2014/main" id="{20479E53-EB5B-9923-F6F7-6FFE13940BC7}"/>
              </a:ext>
            </a:extLst>
          </p:cNvPr>
          <p:cNvCxnSpPr>
            <a:cxnSpLocks/>
          </p:cNvCxnSpPr>
          <p:nvPr/>
        </p:nvCxnSpPr>
        <p:spPr>
          <a:xfrm>
            <a:off x="838200" y="1905000"/>
            <a:ext cx="762000" cy="0"/>
          </a:xfrm>
          <a:prstGeom prst="line">
            <a:avLst/>
          </a:prstGeom>
          <a:ln w="76200" cap="rnd">
            <a:solidFill>
              <a:schemeClr val="accent5"/>
            </a:solidFill>
          </a:ln>
        </p:spPr>
        <p:style>
          <a:lnRef idx="2">
            <a:schemeClr val="accent5"/>
          </a:lnRef>
          <a:fillRef idx="0">
            <a:schemeClr val="accent5"/>
          </a:fillRef>
          <a:effectRef idx="1">
            <a:schemeClr val="accent5"/>
          </a:effectRef>
          <a:fontRef idx="minor">
            <a:schemeClr val="tx1"/>
          </a:fontRef>
        </p:style>
      </p:cxnSp>
      <p:sp>
        <p:nvSpPr>
          <p:cNvPr id="11" name="Text Placeholder 2">
            <a:extLst>
              <a:ext uri="{FF2B5EF4-FFF2-40B4-BE49-F238E27FC236}">
                <a16:creationId xmlns:a16="http://schemas.microsoft.com/office/drawing/2014/main" id="{55D4FFC0-C33B-A4B5-A8EC-6FD8623783BB}"/>
              </a:ext>
            </a:extLst>
          </p:cNvPr>
          <p:cNvSpPr>
            <a:spLocks noGrp="1"/>
          </p:cNvSpPr>
          <p:nvPr>
            <p:ph type="body" idx="14"/>
          </p:nvPr>
        </p:nvSpPr>
        <p:spPr>
          <a:xfrm>
            <a:off x="2057400" y="1148787"/>
            <a:ext cx="4800600" cy="577849"/>
          </a:xfrm>
        </p:spPr>
        <p:txBody>
          <a:bodyPr anchor="ctr">
            <a:normAutofit/>
          </a:bodyPr>
          <a:lstStyle>
            <a:lvl1pPr marL="0" indent="0">
              <a:buNone/>
              <a:defRPr sz="2000" b="1">
                <a:solidFill>
                  <a:schemeClr val="accent5"/>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FE40929C-ADFB-7870-6955-ECFFBF01369C}"/>
              </a:ext>
            </a:extLst>
          </p:cNvPr>
          <p:cNvSpPr txBox="1"/>
          <p:nvPr/>
        </p:nvSpPr>
        <p:spPr>
          <a:xfrm>
            <a:off x="762000" y="1236507"/>
            <a:ext cx="2133600" cy="400110"/>
          </a:xfrm>
          <a:prstGeom prst="rect">
            <a:avLst/>
          </a:prstGeom>
          <a:noFill/>
        </p:spPr>
        <p:txBody>
          <a:bodyPr wrap="square" rtlCol="0">
            <a:spAutoFit/>
          </a:bodyPr>
          <a:lstStyle/>
          <a:p>
            <a:r>
              <a:rPr lang="en-US" sz="2000" b="1" dirty="0">
                <a:solidFill>
                  <a:schemeClr val="accent5"/>
                </a:solidFill>
              </a:rPr>
              <a:t>Module :</a:t>
            </a:r>
            <a:endParaRPr lang="th-TH" sz="2000" b="1" dirty="0">
              <a:solidFill>
                <a:schemeClr val="accent5"/>
              </a:solidFill>
            </a:endParaRPr>
          </a:p>
        </p:txBody>
      </p:sp>
    </p:spTree>
    <p:extLst>
      <p:ext uri="{BB962C8B-B14F-4D97-AF65-F5344CB8AC3E}">
        <p14:creationId xmlns:p14="http://schemas.microsoft.com/office/powerpoint/2010/main" val="1173517660"/>
      </p:ext>
    </p:extLst>
  </p:cSld>
  <p:clrMapOvr>
    <a:overrideClrMapping bg1="dk1" tx1="lt1" bg2="dk2" tx2="lt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1_Section Header">
    <p:bg>
      <p:bgPr>
        <a:solidFill>
          <a:srgbClr val="FFFFFF"/>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6CBD02C3-2CBE-EE90-F785-B1C20238BCE8}"/>
              </a:ext>
            </a:extLst>
          </p:cNvPr>
          <p:cNvPicPr>
            <a:picLocks noGrp="1" noRot="1" noChangeAspect="1" noMove="1" noResize="1" noEditPoints="1" noAdjustHandles="1" noChangeArrowheads="1" noChangeShapeType="1" noCrop="1"/>
          </p:cNvPicPr>
          <p:nvPr/>
        </p:nvPicPr>
        <p:blipFill>
          <a:blip r:embed="rId2">
            <a:alphaModFix amt="30000"/>
            <a:extLst>
              <a:ext uri="{28A0092B-C50C-407E-A947-70E740481C1C}">
                <a14:useLocalDpi xmlns:a14="http://schemas.microsoft.com/office/drawing/2010/main" val="0"/>
              </a:ext>
            </a:extLst>
          </a:blip>
          <a:stretch>
            <a:fillRect/>
          </a:stretch>
        </p:blipFill>
        <p:spPr bwMode="white">
          <a:xfrm>
            <a:off x="0" y="1786"/>
            <a:ext cx="12192000" cy="6854430"/>
          </a:xfrm>
          <a:prstGeom prst="rect">
            <a:avLst/>
          </a:prstGeom>
        </p:spPr>
      </p:pic>
      <p:sp>
        <p:nvSpPr>
          <p:cNvPr id="19" name="Footer Placeholder 4">
            <a:extLst>
              <a:ext uri="{FF2B5EF4-FFF2-40B4-BE49-F238E27FC236}">
                <a16:creationId xmlns:a16="http://schemas.microsoft.com/office/drawing/2014/main" id="{D1687841-1C03-BF3E-E0F3-2DF2DC4835C6}"/>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20" name="Slide Number Placeholder 5">
            <a:extLst>
              <a:ext uri="{FF2B5EF4-FFF2-40B4-BE49-F238E27FC236}">
                <a16:creationId xmlns:a16="http://schemas.microsoft.com/office/drawing/2014/main" id="{3887DE70-598F-6703-CF35-EF724E2E0DF3}"/>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
        <p:nvSpPr>
          <p:cNvPr id="4" name="Title 1">
            <a:extLst>
              <a:ext uri="{FF2B5EF4-FFF2-40B4-BE49-F238E27FC236}">
                <a16:creationId xmlns:a16="http://schemas.microsoft.com/office/drawing/2014/main" id="{864E3C25-7386-3984-0660-F3AFBEFC2503}"/>
              </a:ext>
            </a:extLst>
          </p:cNvPr>
          <p:cNvSpPr>
            <a:spLocks noGrp="1"/>
          </p:cNvSpPr>
          <p:nvPr>
            <p:ph type="title"/>
          </p:nvPr>
        </p:nvSpPr>
        <p:spPr>
          <a:xfrm>
            <a:off x="838200" y="2173384"/>
            <a:ext cx="7239000" cy="1787433"/>
          </a:xfrm>
        </p:spPr>
        <p:txBody>
          <a:bodyPr anchor="ctr">
            <a:normAutofit/>
          </a:bodyPr>
          <a:lstStyle>
            <a:lvl1pPr>
              <a:lnSpc>
                <a:spcPct val="100000"/>
              </a:lnSpc>
              <a:defRPr sz="5400">
                <a:solidFill>
                  <a:schemeClr val="tx1"/>
                </a:solidFill>
                <a:latin typeface="+mj-lt"/>
              </a:defRPr>
            </a:lvl1pPr>
          </a:lstStyle>
          <a:p>
            <a:r>
              <a:rPr lang="en-US"/>
              <a:t>Click to edit Master title style</a:t>
            </a:r>
            <a:endParaRPr lang="en-US" dirty="0"/>
          </a:p>
        </p:txBody>
      </p:sp>
      <p:sp>
        <p:nvSpPr>
          <p:cNvPr id="5" name="Text Placeholder 2">
            <a:extLst>
              <a:ext uri="{FF2B5EF4-FFF2-40B4-BE49-F238E27FC236}">
                <a16:creationId xmlns:a16="http://schemas.microsoft.com/office/drawing/2014/main" id="{E191724F-A51F-2B0E-621C-BC08D919D69D}"/>
              </a:ext>
            </a:extLst>
          </p:cNvPr>
          <p:cNvSpPr>
            <a:spLocks noGrp="1"/>
          </p:cNvSpPr>
          <p:nvPr>
            <p:ph type="body" idx="1"/>
          </p:nvPr>
        </p:nvSpPr>
        <p:spPr>
          <a:xfrm>
            <a:off x="838200" y="4165601"/>
            <a:ext cx="7239000" cy="717295"/>
          </a:xfrm>
        </p:spPr>
        <p:txBody>
          <a:bodyPr/>
          <a:lstStyle>
            <a:lvl1pPr marL="0" indent="0">
              <a:buNone/>
              <a:defRPr sz="2400">
                <a:solidFill>
                  <a:srgbClr val="808080"/>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6" name="Picture Placeholder 7">
            <a:extLst>
              <a:ext uri="{FF2B5EF4-FFF2-40B4-BE49-F238E27FC236}">
                <a16:creationId xmlns:a16="http://schemas.microsoft.com/office/drawing/2014/main" id="{80E01998-0E0E-1BFB-792C-5EDBA89406E7}"/>
              </a:ext>
            </a:extLst>
          </p:cNvPr>
          <p:cNvSpPr>
            <a:spLocks noGrp="1"/>
          </p:cNvSpPr>
          <p:nvPr>
            <p:ph type="pic" sz="quarter" idx="13"/>
          </p:nvPr>
        </p:nvSpPr>
        <p:spPr>
          <a:xfrm>
            <a:off x="8547101" y="2173384"/>
            <a:ext cx="2806699" cy="2628900"/>
          </a:xfrm>
        </p:spPr>
        <p:txBody>
          <a:bodyPr/>
          <a:lstStyle>
            <a:lvl1pPr marL="0" indent="0">
              <a:buNone/>
              <a:defRPr/>
            </a:lvl1pPr>
          </a:lstStyle>
          <a:p>
            <a:r>
              <a:rPr lang="en-US"/>
              <a:t>Click icon to add picture</a:t>
            </a:r>
            <a:endParaRPr lang="en-US" dirty="0"/>
          </a:p>
        </p:txBody>
      </p:sp>
      <p:cxnSp>
        <p:nvCxnSpPr>
          <p:cNvPr id="8" name="Straight Connector 7">
            <a:extLst>
              <a:ext uri="{FF2B5EF4-FFF2-40B4-BE49-F238E27FC236}">
                <a16:creationId xmlns:a16="http://schemas.microsoft.com/office/drawing/2014/main" id="{D5C17B16-F1A5-F975-AE49-6DAC90837044}"/>
              </a:ext>
            </a:extLst>
          </p:cNvPr>
          <p:cNvCxnSpPr>
            <a:cxnSpLocks/>
          </p:cNvCxnSpPr>
          <p:nvPr/>
        </p:nvCxnSpPr>
        <p:spPr>
          <a:xfrm>
            <a:off x="838200" y="1905000"/>
            <a:ext cx="762000" cy="0"/>
          </a:xfrm>
          <a:prstGeom prst="line">
            <a:avLst/>
          </a:prstGeom>
          <a:ln w="76200" cap="rnd">
            <a:solidFill>
              <a:schemeClr val="accent2"/>
            </a:solidFill>
          </a:ln>
        </p:spPr>
        <p:style>
          <a:lnRef idx="2">
            <a:schemeClr val="accent5"/>
          </a:lnRef>
          <a:fillRef idx="0">
            <a:schemeClr val="accent5"/>
          </a:fillRef>
          <a:effectRef idx="1">
            <a:schemeClr val="accent5"/>
          </a:effectRef>
          <a:fontRef idx="minor">
            <a:schemeClr val="tx1"/>
          </a:fontRef>
        </p:style>
      </p:cxnSp>
      <p:sp>
        <p:nvSpPr>
          <p:cNvPr id="9" name="Text Placeholder 2">
            <a:extLst>
              <a:ext uri="{FF2B5EF4-FFF2-40B4-BE49-F238E27FC236}">
                <a16:creationId xmlns:a16="http://schemas.microsoft.com/office/drawing/2014/main" id="{F2D34B21-D73D-DF81-F344-2174FED5E5C4}"/>
              </a:ext>
            </a:extLst>
          </p:cNvPr>
          <p:cNvSpPr>
            <a:spLocks noGrp="1"/>
          </p:cNvSpPr>
          <p:nvPr>
            <p:ph type="body" idx="14"/>
          </p:nvPr>
        </p:nvSpPr>
        <p:spPr>
          <a:xfrm>
            <a:off x="2057400" y="1148787"/>
            <a:ext cx="4800600" cy="577849"/>
          </a:xfrm>
        </p:spPr>
        <p:txBody>
          <a:bodyPr anchor="ctr">
            <a:normAutofit/>
          </a:bodyPr>
          <a:lstStyle>
            <a:lvl1pPr marL="0" indent="0">
              <a:buNone/>
              <a:defRPr sz="2000" b="1">
                <a:solidFill>
                  <a:schemeClr val="accent2"/>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10" name="TextBox 9">
            <a:extLst>
              <a:ext uri="{FF2B5EF4-FFF2-40B4-BE49-F238E27FC236}">
                <a16:creationId xmlns:a16="http://schemas.microsoft.com/office/drawing/2014/main" id="{307152FC-559D-FBEC-74A3-5A2FC53922EA}"/>
              </a:ext>
            </a:extLst>
          </p:cNvPr>
          <p:cNvSpPr txBox="1"/>
          <p:nvPr/>
        </p:nvSpPr>
        <p:spPr>
          <a:xfrm>
            <a:off x="762000" y="1236507"/>
            <a:ext cx="2133600" cy="400110"/>
          </a:xfrm>
          <a:prstGeom prst="rect">
            <a:avLst/>
          </a:prstGeom>
          <a:noFill/>
        </p:spPr>
        <p:txBody>
          <a:bodyPr wrap="square" rtlCol="0">
            <a:spAutoFit/>
          </a:bodyPr>
          <a:lstStyle/>
          <a:p>
            <a:r>
              <a:rPr lang="en-US" sz="2000" b="1" dirty="0">
                <a:solidFill>
                  <a:schemeClr val="accent2"/>
                </a:solidFill>
              </a:rPr>
              <a:t>Section :</a:t>
            </a:r>
            <a:endParaRPr lang="th-TH" sz="2000" b="1" dirty="0">
              <a:solidFill>
                <a:schemeClr val="accent2"/>
              </a:solidFill>
            </a:endParaRPr>
          </a:p>
        </p:txBody>
      </p:sp>
    </p:spTree>
    <p:extLst>
      <p:ext uri="{BB962C8B-B14F-4D97-AF65-F5344CB8AC3E}">
        <p14:creationId xmlns:p14="http://schemas.microsoft.com/office/powerpoint/2010/main" val="1608392441"/>
      </p:ext>
    </p:extLst>
  </p:cSld>
  <p:clrMapOvr>
    <a:overrideClrMapping bg1="lt1" tx1="dk1" bg2="lt2" tx2="dk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88EE163-BDAB-53FD-E541-96E8D52543A8}"/>
              </a:ext>
            </a:extLst>
          </p:cNvPr>
          <p:cNvSpPr/>
          <p:nvPr/>
        </p:nvSpPr>
        <p:spPr bwMode="blackWhite">
          <a:xfrm>
            <a:off x="1343632" y="1651483"/>
            <a:ext cx="2888774" cy="2916692"/>
          </a:xfrm>
          <a:prstGeom prst="roundRect">
            <a:avLst>
              <a:gd name="adj" fmla="val 7686"/>
            </a:avLst>
          </a:prstGeom>
          <a:solidFill>
            <a:schemeClr val="bg1">
              <a:alpha val="11000"/>
            </a:schemeClr>
          </a:solidFill>
          <a:ln>
            <a:gradFill>
              <a:gsLst>
                <a:gs pos="0">
                  <a:srgbClr val="F8FAFD">
                    <a:alpha val="0"/>
                  </a:srgbClr>
                </a:gs>
                <a:gs pos="52000">
                  <a:schemeClr val="bg2"/>
                </a:gs>
                <a:gs pos="100000">
                  <a:schemeClr val="bg1">
                    <a:alpha val="6000"/>
                  </a:schemeClr>
                </a:gs>
              </a:gsLst>
              <a:lin ang="13200000" scaled="0"/>
            </a:gradFill>
            <a:headEnd type="none" w="med" len="med"/>
            <a:tailEnd type="triangle" w="lg" len="lg"/>
          </a:ln>
          <a:effectLst>
            <a:outerShdw blurRad="50800" dist="38100" dir="5400000" algn="t"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8" name="Oval 7">
            <a:extLst>
              <a:ext uri="{FF2B5EF4-FFF2-40B4-BE49-F238E27FC236}">
                <a16:creationId xmlns:a16="http://schemas.microsoft.com/office/drawing/2014/main" id="{544F7D03-57AA-E7B4-95F1-CDC5203D356B}"/>
              </a:ext>
            </a:extLst>
          </p:cNvPr>
          <p:cNvSpPr/>
          <p:nvPr/>
        </p:nvSpPr>
        <p:spPr bwMode="blackWhite">
          <a:xfrm>
            <a:off x="4651614" y="1576274"/>
            <a:ext cx="2888774" cy="2916692"/>
          </a:xfrm>
          <a:prstGeom prst="ellipse">
            <a:avLst/>
          </a:prstGeom>
          <a:solidFill>
            <a:schemeClr val="bg1">
              <a:alpha val="11000"/>
            </a:schemeClr>
          </a:solidFill>
          <a:ln>
            <a:gradFill>
              <a:gsLst>
                <a:gs pos="0">
                  <a:srgbClr val="F8FAFD">
                    <a:alpha val="0"/>
                  </a:srgbClr>
                </a:gs>
                <a:gs pos="52000">
                  <a:schemeClr val="bg2"/>
                </a:gs>
                <a:gs pos="100000">
                  <a:schemeClr val="bg1">
                    <a:alpha val="6000"/>
                  </a:schemeClr>
                </a:gs>
              </a:gsLst>
              <a:lin ang="13200000" scaled="0"/>
            </a:gradFill>
            <a:headEnd type="none" w="med" len="med"/>
            <a:tailEnd type="triangle" w="lg" len="lg"/>
          </a:ln>
          <a:effectLst>
            <a:outerShdw blurRad="50800" dist="38100" dir="5400000" algn="t"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12" name="Flowchart: Process 11">
            <a:extLst>
              <a:ext uri="{FF2B5EF4-FFF2-40B4-BE49-F238E27FC236}">
                <a16:creationId xmlns:a16="http://schemas.microsoft.com/office/drawing/2014/main" id="{CA787E7A-8336-655E-3989-DD46C7FF94F9}"/>
              </a:ext>
            </a:extLst>
          </p:cNvPr>
          <p:cNvSpPr/>
          <p:nvPr/>
        </p:nvSpPr>
        <p:spPr bwMode="blackWhite">
          <a:xfrm>
            <a:off x="8081796" y="1576274"/>
            <a:ext cx="2888774" cy="2916692"/>
          </a:xfrm>
          <a:prstGeom prst="flowChartProcess">
            <a:avLst/>
          </a:prstGeom>
          <a:solidFill>
            <a:schemeClr val="bg1">
              <a:alpha val="11000"/>
            </a:schemeClr>
          </a:solidFill>
          <a:ln>
            <a:gradFill>
              <a:gsLst>
                <a:gs pos="0">
                  <a:srgbClr val="F8FAFD">
                    <a:alpha val="0"/>
                  </a:srgbClr>
                </a:gs>
                <a:gs pos="52000">
                  <a:schemeClr val="bg2"/>
                </a:gs>
                <a:gs pos="100000">
                  <a:schemeClr val="bg1">
                    <a:alpha val="6000"/>
                  </a:schemeClr>
                </a:gs>
              </a:gsLst>
              <a:lin ang="13200000" scaled="0"/>
            </a:gradFill>
            <a:headEnd type="none" w="med" len="med"/>
            <a:tailEnd type="triangle" w="lg" len="lg"/>
          </a:ln>
          <a:effectLst>
            <a:outerShdw blurRad="50800" dist="38100" dir="5400000" algn="t"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th-TH" sz="1800" dirty="0">
              <a:solidFill>
                <a:schemeClr val="tx1"/>
              </a:solidFill>
            </a:endParaRPr>
          </a:p>
        </p:txBody>
      </p:sp>
      <p:sp>
        <p:nvSpPr>
          <p:cNvPr id="14" name="Footer Placeholder 4">
            <a:extLst>
              <a:ext uri="{FF2B5EF4-FFF2-40B4-BE49-F238E27FC236}">
                <a16:creationId xmlns:a16="http://schemas.microsoft.com/office/drawing/2014/main" id="{947781E2-1460-0085-4ED8-336B366ED470}"/>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15" name="Slide Number Placeholder 5">
            <a:extLst>
              <a:ext uri="{FF2B5EF4-FFF2-40B4-BE49-F238E27FC236}">
                <a16:creationId xmlns:a16="http://schemas.microsoft.com/office/drawing/2014/main" id="{99BEF286-7C51-F5CC-0A85-6D9472629D4A}"/>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213254100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2AAB64C8-6C1C-B741-B045-F090CA5A1BF2}"/>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11" name="Slide Number Placeholder 5">
            <a:extLst>
              <a:ext uri="{FF2B5EF4-FFF2-40B4-BE49-F238E27FC236}">
                <a16:creationId xmlns:a16="http://schemas.microsoft.com/office/drawing/2014/main" id="{CE46F3E3-3530-B27F-C4B2-9C1E11847471}"/>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15910371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Concept_Image">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Picture Placeholder 7">
            <a:extLst>
              <a:ext uri="{FF2B5EF4-FFF2-40B4-BE49-F238E27FC236}">
                <a16:creationId xmlns:a16="http://schemas.microsoft.com/office/drawing/2014/main" id="{3D8A71E4-BD7F-D17E-BC13-133436628DAE}"/>
              </a:ext>
            </a:extLst>
          </p:cNvPr>
          <p:cNvSpPr>
            <a:spLocks noGrp="1"/>
          </p:cNvSpPr>
          <p:nvPr>
            <p:ph type="pic" sz="quarter" idx="13"/>
          </p:nvPr>
        </p:nvSpPr>
        <p:spPr>
          <a:xfrm>
            <a:off x="619125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22" name="Footer Placeholder 4">
            <a:extLst>
              <a:ext uri="{FF2B5EF4-FFF2-40B4-BE49-F238E27FC236}">
                <a16:creationId xmlns:a16="http://schemas.microsoft.com/office/drawing/2014/main" id="{83B0BB90-550D-0038-05DF-9CBE86A39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23" name="Slide Number Placeholder 5">
            <a:extLst>
              <a:ext uri="{FF2B5EF4-FFF2-40B4-BE49-F238E27FC236}">
                <a16:creationId xmlns:a16="http://schemas.microsoft.com/office/drawing/2014/main" id="{4FB39E43-3475-5DE7-49DA-E7131C9A7546}"/>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69194904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Repo_Pointer">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822960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Picture Placeholder 7">
            <a:extLst>
              <a:ext uri="{FF2B5EF4-FFF2-40B4-BE49-F238E27FC236}">
                <a16:creationId xmlns:a16="http://schemas.microsoft.com/office/drawing/2014/main" id="{3D8A71E4-BD7F-D17E-BC13-133436628DAE}"/>
              </a:ext>
            </a:extLst>
          </p:cNvPr>
          <p:cNvSpPr>
            <a:spLocks noGrp="1"/>
          </p:cNvSpPr>
          <p:nvPr>
            <p:ph type="pic" sz="quarter" idx="13"/>
          </p:nvPr>
        </p:nvSpPr>
        <p:spPr>
          <a:xfrm>
            <a:off x="9326880" y="1828800"/>
            <a:ext cx="2194560" cy="2194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22" name="Footer Placeholder 4">
            <a:extLst>
              <a:ext uri="{FF2B5EF4-FFF2-40B4-BE49-F238E27FC236}">
                <a16:creationId xmlns:a16="http://schemas.microsoft.com/office/drawing/2014/main" id="{83B0BB90-550D-0038-05DF-9CBE86A39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23" name="Slide Number Placeholder 5">
            <a:extLst>
              <a:ext uri="{FF2B5EF4-FFF2-40B4-BE49-F238E27FC236}">
                <a16:creationId xmlns:a16="http://schemas.microsoft.com/office/drawing/2014/main" id="{4FB39E43-3475-5DE7-49DA-E7131C9A7546}"/>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69194904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ompare_2col">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5D54-7ABD-A535-B354-172CADBD4FBB}"/>
              </a:ext>
            </a:extLst>
          </p:cNvPr>
          <p:cNvSpPr>
            <a:spLocks noGrp="1"/>
          </p:cNvSpPr>
          <p:nvPr>
            <p:ph type="title"/>
          </p:nvPr>
        </p:nvSpPr>
        <p:spPr>
          <a:xfrm>
            <a:off x="1104900" y="733916"/>
            <a:ext cx="10248900" cy="688485"/>
          </a:xfrm>
        </p:spPr>
        <p:txBody>
          <a:bodyPr/>
          <a:lstStyle/>
          <a:p>
            <a:r>
              <a:rPr lang="en-US"/>
              <a:t>Click to edit Master title style</a:t>
            </a:r>
            <a:endParaRPr lang="th-TH"/>
          </a:p>
        </p:txBody>
      </p:sp>
      <p:sp>
        <p:nvSpPr>
          <p:cNvPr id="6" name="Rectangle: Rounded Corners 5">
            <a:extLst>
              <a:ext uri="{FF2B5EF4-FFF2-40B4-BE49-F238E27FC236}">
                <a16:creationId xmlns:a16="http://schemas.microsoft.com/office/drawing/2014/main" id="{D08B093B-E0C8-EAA4-C156-0EF5CB46C0A2}"/>
              </a:ext>
            </a:extLst>
          </p:cNvPr>
          <p:cNvSpPr/>
          <p:nvPr/>
        </p:nvSpPr>
        <p:spPr bwMode="black">
          <a:xfrm>
            <a:off x="838201" y="792393"/>
            <a:ext cx="68581" cy="506545"/>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Content Placeholder 7">
            <a:extLst>
              <a:ext uri="{FF2B5EF4-FFF2-40B4-BE49-F238E27FC236}">
                <a16:creationId xmlns:a16="http://schemas.microsoft.com/office/drawing/2014/main" id="{DBEBC52B-48AD-2143-9511-66835F4A67A4}"/>
              </a:ext>
            </a:extLst>
          </p:cNvPr>
          <p:cNvSpPr>
            <a:spLocks noGrp="1"/>
          </p:cNvSpPr>
          <p:nvPr>
            <p:ph sz="quarter" idx="12"/>
          </p:nvPr>
        </p:nvSpPr>
        <p:spPr>
          <a:xfrm>
            <a:off x="83820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Content Placeholder 7">
            <a:extLst>
              <a:ext uri="{FF2B5EF4-FFF2-40B4-BE49-F238E27FC236}">
                <a16:creationId xmlns:a16="http://schemas.microsoft.com/office/drawing/2014/main" id="{3D8A71E4-BD7F-D17E-BC13-133436628DAE}"/>
              </a:ext>
            </a:extLst>
          </p:cNvPr>
          <p:cNvSpPr>
            <a:spLocks noGrp="1"/>
          </p:cNvSpPr>
          <p:nvPr>
            <p:ph sz="quarter" idx="13"/>
          </p:nvPr>
        </p:nvSpPr>
        <p:spPr>
          <a:xfrm>
            <a:off x="6191250" y="1549400"/>
            <a:ext cx="516255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22" name="Footer Placeholder 4">
            <a:extLst>
              <a:ext uri="{FF2B5EF4-FFF2-40B4-BE49-F238E27FC236}">
                <a16:creationId xmlns:a16="http://schemas.microsoft.com/office/drawing/2014/main" id="{83B0BB90-550D-0038-05DF-9CBE86A39EBA}"/>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a:t>Copyright © 2026 9Expert Co., Ltd. All rights reserved.</a:t>
            </a:r>
            <a:endParaRPr lang="en-TH" dirty="0"/>
          </a:p>
        </p:txBody>
      </p:sp>
      <p:sp>
        <p:nvSpPr>
          <p:cNvPr id="23" name="Slide Number Placeholder 5">
            <a:extLst>
              <a:ext uri="{FF2B5EF4-FFF2-40B4-BE49-F238E27FC236}">
                <a16:creationId xmlns:a16="http://schemas.microsoft.com/office/drawing/2014/main" id="{4FB39E43-3475-5DE7-49DA-E7131C9A7546}"/>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spTree>
    <p:extLst>
      <p:ext uri="{BB962C8B-B14F-4D97-AF65-F5344CB8AC3E}">
        <p14:creationId xmlns:p14="http://schemas.microsoft.com/office/powerpoint/2010/main" val="169194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theme" Target="../theme/theme1.xml"/><Relationship Id="rId10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F06E5F-0A31-CE04-6689-A508DB14808E}"/>
              </a:ext>
            </a:extLst>
          </p:cNvPr>
          <p:cNvSpPr>
            <a:spLocks noGrp="1"/>
          </p:cNvSpPr>
          <p:nvPr>
            <p:ph type="title"/>
          </p:nvPr>
        </p:nvSpPr>
        <p:spPr>
          <a:xfrm>
            <a:off x="838200" y="733915"/>
            <a:ext cx="10515600" cy="7515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45ED338-6D15-83E8-CBEE-2E51329761FF}"/>
              </a:ext>
            </a:extLst>
          </p:cNvPr>
          <p:cNvSpPr>
            <a:spLocks noGrp="1"/>
          </p:cNvSpPr>
          <p:nvPr>
            <p:ph type="body" idx="1"/>
          </p:nvPr>
        </p:nvSpPr>
        <p:spPr>
          <a:xfrm>
            <a:off x="838200" y="1606959"/>
            <a:ext cx="10515600" cy="43729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38E34DA-5457-3D2A-B308-B54559B95000}"/>
              </a:ext>
            </a:extLst>
          </p:cNvPr>
          <p:cNvSpPr>
            <a:spLocks noGrp="1"/>
          </p:cNvSpPr>
          <p:nvPr>
            <p:ph type="ftr" sz="quarter" idx="3"/>
          </p:nvPr>
        </p:nvSpPr>
        <p:spPr>
          <a:xfrm>
            <a:off x="838202" y="6174245"/>
            <a:ext cx="4389253" cy="365125"/>
          </a:xfrm>
          <a:prstGeom prst="rect">
            <a:avLst/>
          </a:prstGeom>
        </p:spPr>
        <p:txBody>
          <a:bodyPr vert="horz" lIns="91440" tIns="45720" rIns="91440" bIns="45720" rtlCol="0" anchor="ctr"/>
          <a:lstStyle>
            <a:lvl1pPr algn="l">
              <a:defRPr sz="1100">
                <a:solidFill>
                  <a:srgbClr val="6E7D83"/>
                </a:solidFill>
              </a:defRPr>
            </a:lvl1pPr>
          </a:lstStyle>
          <a:p>
            <a:r>
              <a:rPr lang="en-US" dirty="0"/>
              <a:t>Copyright © 2026 9Expert Co., Ltd. All rights reserved.</a:t>
            </a:r>
            <a:endParaRPr lang="en-TH" dirty="0"/>
          </a:p>
        </p:txBody>
      </p:sp>
      <p:sp>
        <p:nvSpPr>
          <p:cNvPr id="6" name="Slide Number Placeholder 5">
            <a:extLst>
              <a:ext uri="{FF2B5EF4-FFF2-40B4-BE49-F238E27FC236}">
                <a16:creationId xmlns:a16="http://schemas.microsoft.com/office/drawing/2014/main" id="{082A33BC-F6F9-6BA2-7315-2F42DB3EC365}"/>
              </a:ext>
            </a:extLst>
          </p:cNvPr>
          <p:cNvSpPr>
            <a:spLocks noGrp="1"/>
          </p:cNvSpPr>
          <p:nvPr>
            <p:ph type="sldNum" sz="quarter" idx="4"/>
          </p:nvPr>
        </p:nvSpPr>
        <p:spPr>
          <a:xfrm>
            <a:off x="10182228" y="6167120"/>
            <a:ext cx="1171575" cy="365125"/>
          </a:xfrm>
          <a:prstGeom prst="rect">
            <a:avLst/>
          </a:prstGeom>
        </p:spPr>
        <p:txBody>
          <a:bodyPr vert="horz" lIns="91440" tIns="45720" rIns="91440" bIns="45720" rtlCol="0" anchor="ctr"/>
          <a:lstStyle>
            <a:lvl1pPr algn="r">
              <a:defRPr sz="2000">
                <a:solidFill>
                  <a:srgbClr val="6E7D83"/>
                </a:solidFill>
              </a:defRPr>
            </a:lvl1pPr>
          </a:lstStyle>
          <a:p>
            <a:fld id="{7B973119-0BF9-7444-941C-BCE2AFE6BE2E}" type="slidenum">
              <a:rPr lang="en-TH" smtClean="0"/>
              <a:pPr/>
              <a:t>‹#›</a:t>
            </a:fld>
            <a:endParaRPr lang="en-TH"/>
          </a:p>
        </p:txBody>
      </p:sp>
      <p:pic>
        <p:nvPicPr>
          <p:cNvPr id="9" name="Picture 8">
            <a:extLst>
              <a:ext uri="{FF2B5EF4-FFF2-40B4-BE49-F238E27FC236}">
                <a16:creationId xmlns:a16="http://schemas.microsoft.com/office/drawing/2014/main" id="{956D990C-BD60-CDAC-7187-D627B56A4FF7}"/>
              </a:ext>
            </a:extLst>
          </p:cNvPr>
          <p:cNvPicPr>
            <a:picLocks noChangeAspect="1"/>
          </p:cNvPicPr>
          <p:nvPr/>
        </p:nvPicPr>
        <p:blipFill>
          <a:blip r:embed="rId103">
            <a:extLst>
              <a:ext uri="{28A0092B-C50C-407E-A947-70E740481C1C}">
                <a14:useLocalDpi xmlns:a14="http://schemas.microsoft.com/office/drawing/2010/main" val="0"/>
              </a:ext>
            </a:extLst>
          </a:blip>
          <a:srcRect/>
          <a:stretch/>
        </p:blipFill>
        <p:spPr bwMode="black">
          <a:xfrm>
            <a:off x="10182228" y="211683"/>
            <a:ext cx="1171575" cy="384276"/>
          </a:xfrm>
          <a:prstGeom prst="rect">
            <a:avLst/>
          </a:prstGeom>
        </p:spPr>
      </p:pic>
    </p:spTree>
    <p:extLst>
      <p:ext uri="{BB962C8B-B14F-4D97-AF65-F5344CB8AC3E}">
        <p14:creationId xmlns:p14="http://schemas.microsoft.com/office/powerpoint/2010/main" val="732379387"/>
      </p:ext>
    </p:extLst>
  </p:cSld>
  <p:clrMap bg1="lt1" tx1="dk1" bg2="lt2" tx2="dk2" accent1="accent1" accent2="accent2" accent3="accent3" accent4="accent4" accent5="accent5" accent6="accent6" hlink="hlink" folHlink="folHlink"/>
  <p:sldLayoutIdLst>
    <p:sldLayoutId id="2147483866" r:id="rId1"/>
    <p:sldLayoutId id="2147483899" r:id="rId2"/>
    <p:sldLayoutId id="2147483900" r:id="rId3"/>
    <p:sldLayoutId id="2147483901" r:id="rId4"/>
    <p:sldLayoutId id="2147483902" r:id="rId5"/>
    <p:sldLayoutId id="2147483867" r:id="rId6"/>
    <p:sldLayoutId id="2147483868" r:id="rId7"/>
    <p:sldLayoutId id="2147483869" r:id="rId8"/>
    <p:sldLayoutId id="2147483870" r:id="rId9"/>
    <p:sldLayoutId id="2147483816" r:id="rId10"/>
    <p:sldLayoutId id="2147483817" r:id="rId11"/>
    <p:sldLayoutId id="2147483818" r:id="rId12"/>
    <p:sldLayoutId id="2147483819" r:id="rId13"/>
    <p:sldLayoutId id="2147483820" r:id="rId14"/>
    <p:sldLayoutId id="2147483821" r:id="rId15"/>
    <p:sldLayoutId id="2147483822" r:id="rId16"/>
    <p:sldLayoutId id="2147483823" r:id="rId17"/>
    <p:sldLayoutId id="2147483824" r:id="rId18"/>
    <p:sldLayoutId id="2147483825" r:id="rId19"/>
    <p:sldLayoutId id="2147483826" r:id="rId20"/>
    <p:sldLayoutId id="2147483827" r:id="rId21"/>
    <p:sldLayoutId id="2147483828" r:id="rId22"/>
    <p:sldLayoutId id="2147483829" r:id="rId23"/>
    <p:sldLayoutId id="2147483830" r:id="rId24"/>
    <p:sldLayoutId id="2147483903" r:id="rId25"/>
    <p:sldLayoutId id="2147483904" r:id="rId26"/>
    <p:sldLayoutId id="2147483905" r:id="rId27"/>
    <p:sldLayoutId id="2147483906" r:id="rId28"/>
    <p:sldLayoutId id="2147483907" r:id="rId29"/>
    <p:sldLayoutId id="2147483908" r:id="rId30"/>
    <p:sldLayoutId id="2147483871" r:id="rId31"/>
    <p:sldLayoutId id="2147483872" r:id="rId32"/>
    <p:sldLayoutId id="2147483873" r:id="rId33"/>
    <p:sldLayoutId id="2147483874" r:id="rId34"/>
    <p:sldLayoutId id="2147483875" r:id="rId35"/>
    <p:sldLayoutId id="2147483876" r:id="rId36"/>
    <p:sldLayoutId id="2147483831" r:id="rId37"/>
    <p:sldLayoutId id="2147483832" r:id="rId38"/>
    <p:sldLayoutId id="2147483833" r:id="rId39"/>
    <p:sldLayoutId id="2147483834" r:id="rId40"/>
    <p:sldLayoutId id="2147483835" r:id="rId41"/>
    <p:sldLayoutId id="2147483836" r:id="rId42"/>
    <p:sldLayoutId id="2147483837" r:id="rId43"/>
    <p:sldLayoutId id="2147483838" r:id="rId44"/>
    <p:sldLayoutId id="2147483877" r:id="rId45"/>
    <p:sldLayoutId id="2147483909" r:id="rId46"/>
    <p:sldLayoutId id="2147483878" r:id="rId47"/>
    <p:sldLayoutId id="2147483879" r:id="rId48"/>
    <p:sldLayoutId id="2147483880" r:id="rId49"/>
    <p:sldLayoutId id="2147483839" r:id="rId50"/>
    <p:sldLayoutId id="2147483840" r:id="rId51"/>
    <p:sldLayoutId id="2147483841" r:id="rId52"/>
    <p:sldLayoutId id="2147483842" r:id="rId53"/>
    <p:sldLayoutId id="2147483859" r:id="rId54"/>
    <p:sldLayoutId id="2147483843" r:id="rId55"/>
    <p:sldLayoutId id="2147483881" r:id="rId56"/>
    <p:sldLayoutId id="2147483844" r:id="rId57"/>
    <p:sldLayoutId id="2147483845" r:id="rId58"/>
    <p:sldLayoutId id="2147483910" r:id="rId59"/>
    <p:sldLayoutId id="2147483911" r:id="rId60"/>
    <p:sldLayoutId id="2147483912" r:id="rId61"/>
    <p:sldLayoutId id="2147483913" r:id="rId62"/>
    <p:sldLayoutId id="2147483914" r:id="rId63"/>
    <p:sldLayoutId id="2147483882" r:id="rId64"/>
    <p:sldLayoutId id="2147483883" r:id="rId65"/>
    <p:sldLayoutId id="2147483884" r:id="rId66"/>
    <p:sldLayoutId id="2147483885" r:id="rId67"/>
    <p:sldLayoutId id="2147483886" r:id="rId68"/>
    <p:sldLayoutId id="2147483846" r:id="rId69"/>
    <p:sldLayoutId id="2147483847" r:id="rId70"/>
    <p:sldLayoutId id="2147483848" r:id="rId71"/>
    <p:sldLayoutId id="2147483858" r:id="rId72"/>
    <p:sldLayoutId id="2147483860" r:id="rId73"/>
    <p:sldLayoutId id="2147483850" r:id="rId74"/>
    <p:sldLayoutId id="2147483851" r:id="rId75"/>
    <p:sldLayoutId id="2147483915" r:id="rId76"/>
    <p:sldLayoutId id="2147483887" r:id="rId77"/>
    <p:sldLayoutId id="2147483888" r:id="rId78"/>
    <p:sldLayoutId id="2147483916" r:id="rId79"/>
    <p:sldLayoutId id="2147483917" r:id="rId80"/>
    <p:sldLayoutId id="2147483918" r:id="rId81"/>
    <p:sldLayoutId id="2147483919" r:id="rId82"/>
    <p:sldLayoutId id="2147483920" r:id="rId83"/>
    <p:sldLayoutId id="2147483921" r:id="rId84"/>
    <p:sldLayoutId id="2147483922" r:id="rId85"/>
    <p:sldLayoutId id="2147483889" r:id="rId86"/>
    <p:sldLayoutId id="2147483890" r:id="rId87"/>
    <p:sldLayoutId id="2147483891" r:id="rId88"/>
    <p:sldLayoutId id="2147483892" r:id="rId89"/>
    <p:sldLayoutId id="2147483893" r:id="rId90"/>
    <p:sldLayoutId id="2147483894" r:id="rId91"/>
    <p:sldLayoutId id="2147483895" r:id="rId92"/>
    <p:sldLayoutId id="2147483852" r:id="rId93"/>
    <p:sldLayoutId id="2147483861" r:id="rId94"/>
    <p:sldLayoutId id="2147483853" r:id="rId95"/>
    <p:sldLayoutId id="2147483854" r:id="rId96"/>
    <p:sldLayoutId id="2147483855" r:id="rId97"/>
    <p:sldLayoutId id="2147483856" r:id="rId98"/>
    <p:sldLayoutId id="2147483862" r:id="rId99"/>
    <p:sldLayoutId id="2147483863" r:id="rId100"/>
    <p:sldLayoutId id="2147483864" r:id="rId101"/>
  </p:sldLayoutIdLst>
  <p:hf hdr="0" dt="0"/>
  <p:txStyles>
    <p:titleStyle>
      <a:lvl1pPr algn="l" defTabSz="914423" rtl="0" eaLnBrk="1" latinLnBrk="0" hangingPunct="1">
        <a:lnSpc>
          <a:spcPct val="90000"/>
        </a:lnSpc>
        <a:spcBef>
          <a:spcPct val="0"/>
        </a:spcBef>
        <a:buNone/>
        <a:defRPr sz="3200" b="1" kern="1200">
          <a:solidFill>
            <a:schemeClr val="tx1"/>
          </a:solidFill>
          <a:latin typeface="+mn-lt"/>
          <a:ea typeface="+mj-ea"/>
          <a:cs typeface="LINE Seed Sans TH" panose="020B0303020203020204" pitchFamily="34" charset="-34"/>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 Id="rId3" Type="http://schemas.openxmlformats.org/officeDocument/2006/relationships/image" Target="../media/image10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4.xml"/><Relationship Id="rId3" Type="http://schemas.openxmlformats.org/officeDocument/2006/relationships/image" Target="../media/image10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6.xml"/><Relationship Id="rId3" Type="http://schemas.openxmlformats.org/officeDocument/2006/relationships/image" Target="../media/image10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7.xml"/><Relationship Id="rId3" Type="http://schemas.openxmlformats.org/officeDocument/2006/relationships/image" Target="../media/image108.png"/><Relationship Id="rId4" Type="http://schemas.openxmlformats.org/officeDocument/2006/relationships/image" Target="../media/image10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9.xml"/><Relationship Id="rId3" Type="http://schemas.openxmlformats.org/officeDocument/2006/relationships/image" Target="../media/image1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16.xml"/><Relationship Id="rId3" Type="http://schemas.openxmlformats.org/officeDocument/2006/relationships/image" Target="../media/image111.png"/><Relationship Id="rId4" Type="http://schemas.openxmlformats.org/officeDocument/2006/relationships/image" Target="../media/image1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17.xml"/><Relationship Id="rId3" Type="http://schemas.openxmlformats.org/officeDocument/2006/relationships/image" Target="../media/image1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18.xml"/><Relationship Id="rId3" Type="http://schemas.openxmlformats.org/officeDocument/2006/relationships/image" Target="../media/image1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0.xml"/><Relationship Id="rId2" Type="http://schemas.openxmlformats.org/officeDocument/2006/relationships/notesSlide" Target="../notesSlides/notesSlide21.xml"/><Relationship Id="rId3" Type="http://schemas.openxmlformats.org/officeDocument/2006/relationships/image" Target="../media/image10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22.xml"/><Relationship Id="rId3" Type="http://schemas.openxmlformats.org/officeDocument/2006/relationships/image" Target="../media/image10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24.xml"/><Relationship Id="rId3" Type="http://schemas.openxmlformats.org/officeDocument/2006/relationships/image" Target="../media/image10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0.xml"/><Relationship Id="rId2" Type="http://schemas.openxmlformats.org/officeDocument/2006/relationships/notesSlide" Target="../notesSlides/notesSlide26.xml"/><Relationship Id="rId3" Type="http://schemas.openxmlformats.org/officeDocument/2006/relationships/image" Target="../media/image10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27.xml"/><Relationship Id="rId3" Type="http://schemas.openxmlformats.org/officeDocument/2006/relationships/image" Target="../media/image11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28.xml"/><Relationship Id="rId3" Type="http://schemas.openxmlformats.org/officeDocument/2006/relationships/image" Target="../media/image10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29.xml"/><Relationship Id="rId3" Type="http://schemas.openxmlformats.org/officeDocument/2006/relationships/image" Target="../media/image11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image" Target="../media/image1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1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116.png"/><Relationship Id="rId3" Type="http://schemas.openxmlformats.org/officeDocument/2006/relationships/image" Target="../media/image1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37.xml"/><Relationship Id="rId3" Type="http://schemas.openxmlformats.org/officeDocument/2006/relationships/image" Target="../media/image118.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1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0.xml"/><Relationship Id="rId2" Type="http://schemas.openxmlformats.org/officeDocument/2006/relationships/notesSlide" Target="../notesSlides/notesSlide40.xml"/><Relationship Id="rId3" Type="http://schemas.openxmlformats.org/officeDocument/2006/relationships/image" Target="../media/image10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42.xml"/><Relationship Id="rId3" Type="http://schemas.openxmlformats.org/officeDocument/2006/relationships/image" Target="../media/image12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12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1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4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47.xml"/><Relationship Id="rId3" Type="http://schemas.openxmlformats.org/officeDocument/2006/relationships/image" Target="../media/image12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48.xml"/><Relationship Id="rId3" Type="http://schemas.openxmlformats.org/officeDocument/2006/relationships/image" Target="../media/image106.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12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4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53.xml"/><Relationship Id="rId3" Type="http://schemas.openxmlformats.org/officeDocument/2006/relationships/image" Target="../media/image124.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12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5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5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12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58.xml"/><Relationship Id="rId3" Type="http://schemas.openxmlformats.org/officeDocument/2006/relationships/image" Target="../media/image113.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6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6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6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12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6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6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6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66.xml"/><Relationship Id="rId3" Type="http://schemas.openxmlformats.org/officeDocument/2006/relationships/image" Target="../media/image12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67.xml"/><Relationship Id="rId3" Type="http://schemas.openxmlformats.org/officeDocument/2006/relationships/image" Target="../media/image12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6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12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130.png"/><Relationship Id="rId3" Type="http://schemas.openxmlformats.org/officeDocument/2006/relationships/image" Target="../media/image13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6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7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71.xml"/><Relationship Id="rId3" Type="http://schemas.openxmlformats.org/officeDocument/2006/relationships/image" Target="../media/image13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13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13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13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72.xml"/><Relationship Id="rId3" Type="http://schemas.openxmlformats.org/officeDocument/2006/relationships/image" Target="../media/image112.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7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7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7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79.xml"/><Relationship Id="rId3"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000" dirty="0"/>
              <a:t>Build AI Multi-Agent with Claude Code</a:t>
            </a:r>
          </a:p>
        </p:txBody>
      </p:sp>
      <p:pic>
        <p:nvPicPr>
          <p:cNvPr id="6" name="Picture Placeholder 5">
            <a:extLst>
              <a:ext uri="{FF2B5EF4-FFF2-40B4-BE49-F238E27FC236}">
                <a16:creationId xmlns:a16="http://schemas.microsoft.com/office/drawing/2014/main" id="{F4CAEE05-3E98-7733-D0C1-64DD3C38061E}"/>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489" b="489"/>
          <a:stretch>
            <a:fillRect/>
          </a:stretch>
        </p:blipFill>
        <p:spPr>
          <a:prstGeom prst="rect">
            <a:avLst/>
          </a:prstGeom>
        </p:spPr>
      </p:pic>
      <p:sp>
        <p:nvSpPr>
          <p:cNvPr id="7" name="Footer Placeholder 6">
            <a:extLst>
              <a:ext uri="{FF2B5EF4-FFF2-40B4-BE49-F238E27FC236}">
                <a16:creationId xmlns:a16="http://schemas.microsoft.com/office/drawing/2014/main" id="{F9E6EBD3-3A22-F682-4165-5217EB183A00}"/>
              </a:ext>
            </a:extLst>
          </p:cNvPr>
          <p:cNvSpPr>
            <a:spLocks noGrp="1"/>
          </p:cNvSpPr>
          <p:nvPr>
            <p:ph type="ftr" sz="quarter" idx="3"/>
          </p:nvPr>
        </p:nvSpPr>
        <p:spPr/>
        <p:txBody>
          <a:bodyPr/>
          <a:lstStyle/>
          <a:p>
            <a:r>
              <a:rPr lang="en-US"/>
              <a:t>Copyright © 2026 9Expert Co., Ltd. All rights reserved.</a:t>
            </a:r>
            <a:endParaRPr lang="en-TH" dirty="0"/>
          </a:p>
        </p:txBody>
      </p:sp>
      <p:sp>
        <p:nvSpPr>
          <p:cNvPr id="8" name="Footer Placeholder 6">
            <a:extLst>
              <a:ext uri="{FF2B5EF4-FFF2-40B4-BE49-F238E27FC236}">
                <a16:creationId xmlns:a16="http://schemas.microsoft.com/office/drawing/2014/main" id="{BA7B15ED-4595-8C1B-E25F-4DFF3760CEC8}"/>
              </a:ext>
            </a:extLst>
          </p:cNvPr>
          <p:cNvSpPr txBox="1">
            <a:spLocks/>
          </p:cNvSpPr>
          <p:nvPr/>
        </p:nvSpPr>
        <p:spPr>
          <a:xfrm>
            <a:off x="6964545" y="6174245"/>
            <a:ext cx="4389253" cy="365125"/>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rgbClr val="6E7D8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chemeClr val="bg2"/>
                </a:solidFill>
              </a:rPr>
              <a:t>วิทยากร: ภัคพงศ์ กฤตวัฒน์ (พี่เอก)</a:t>
            </a:r>
            <a:endParaRPr lang="en-TH" dirty="0">
              <a:solidFill>
                <a:schemeClr val="bg2"/>
              </a:solidFill>
            </a:endParaRPr>
          </a:p>
        </p:txBody>
      </p:sp>
      <p:sp>
        <p:nvSpPr>
          <p:cNvPr id="5" name="Subtitle 4">
            <a:extLst>
              <a:ext uri="{FF2B5EF4-FFF2-40B4-BE49-F238E27FC236}">
                <a16:creationId xmlns:a16="http://schemas.microsoft.com/office/drawing/2014/main" id="{1FC2DC2E-F788-785B-88B9-96638201856F}"/>
              </a:ext>
            </a:extLst>
          </p:cNvPr>
          <p:cNvSpPr>
            <a:spLocks noGrp="1"/>
          </p:cNvSpPr>
          <p:nvPr>
            <p:ph type="subTitle" idx="1"/>
          </p:nvPr>
        </p:nvSpPr>
        <p:spPr>
          <a:xfrm>
            <a:off x="838200" y="4150000"/>
            <a:ext cx="5394960" cy="960120"/>
          </a:xfrm>
        </p:spPr>
        <p:txBody>
          <a:bodyPr/>
          <a:lstStyle/>
          <a:p>
            <a:r>
              <a:rPr lang="th-TH" sz="1800" dirty="0">
                <a:solidFill>
                  <a:srgbClr val="FFFFFF"/>
                </a:solidFill>
              </a:rPr>
              <a:t>สร้าง Multi-Agent Systems โดยใช้ Claude Code ในระดับ Production</a:t>
            </a:r>
          </a:p>
          <a:p>
            <a:r>
              <a:rPr lang="th-TH" sz="1600" dirty="0">
                <a:solidFill>
                  <a:srgbClr val="2486FF"/>
                </a:solidFill>
              </a:rPr>
              <a:t>หลักสูตร 2 วัน · 09:00–16:00 น. · VIBE-CODE-L2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D8C78A-27C3-C602-1856-17FC9608783E}"/>
              </a:ext>
            </a:extLst>
          </p:cNvPr>
          <p:cNvSpPr>
            <a:spLocks noGrp="1"/>
          </p:cNvSpPr>
          <p:nvPr>
            <p:ph type="ftr" sz="quarter" idx="10"/>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BA0D2626-FC54-DB13-7998-316C7EBD51B4}"/>
              </a:ext>
            </a:extLst>
          </p:cNvPr>
          <p:cNvSpPr>
            <a:spLocks noGrp="1"/>
          </p:cNvSpPr>
          <p:nvPr>
            <p:ph type="sldNum" sz="quarter" idx="11"/>
          </p:nvPr>
        </p:nvSpPr>
        <p:spPr/>
        <p:txBody>
          <a:bodyPr/>
          <a:lstStyle/>
          <a:p>
            <a:fld id="{7B973119-0BF9-7444-941C-BCE2AFE6BE2E}" type="slidenum">
              <a:rPr lang="en-TH" smtClean="0"/>
              <a:pPr/>
              <a:t>2</a:t>
            </a:fld>
            <a:endParaRPr lang="en-TH"/>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a:spLocks noGrp="1"/>
          </p:cNvSpPr>
          <p:nvPr>
            <p:ph type="title"/>
          </p:nvPr>
        </p:nvSpPr>
        <p:spPr/>
        <p:txBody>
          <a:bodyPr>
            <a:normAutofit/>
          </a:bodyPr>
          <a:lstStyle/>
          <a:p>
            <a:r>
              <a:rPr lang="th-TH" dirty="0"/>
              <a:t>กำหนดการ 2 วัน: จาก Swarm สู่ Capstone</a:t>
            </a:r>
          </a:p>
        </p:txBody>
      </p:sp>
      <p:sp>
        <p:nvSpPr>
          <p:cNvPr id="12" name="g1 shape 12"/>
          <p:cNvSpPr/>
          <p:nvPr/>
        </p:nvSpPr>
        <p:spPr>
          <a:xfrm>
            <a:off x="594360" y="1627632"/>
            <a:ext cx="5468112" cy="420624"/>
          </a:xfrm>
          <a:prstGeom prst="roundRect">
            <a:avLst/>
          </a:prstGeom>
          <a:solidFill>
            <a:srgbClr val="005CFF"/>
          </a:solidFill>
          <a:ln>
            <a:noFill/>
          </a:ln>
        </p:spPr>
        <p:txBody>
          <a:bodyPr wrap="square" lIns="73152" tIns="73152" rIns="73152" bIns="73152" anchor="ctr">
            <a:normAutofit/>
          </a:bodyPr>
          <a:lstStyle/>
          <a:p>
            <a:pPr algn="ctr">
              <a:spcBef>
                <a:spcPts val="0"/>
              </a:spcBef>
            </a:pPr>
            <a:r>
              <a:rPr lang="th-TH" sz="1300" b="1" dirty="0">
                <a:solidFill>
                  <a:srgbClr val="FFFFFF"/>
                </a:solidFill>
              </a:rPr>
              <a:t>วันที่ 1  Foundation, Local Environment &amp; Agent Specialization</a:t>
            </a:r>
          </a:p>
        </p:txBody>
      </p:sp>
      <p:sp>
        <p:nvSpPr>
          <p:cNvPr id="13" name="g1 shape 13"/>
          <p:cNvSpPr/>
          <p:nvPr/>
        </p:nvSpPr>
        <p:spPr>
          <a:xfrm>
            <a:off x="6190488" y="1627632"/>
            <a:ext cx="5468112" cy="420624"/>
          </a:xfrm>
          <a:prstGeom prst="roundRect">
            <a:avLst/>
          </a:prstGeom>
          <a:solidFill>
            <a:srgbClr val="0D1B2A"/>
          </a:solidFill>
          <a:ln>
            <a:noFill/>
          </a:ln>
        </p:spPr>
        <p:txBody>
          <a:bodyPr wrap="square" lIns="73152" tIns="73152" rIns="73152" bIns="73152" anchor="ctr">
            <a:normAutofit fontScale="92500"/>
          </a:bodyPr>
          <a:lstStyle/>
          <a:p>
            <a:pPr algn="ctr">
              <a:spcBef>
                <a:spcPts val="0"/>
              </a:spcBef>
            </a:pPr>
            <a:r>
              <a:rPr lang="th-TH" sz="1300" b="1" dirty="0">
                <a:solidFill>
                  <a:srgbClr val="FFFFFF"/>
                </a:solidFill>
              </a:rPr>
              <a:t>วันที่ 2  Coordination, Production Guardrails &amp; Capstone Deployment</a:t>
            </a:r>
          </a:p>
        </p:txBody>
      </p:sp>
      <p:sp>
        <p:nvSpPr>
          <p:cNvPr id="14" name="g1 shape 14"/>
          <p:cNvSpPr/>
          <p:nvPr/>
        </p:nvSpPr>
        <p:spPr>
          <a:xfrm>
            <a:off x="594360" y="2679192"/>
            <a:ext cx="11064240" cy="36576"/>
          </a:xfrm>
          <a:prstGeom prst="rect">
            <a:avLst/>
          </a:prstGeom>
          <a:solidFill>
            <a:srgbClr val="C9D6E8"/>
          </a:solidFill>
          <a:ln>
            <a:noFill/>
          </a:ln>
        </p:spPr>
        <p:txBody>
          <a:bodyPr wrap="square" lIns="73152" tIns="73152" rIns="73152" bIns="73152" anchor="t">
            <a:normAutofit fontScale="25000" lnSpcReduction="20000"/>
          </a:bodyPr>
          <a:lstStyle/>
          <a:p>
            <a:endParaRPr lang="en-US"/>
          </a:p>
        </p:txBody>
      </p:sp>
      <p:sp>
        <p:nvSpPr>
          <p:cNvPr id="15" name="g1 shape 15"/>
          <p:cNvSpPr/>
          <p:nvPr/>
        </p:nvSpPr>
        <p:spPr>
          <a:xfrm>
            <a:off x="594360" y="2103120"/>
            <a:ext cx="2670048" cy="365760"/>
          </a:xfrm>
          <a:prstGeom prst="rect">
            <a:avLst/>
          </a:prstGeom>
          <a:noFill/>
          <a:ln>
            <a:noFill/>
          </a:ln>
        </p:spPr>
        <p:txBody>
          <a:bodyPr wrap="square" lIns="18288" tIns="18288" rIns="18288" bIns="18288" anchor="ctr">
            <a:normAutofit/>
          </a:bodyPr>
          <a:lstStyle/>
          <a:p>
            <a:pPr algn="ctr">
              <a:spcBef>
                <a:spcPts val="0"/>
              </a:spcBef>
            </a:pPr>
            <a:r>
              <a:rPr lang="th-TH" sz="1400" b="1" dirty="0">
                <a:solidFill>
                  <a:srgbClr val="005CFF"/>
                </a:solidFill>
              </a:rPr>
              <a:t>วันที่ 1 · เช้า  </a:t>
            </a:r>
            <a:r>
              <a:rPr lang="th-TH" sz="1400" b="0" dirty="0">
                <a:solidFill>
                  <a:srgbClr val="3A4756"/>
                </a:solidFill>
              </a:rPr>
              <a:t>09:00–12:00 น.</a:t>
            </a:r>
          </a:p>
        </p:txBody>
      </p:sp>
      <p:sp>
        <p:nvSpPr>
          <p:cNvPr id="16" name="g1 shape 16"/>
          <p:cNvSpPr/>
          <p:nvPr/>
        </p:nvSpPr>
        <p:spPr>
          <a:xfrm>
            <a:off x="1773936" y="2542032"/>
            <a:ext cx="310896" cy="310896"/>
          </a:xfrm>
          <a:prstGeom prst="ellipse">
            <a:avLst/>
          </a:prstGeom>
          <a:solidFill>
            <a:srgbClr val="FFFFFF"/>
          </a:solidFill>
          <a:ln w="38100">
            <a:solidFill>
              <a:srgbClr val="005CFF"/>
            </a:solidFill>
          </a:ln>
        </p:spPr>
        <p:txBody>
          <a:bodyPr wrap="square" lIns="73152" tIns="73152" rIns="73152" bIns="73152" anchor="t">
            <a:normAutofit fontScale="25000" lnSpcReduction="20000"/>
          </a:bodyPr>
          <a:lstStyle/>
          <a:p>
            <a:endParaRPr lang="en-US"/>
          </a:p>
        </p:txBody>
      </p:sp>
      <p:sp>
        <p:nvSpPr>
          <p:cNvPr id="17" name="g1 shape 17"/>
          <p:cNvSpPr/>
          <p:nvPr/>
        </p:nvSpPr>
        <p:spPr>
          <a:xfrm>
            <a:off x="1860803" y="2628900"/>
            <a:ext cx="137160" cy="137160"/>
          </a:xfrm>
          <a:prstGeom prst="ellipse">
            <a:avLst/>
          </a:prstGeom>
          <a:solidFill>
            <a:srgbClr val="005CFF"/>
          </a:solidFill>
          <a:ln>
            <a:noFill/>
          </a:ln>
        </p:spPr>
        <p:txBody>
          <a:bodyPr wrap="square" lIns="73152" tIns="73152" rIns="73152" bIns="73152" anchor="t">
            <a:normAutofit fontScale="25000" lnSpcReduction="20000"/>
          </a:bodyPr>
          <a:lstStyle/>
          <a:p>
            <a:endParaRPr lang="en-US"/>
          </a:p>
        </p:txBody>
      </p:sp>
      <p:sp>
        <p:nvSpPr>
          <p:cNvPr id="18" name="g1 shape 18"/>
          <p:cNvSpPr/>
          <p:nvPr/>
        </p:nvSpPr>
        <p:spPr>
          <a:xfrm>
            <a:off x="594360" y="3017520"/>
            <a:ext cx="2670048" cy="1874519"/>
          </a:xfrm>
          <a:prstGeom prst="roundRect">
            <a:avLst/>
          </a:prstGeom>
          <a:solidFill>
            <a:srgbClr val="F3F7FD"/>
          </a:solidFill>
          <a:ln w="12700">
            <a:solidFill>
              <a:srgbClr val="DCE6F5"/>
            </a:solidFill>
          </a:ln>
        </p:spPr>
        <p:txBody>
          <a:bodyPr wrap="square" lIns="128016" tIns="128016" rIns="128016" bIns="128016" anchor="t">
            <a:normAutofit fontScale="92500" lnSpcReduction="10000"/>
          </a:bodyPr>
          <a:lstStyle/>
          <a:p>
            <a:pPr algn="l">
              <a:spcBef>
                <a:spcPts val="0"/>
              </a:spcBef>
            </a:pPr>
            <a:r>
              <a:rPr lang="th-TH" sz="1500" b="1" dirty="0">
                <a:solidFill>
                  <a:srgbClr val="005CFF"/>
                </a:solidFill>
              </a:rPr>
              <a:t>Architecture, Setup &amp; Swarm</a:t>
            </a:r>
          </a:p>
          <a:p>
            <a:pPr algn="l">
              <a:spcBef>
                <a:spcPts val="600"/>
              </a:spcBef>
            </a:pPr>
            <a:r>
              <a:rPr lang="th-TH" sz="1200" b="0" dirty="0">
                <a:solidFill>
                  <a:srgbClr val="0D1B2A"/>
                </a:solidFill>
              </a:rPr>
              <a:t>Module 1 สถาปัตยกรรม AI Agent</a:t>
            </a:r>
          </a:p>
          <a:p>
            <a:pPr algn="l">
              <a:spcBef>
                <a:spcPts val="600"/>
              </a:spcBef>
            </a:pPr>
            <a:r>
              <a:rPr lang="th-TH" sz="1200" b="0" dirty="0">
                <a:solidFill>
                  <a:srgbClr val="0D1B2A"/>
                </a:solidFill>
              </a:rPr>
              <a:t>Module 2 Environment &amp; Workspace Setup</a:t>
            </a:r>
          </a:p>
          <a:p>
            <a:pPr algn="l">
              <a:spcBef>
                <a:spcPts val="600"/>
              </a:spcBef>
            </a:pPr>
            <a:r>
              <a:rPr lang="th-TH" sz="1200" b="0" dirty="0">
                <a:solidFill>
                  <a:srgbClr val="0D1B2A"/>
                </a:solidFill>
              </a:rPr>
              <a:t>Module 3 Parallel Execution ด้วย Swarm Pattern</a:t>
            </a:r>
          </a:p>
        </p:txBody>
      </p:sp>
      <p:sp>
        <p:nvSpPr>
          <p:cNvPr id="19" name="g1 shape 19"/>
          <p:cNvSpPr/>
          <p:nvPr/>
        </p:nvSpPr>
        <p:spPr>
          <a:xfrm>
            <a:off x="594360" y="4983480"/>
            <a:ext cx="2670048" cy="914400"/>
          </a:xfrm>
          <a:prstGeom prst="roundRect">
            <a:avLst/>
          </a:prstGeom>
          <a:solidFill>
            <a:srgbClr val="005CFF"/>
          </a:solidFill>
          <a:ln>
            <a:noFill/>
          </a:ln>
        </p:spPr>
        <p:txBody>
          <a:bodyPr wrap="square" lIns="109728" tIns="109728" rIns="109728" bIns="109728" anchor="ctr">
            <a:normAutofit/>
          </a:bodyPr>
          <a:lstStyle/>
          <a:p>
            <a:pPr algn="l">
              <a:spcBef>
                <a:spcPts val="0"/>
              </a:spcBef>
            </a:pPr>
            <a:r>
              <a:rPr lang="th-TH" sz="1150" b="0" dirty="0">
                <a:solidFill>
                  <a:srgbClr val="FFFFFF"/>
                </a:solidFill>
              </a:rPr>
              <a:t>🛠 Workshop 1: Parallel Codebase Exploration</a:t>
            </a:r>
          </a:p>
        </p:txBody>
      </p:sp>
      <p:sp>
        <p:nvSpPr>
          <p:cNvPr id="20" name="g1 shape 20"/>
          <p:cNvSpPr/>
          <p:nvPr/>
        </p:nvSpPr>
        <p:spPr>
          <a:xfrm>
            <a:off x="3392424" y="2103120"/>
            <a:ext cx="2670048" cy="365760"/>
          </a:xfrm>
          <a:prstGeom prst="rect">
            <a:avLst/>
          </a:prstGeom>
          <a:noFill/>
          <a:ln>
            <a:noFill/>
          </a:ln>
        </p:spPr>
        <p:txBody>
          <a:bodyPr wrap="square" lIns="18288" tIns="18288" rIns="18288" bIns="18288" anchor="ctr">
            <a:normAutofit/>
          </a:bodyPr>
          <a:lstStyle/>
          <a:p>
            <a:pPr algn="ctr">
              <a:spcBef>
                <a:spcPts val="0"/>
              </a:spcBef>
            </a:pPr>
            <a:r>
              <a:rPr lang="th-TH" sz="1400" b="1" dirty="0">
                <a:solidFill>
                  <a:srgbClr val="005CFF"/>
                </a:solidFill>
              </a:rPr>
              <a:t>วันที่ 1 · บ่าย  </a:t>
            </a:r>
            <a:r>
              <a:rPr lang="th-TH" sz="1400" b="0" dirty="0">
                <a:solidFill>
                  <a:srgbClr val="3A4756"/>
                </a:solidFill>
              </a:rPr>
              <a:t>13:00–16:00 น.</a:t>
            </a:r>
          </a:p>
        </p:txBody>
      </p:sp>
      <p:sp>
        <p:nvSpPr>
          <p:cNvPr id="21" name="g1 shape 21"/>
          <p:cNvSpPr/>
          <p:nvPr/>
        </p:nvSpPr>
        <p:spPr>
          <a:xfrm>
            <a:off x="4572000" y="2542032"/>
            <a:ext cx="310896" cy="310896"/>
          </a:xfrm>
          <a:prstGeom prst="ellipse">
            <a:avLst/>
          </a:prstGeom>
          <a:solidFill>
            <a:srgbClr val="FFFFFF"/>
          </a:solidFill>
          <a:ln w="38100">
            <a:solidFill>
              <a:srgbClr val="005CFF"/>
            </a:solidFill>
          </a:ln>
        </p:spPr>
        <p:txBody>
          <a:bodyPr wrap="square" lIns="73152" tIns="73152" rIns="73152" bIns="73152" anchor="t">
            <a:normAutofit fontScale="25000" lnSpcReduction="20000"/>
          </a:bodyPr>
          <a:lstStyle/>
          <a:p>
            <a:endParaRPr lang="en-US"/>
          </a:p>
        </p:txBody>
      </p:sp>
      <p:sp>
        <p:nvSpPr>
          <p:cNvPr id="22" name="g1 shape 22"/>
          <p:cNvSpPr/>
          <p:nvPr/>
        </p:nvSpPr>
        <p:spPr>
          <a:xfrm>
            <a:off x="4658868" y="2628900"/>
            <a:ext cx="137160" cy="137160"/>
          </a:xfrm>
          <a:prstGeom prst="ellipse">
            <a:avLst/>
          </a:prstGeom>
          <a:solidFill>
            <a:srgbClr val="005CFF"/>
          </a:solidFill>
          <a:ln>
            <a:noFill/>
          </a:ln>
        </p:spPr>
        <p:txBody>
          <a:bodyPr wrap="square" lIns="73152" tIns="73152" rIns="73152" bIns="73152" anchor="t">
            <a:normAutofit fontScale="25000" lnSpcReduction="20000"/>
          </a:bodyPr>
          <a:lstStyle/>
          <a:p>
            <a:endParaRPr lang="en-US"/>
          </a:p>
        </p:txBody>
      </p:sp>
      <p:sp>
        <p:nvSpPr>
          <p:cNvPr id="23" name="g1 shape 23"/>
          <p:cNvSpPr/>
          <p:nvPr/>
        </p:nvSpPr>
        <p:spPr>
          <a:xfrm>
            <a:off x="3392424" y="3017520"/>
            <a:ext cx="2670048" cy="1874519"/>
          </a:xfrm>
          <a:prstGeom prst="roundRect">
            <a:avLst/>
          </a:prstGeom>
          <a:solidFill>
            <a:srgbClr val="F3F7FD"/>
          </a:solidFill>
          <a:ln w="12700">
            <a:solidFill>
              <a:srgbClr val="DCE6F5"/>
            </a:solidFill>
          </a:ln>
        </p:spPr>
        <p:txBody>
          <a:bodyPr wrap="square" lIns="128016" tIns="128016" rIns="128016" bIns="128016" anchor="t">
            <a:normAutofit fontScale="92500" lnSpcReduction="10000"/>
          </a:bodyPr>
          <a:lstStyle/>
          <a:p>
            <a:pPr algn="l">
              <a:spcBef>
                <a:spcPts val="0"/>
              </a:spcBef>
            </a:pPr>
            <a:r>
              <a:rPr lang="th-TH" sz="1500" b="1" dirty="0">
                <a:solidFill>
                  <a:srgbClr val="005CFF"/>
                </a:solidFill>
              </a:rPr>
              <a:t>Specialty Agents, Skills &amp; MCP</a:t>
            </a:r>
          </a:p>
          <a:p>
            <a:pPr algn="l">
              <a:spcBef>
                <a:spcPts val="600"/>
              </a:spcBef>
            </a:pPr>
            <a:r>
              <a:rPr lang="th-TH" sz="1200" b="0" dirty="0">
                <a:solidFill>
                  <a:srgbClr val="0D1B2A"/>
                </a:solidFill>
              </a:rPr>
              <a:t>Module 4 Specialty Agent (.claude/agents/)</a:t>
            </a:r>
          </a:p>
          <a:p>
            <a:pPr algn="l">
              <a:spcBef>
                <a:spcPts val="600"/>
              </a:spcBef>
            </a:pPr>
            <a:r>
              <a:rPr lang="th-TH" sz="1200" b="0" dirty="0">
                <a:solidFill>
                  <a:srgbClr val="0D1B2A"/>
                </a:solidFill>
              </a:rPr>
              <a:t>Module 5 Skills &amp; Extended Tools</a:t>
            </a:r>
          </a:p>
          <a:p>
            <a:pPr algn="l">
              <a:spcBef>
                <a:spcPts val="600"/>
              </a:spcBef>
            </a:pPr>
            <a:r>
              <a:rPr lang="th-TH" sz="1200" b="0" dirty="0">
                <a:solidFill>
                  <a:srgbClr val="0D1B2A"/>
                </a:solidFill>
              </a:rPr>
              <a:t>Module 6 MCP (Model Context Protocol)</a:t>
            </a:r>
          </a:p>
        </p:txBody>
      </p:sp>
      <p:sp>
        <p:nvSpPr>
          <p:cNvPr id="24" name="g1 shape 24"/>
          <p:cNvSpPr/>
          <p:nvPr/>
        </p:nvSpPr>
        <p:spPr>
          <a:xfrm>
            <a:off x="3392424" y="4983480"/>
            <a:ext cx="2670048" cy="914400"/>
          </a:xfrm>
          <a:prstGeom prst="roundRect">
            <a:avLst/>
          </a:prstGeom>
          <a:solidFill>
            <a:srgbClr val="005CFF"/>
          </a:solidFill>
          <a:ln>
            <a:noFill/>
          </a:ln>
        </p:spPr>
        <p:txBody>
          <a:bodyPr wrap="square" lIns="109728" tIns="109728" rIns="109728" bIns="109728" anchor="ctr">
            <a:normAutofit fontScale="92500"/>
          </a:bodyPr>
          <a:lstStyle/>
          <a:p>
            <a:pPr algn="l">
              <a:spcBef>
                <a:spcPts val="0"/>
              </a:spcBef>
            </a:pPr>
            <a:r>
              <a:rPr lang="th-TH" sz="1150" b="0" dirty="0">
                <a:solidFill>
                  <a:srgbClr val="FFFFFF"/>
                </a:solidFill>
              </a:rPr>
              <a:t>🛠 Workshop 2: สร้าง data-researcher</a:t>
            </a:r>
          </a:p>
          <a:p>
            <a:pPr algn="l">
              <a:spcBef>
                <a:spcPts val="200"/>
              </a:spcBef>
            </a:pPr>
            <a:r>
              <a:rPr lang="th-TH" sz="1150" b="0" dirty="0">
                <a:solidFill>
                  <a:srgbClr val="FFFFFF"/>
                </a:solidFill>
              </a:rPr>
              <a:t>🛠 Workshop 3: MCP Guided Demo</a:t>
            </a:r>
          </a:p>
        </p:txBody>
      </p:sp>
      <p:sp>
        <p:nvSpPr>
          <p:cNvPr id="25" name="g1 shape 25"/>
          <p:cNvSpPr/>
          <p:nvPr/>
        </p:nvSpPr>
        <p:spPr>
          <a:xfrm>
            <a:off x="6190488" y="2103120"/>
            <a:ext cx="2670048" cy="365760"/>
          </a:xfrm>
          <a:prstGeom prst="rect">
            <a:avLst/>
          </a:prstGeom>
          <a:noFill/>
          <a:ln>
            <a:noFill/>
          </a:ln>
        </p:spPr>
        <p:txBody>
          <a:bodyPr wrap="square" lIns="18288" tIns="18288" rIns="18288" bIns="18288" anchor="ctr">
            <a:normAutofit/>
          </a:bodyPr>
          <a:lstStyle/>
          <a:p>
            <a:pPr algn="ctr">
              <a:spcBef>
                <a:spcPts val="0"/>
              </a:spcBef>
            </a:pPr>
            <a:r>
              <a:rPr lang="th-TH" sz="1400" b="1" dirty="0">
                <a:solidFill>
                  <a:srgbClr val="0D1B2A"/>
                </a:solidFill>
              </a:rPr>
              <a:t>วันที่ 2 · เช้า  </a:t>
            </a:r>
            <a:r>
              <a:rPr lang="th-TH" sz="1400" b="0" dirty="0">
                <a:solidFill>
                  <a:srgbClr val="3A4756"/>
                </a:solidFill>
              </a:rPr>
              <a:t>09:00–12:00 น.</a:t>
            </a:r>
          </a:p>
        </p:txBody>
      </p:sp>
      <p:sp>
        <p:nvSpPr>
          <p:cNvPr id="26" name="g1 shape 26"/>
          <p:cNvSpPr/>
          <p:nvPr/>
        </p:nvSpPr>
        <p:spPr>
          <a:xfrm>
            <a:off x="7370064" y="2542032"/>
            <a:ext cx="310896" cy="310896"/>
          </a:xfrm>
          <a:prstGeom prst="ellipse">
            <a:avLst/>
          </a:prstGeom>
          <a:solidFill>
            <a:srgbClr val="FFFFFF"/>
          </a:solidFill>
          <a:ln w="38100">
            <a:solidFill>
              <a:srgbClr val="0D1B2A"/>
            </a:solidFill>
          </a:ln>
        </p:spPr>
        <p:txBody>
          <a:bodyPr wrap="square" lIns="73152" tIns="73152" rIns="73152" bIns="73152" anchor="t">
            <a:normAutofit fontScale="25000" lnSpcReduction="20000"/>
          </a:bodyPr>
          <a:lstStyle/>
          <a:p>
            <a:endParaRPr lang="en-US"/>
          </a:p>
        </p:txBody>
      </p:sp>
      <p:sp>
        <p:nvSpPr>
          <p:cNvPr id="27" name="g1 shape 27"/>
          <p:cNvSpPr/>
          <p:nvPr/>
        </p:nvSpPr>
        <p:spPr>
          <a:xfrm>
            <a:off x="7456932" y="2628900"/>
            <a:ext cx="137160" cy="137160"/>
          </a:xfrm>
          <a:prstGeom prst="ellipse">
            <a:avLst/>
          </a:prstGeom>
          <a:solidFill>
            <a:srgbClr val="0D1B2A"/>
          </a:solidFill>
          <a:ln>
            <a:noFill/>
          </a:ln>
        </p:spPr>
        <p:txBody>
          <a:bodyPr wrap="square" lIns="73152" tIns="73152" rIns="73152" bIns="73152" anchor="t">
            <a:normAutofit fontScale="25000" lnSpcReduction="20000"/>
          </a:bodyPr>
          <a:lstStyle/>
          <a:p>
            <a:endParaRPr lang="en-US"/>
          </a:p>
        </p:txBody>
      </p:sp>
      <p:sp>
        <p:nvSpPr>
          <p:cNvPr id="28" name="g1 shape 28"/>
          <p:cNvSpPr/>
          <p:nvPr/>
        </p:nvSpPr>
        <p:spPr>
          <a:xfrm>
            <a:off x="6190488" y="3017520"/>
            <a:ext cx="2670048" cy="1874519"/>
          </a:xfrm>
          <a:prstGeom prst="roundRect">
            <a:avLst/>
          </a:prstGeom>
          <a:solidFill>
            <a:srgbClr val="F3F7FD"/>
          </a:solidFill>
          <a:ln w="12700">
            <a:solidFill>
              <a:srgbClr val="DCE6F5"/>
            </a:solidFill>
          </a:ln>
        </p:spPr>
        <p:txBody>
          <a:bodyPr wrap="square" lIns="128016" tIns="128016" rIns="128016" bIns="128016" anchor="t">
            <a:normAutofit fontScale="92500" lnSpcReduction="20000"/>
          </a:bodyPr>
          <a:lstStyle/>
          <a:p>
            <a:pPr algn="l">
              <a:spcBef>
                <a:spcPts val="0"/>
              </a:spcBef>
            </a:pPr>
            <a:r>
              <a:rPr lang="th-TH" sz="1500" b="1" dirty="0">
                <a:solidFill>
                  <a:srgbClr val="0D1B2A"/>
                </a:solidFill>
              </a:rPr>
              <a:t>Pipelines, Memory &amp; Guardrails</a:t>
            </a:r>
          </a:p>
          <a:p>
            <a:pPr algn="l">
              <a:spcBef>
                <a:spcPts val="600"/>
              </a:spcBef>
            </a:pPr>
            <a:r>
              <a:rPr lang="th-TH" sz="1200" b="0" dirty="0">
                <a:solidFill>
                  <a:srgbClr val="0D1B2A"/>
                </a:solidFill>
              </a:rPr>
              <a:t>Module 7 Orchestration &amp; Sequential</a:t>
            </a:r>
          </a:p>
          <a:p>
            <a:pPr algn="l">
              <a:spcBef>
                <a:spcPts val="600"/>
              </a:spcBef>
            </a:pPr>
            <a:r>
              <a:rPr lang="th-TH" sz="1200" b="0" dirty="0">
                <a:solidFill>
                  <a:srgbClr val="0D1B2A"/>
                </a:solidFill>
              </a:rPr>
              <a:t>Module 8 Context Engineering &amp; Memory</a:t>
            </a:r>
          </a:p>
          <a:p>
            <a:pPr algn="l">
              <a:spcBef>
                <a:spcPts val="600"/>
              </a:spcBef>
            </a:pPr>
            <a:r>
              <a:rPr lang="th-TH" sz="1200" b="0" dirty="0">
                <a:solidFill>
                  <a:srgbClr val="0D1B2A"/>
                </a:solidFill>
              </a:rPr>
              <a:t>Module 9 Guardrails, Permissions &amp; Hooks</a:t>
            </a:r>
          </a:p>
        </p:txBody>
      </p:sp>
      <p:sp>
        <p:nvSpPr>
          <p:cNvPr id="29" name="g1 shape 29"/>
          <p:cNvSpPr/>
          <p:nvPr/>
        </p:nvSpPr>
        <p:spPr>
          <a:xfrm>
            <a:off x="6190488" y="4983480"/>
            <a:ext cx="2670048" cy="914400"/>
          </a:xfrm>
          <a:prstGeom prst="roundRect">
            <a:avLst/>
          </a:prstGeom>
          <a:solidFill>
            <a:srgbClr val="0D1B2A"/>
          </a:solidFill>
          <a:ln>
            <a:noFill/>
          </a:ln>
        </p:spPr>
        <p:txBody>
          <a:bodyPr wrap="square" lIns="109728" tIns="109728" rIns="109728" bIns="109728" anchor="ctr">
            <a:normAutofit fontScale="92500"/>
          </a:bodyPr>
          <a:lstStyle/>
          <a:p>
            <a:pPr algn="l">
              <a:spcBef>
                <a:spcPts val="0"/>
              </a:spcBef>
            </a:pPr>
            <a:r>
              <a:rPr lang="th-TH" sz="1150" b="0" dirty="0">
                <a:solidFill>
                  <a:srgbClr val="FFFFFF"/>
                </a:solidFill>
              </a:rPr>
              <a:t>🛠 Workshop 4: Sequential Pipeline</a:t>
            </a:r>
          </a:p>
          <a:p>
            <a:pPr algn="l">
              <a:spcBef>
                <a:spcPts val="200"/>
              </a:spcBef>
            </a:pPr>
            <a:r>
              <a:rPr lang="th-TH" sz="1150" b="0" dirty="0">
                <a:solidFill>
                  <a:srgbClr val="FFFFFF"/>
                </a:solidFill>
              </a:rPr>
              <a:t>🛠 Workshop 5: Quality &amp; Cost Gate</a:t>
            </a:r>
          </a:p>
        </p:txBody>
      </p:sp>
      <p:sp>
        <p:nvSpPr>
          <p:cNvPr id="30" name="g1 shape 30"/>
          <p:cNvSpPr/>
          <p:nvPr/>
        </p:nvSpPr>
        <p:spPr>
          <a:xfrm>
            <a:off x="8988552" y="2103120"/>
            <a:ext cx="2670048" cy="365760"/>
          </a:xfrm>
          <a:prstGeom prst="rect">
            <a:avLst/>
          </a:prstGeom>
          <a:noFill/>
          <a:ln>
            <a:noFill/>
          </a:ln>
        </p:spPr>
        <p:txBody>
          <a:bodyPr wrap="square" lIns="18288" tIns="18288" rIns="18288" bIns="18288" anchor="ctr">
            <a:normAutofit/>
          </a:bodyPr>
          <a:lstStyle/>
          <a:p>
            <a:pPr algn="ctr">
              <a:spcBef>
                <a:spcPts val="0"/>
              </a:spcBef>
            </a:pPr>
            <a:r>
              <a:rPr lang="th-TH" sz="1400" b="1" dirty="0">
                <a:solidFill>
                  <a:srgbClr val="0D1B2A"/>
                </a:solidFill>
              </a:rPr>
              <a:t>วันที่ 2 · บ่าย  </a:t>
            </a:r>
            <a:r>
              <a:rPr lang="th-TH" sz="1400" b="0" dirty="0">
                <a:solidFill>
                  <a:srgbClr val="3A4756"/>
                </a:solidFill>
              </a:rPr>
              <a:t>13:00–16:00 น.</a:t>
            </a:r>
          </a:p>
        </p:txBody>
      </p:sp>
      <p:sp>
        <p:nvSpPr>
          <p:cNvPr id="31" name="g1 shape 31"/>
          <p:cNvSpPr/>
          <p:nvPr/>
        </p:nvSpPr>
        <p:spPr>
          <a:xfrm>
            <a:off x="10168128" y="2542032"/>
            <a:ext cx="310896" cy="310896"/>
          </a:xfrm>
          <a:prstGeom prst="ellipse">
            <a:avLst/>
          </a:prstGeom>
          <a:solidFill>
            <a:srgbClr val="FFFFFF"/>
          </a:solidFill>
          <a:ln w="38100">
            <a:solidFill>
              <a:srgbClr val="0D1B2A"/>
            </a:solidFill>
          </a:ln>
        </p:spPr>
        <p:txBody>
          <a:bodyPr wrap="square" lIns="73152" tIns="73152" rIns="73152" bIns="73152" anchor="t">
            <a:normAutofit fontScale="25000" lnSpcReduction="20000"/>
          </a:bodyPr>
          <a:lstStyle/>
          <a:p>
            <a:endParaRPr lang="en-US"/>
          </a:p>
        </p:txBody>
      </p:sp>
      <p:sp>
        <p:nvSpPr>
          <p:cNvPr id="32" name="g1 shape 32"/>
          <p:cNvSpPr/>
          <p:nvPr/>
        </p:nvSpPr>
        <p:spPr>
          <a:xfrm>
            <a:off x="10254996" y="2628900"/>
            <a:ext cx="137160" cy="137160"/>
          </a:xfrm>
          <a:prstGeom prst="ellipse">
            <a:avLst/>
          </a:prstGeom>
          <a:solidFill>
            <a:srgbClr val="0D1B2A"/>
          </a:solidFill>
          <a:ln>
            <a:noFill/>
          </a:ln>
        </p:spPr>
        <p:txBody>
          <a:bodyPr wrap="square" lIns="73152" tIns="73152" rIns="73152" bIns="73152" anchor="t">
            <a:normAutofit fontScale="25000" lnSpcReduction="20000"/>
          </a:bodyPr>
          <a:lstStyle/>
          <a:p>
            <a:endParaRPr lang="en-US"/>
          </a:p>
        </p:txBody>
      </p:sp>
      <p:sp>
        <p:nvSpPr>
          <p:cNvPr id="33" name="g1 shape 33"/>
          <p:cNvSpPr/>
          <p:nvPr/>
        </p:nvSpPr>
        <p:spPr>
          <a:xfrm>
            <a:off x="8988552" y="3017520"/>
            <a:ext cx="2670048" cy="1874519"/>
          </a:xfrm>
          <a:prstGeom prst="roundRect">
            <a:avLst/>
          </a:prstGeom>
          <a:solidFill>
            <a:srgbClr val="F3F7FD"/>
          </a:solidFill>
          <a:ln w="12700">
            <a:solidFill>
              <a:srgbClr val="DCE6F5"/>
            </a:solidFill>
          </a:ln>
        </p:spPr>
        <p:txBody>
          <a:bodyPr wrap="square" lIns="128016" tIns="128016" rIns="128016" bIns="128016" anchor="t">
            <a:normAutofit/>
          </a:bodyPr>
          <a:lstStyle/>
          <a:p>
            <a:pPr algn="l">
              <a:spcBef>
                <a:spcPts val="0"/>
              </a:spcBef>
            </a:pPr>
            <a:r>
              <a:rPr lang="th-TH" sz="1500" b="1" dirty="0">
                <a:solidFill>
                  <a:srgbClr val="0D1B2A"/>
                </a:solidFill>
              </a:rPr>
              <a:t>Capstone &amp; Deployment</a:t>
            </a:r>
          </a:p>
          <a:p>
            <a:pPr algn="l">
              <a:spcBef>
                <a:spcPts val="600"/>
              </a:spcBef>
            </a:pPr>
            <a:r>
              <a:rPr lang="th-TH" sz="1200" b="0" dirty="0">
                <a:solidFill>
                  <a:srgbClr val="0D1B2A"/>
                </a:solidFill>
              </a:rPr>
              <a:t>Module 10 Capstone: ทีม Multi-Agent แบบ Leader-first</a:t>
            </a:r>
          </a:p>
          <a:p>
            <a:pPr algn="l">
              <a:spcBef>
                <a:spcPts val="600"/>
              </a:spcBef>
            </a:pPr>
            <a:r>
              <a:rPr lang="th-TH" sz="1200" b="0" dirty="0">
                <a:solidFill>
                  <a:srgbClr val="0D1B2A"/>
                </a:solidFill>
              </a:rPr>
              <a:t>Module 11 Deploy ขึ้น Vercel &amp; Pre-flight Checklist</a:t>
            </a:r>
          </a:p>
        </p:txBody>
      </p:sp>
      <p:sp>
        <p:nvSpPr>
          <p:cNvPr id="34" name="g1 shape 34"/>
          <p:cNvSpPr/>
          <p:nvPr/>
        </p:nvSpPr>
        <p:spPr>
          <a:xfrm>
            <a:off x="8988552" y="4983480"/>
            <a:ext cx="2670048" cy="914400"/>
          </a:xfrm>
          <a:prstGeom prst="roundRect">
            <a:avLst/>
          </a:prstGeom>
          <a:solidFill>
            <a:srgbClr val="0D1B2A"/>
          </a:solidFill>
          <a:ln>
            <a:noFill/>
          </a:ln>
        </p:spPr>
        <p:txBody>
          <a:bodyPr wrap="square" lIns="109728" tIns="109728" rIns="109728" bIns="109728" anchor="ctr">
            <a:normAutofit/>
          </a:bodyPr>
          <a:lstStyle/>
          <a:p>
            <a:pPr algn="l">
              <a:spcBef>
                <a:spcPts val="0"/>
              </a:spcBef>
            </a:pPr>
            <a:r>
              <a:rPr lang="th-TH" sz="1150" b="0" dirty="0">
                <a:solidFill>
                  <a:srgbClr val="FFFFFF"/>
                </a:solidFill>
              </a:rPr>
              <a:t>🛠 Workshop 6: แดชบอร์ด + สรุปผู้บริหาร</a:t>
            </a:r>
          </a:p>
        </p:txBody>
      </p:sp>
      <p:sp>
        <p:nvSpPr>
          <p:cNvPr id="2" name="Footer Placeholder 1">
            <a:extLst>
              <a:ext uri="{FF2B5EF4-FFF2-40B4-BE49-F238E27FC236}">
                <a16:creationId xmlns:a16="http://schemas.microsoft.com/office/drawing/2014/main" id="{F8D1321E-C6DD-0BFD-672D-F9AB14EFB1C5}"/>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B7AB5144-DC62-4D0F-E587-92FFCA4A1D15}"/>
              </a:ext>
            </a:extLst>
          </p:cNvPr>
          <p:cNvSpPr>
            <a:spLocks noGrp="1"/>
          </p:cNvSpPr>
          <p:nvPr>
            <p:ph type="sldNum" sz="quarter" idx="4"/>
          </p:nvPr>
        </p:nvSpPr>
        <p:spPr/>
        <p:txBody>
          <a:bodyPr/>
          <a:lstStyle/>
          <a:p>
            <a:fld id="{7B973119-0BF9-7444-941C-BCE2AFE6BE2E}" type="slidenum">
              <a:rPr lang="en-TH" smtClean="0"/>
              <a:pPr/>
              <a:t>3</a:t>
            </a:fld>
            <a:endParaRPr lang="en-TH"/>
          </a:p>
        </p:txBody>
      </p:sp>
    </p:spTree>
    <p:extLst>
      <p:ext uri="{BB962C8B-B14F-4D97-AF65-F5344CB8AC3E}">
        <p14:creationId xmlns:p14="http://schemas.microsoft.com/office/powerpoint/2010/main" val="3018652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0" y="733916"/>
            <a:ext cx="10248900" cy="688485"/>
          </a:xfrm>
        </p:spPr>
        <p:txBody>
          <a:bodyPr anchor="ctr">
            <a:normAutofit/>
          </a:bodyPr>
          <a:lstStyle/>
          <a:p>
            <a:r>
              <a:rPr lang="th-TH" dirty="0"/>
              <a:t>จบ 2 วัน คุณจะทำได้ 5 เรื่อง</a:t>
            </a:r>
          </a:p>
        </p:txBody>
      </p:sp>
      <p:sp>
        <p:nvSpPr>
          <p:cNvPr id="3" name="Content Placeholder 2"/>
          <p:cNvSpPr>
            <a:spLocks noGrp="1"/>
          </p:cNvSpPr>
          <p:nvPr>
            <p:ph sz="quarter" idx="12"/>
          </p:nvPr>
        </p:nvSpPr>
        <p:spPr>
          <a:xfrm>
            <a:off x="838199" y="1549400"/>
            <a:ext cx="5419477" cy="4498975"/>
          </a:xfrm>
        </p:spPr>
        <p:txBody>
          <a:bodyPr>
            <a:normAutofit/>
          </a:bodyPr>
          <a:lstStyle/>
          <a:p>
            <a:pPr marL="0" indent="0" algn="l">
              <a:spcBef>
                <a:spcPts val="0"/>
              </a:spcBef>
              <a:buNone/>
            </a:pPr>
            <a:r>
              <a:rPr lang="th-TH" sz="1600" b="1" dirty="0">
                <a:solidFill>
                  <a:srgbClr val="005CFF"/>
                </a:solidFill>
              </a:rPr>
              <a:t>01  Environment &amp; Profiles</a:t>
            </a:r>
          </a:p>
          <a:p>
            <a:pPr marL="0" indent="0" algn="l">
              <a:spcBef>
                <a:spcPts val="100"/>
              </a:spcBef>
              <a:buNone/>
            </a:pPr>
            <a:r>
              <a:rPr lang="th-TH" sz="1400" b="0" dirty="0">
                <a:solidFill>
                  <a:srgbClr val="0D1B2A"/>
                </a:solidFill>
              </a:rPr>
              <a:t>จัดการพารามิเตอร์และโปรไฟล์ Claude Code บน Local ได้ถูกต้อง</a:t>
            </a:r>
          </a:p>
          <a:p>
            <a:pPr marL="0" indent="0" algn="l">
              <a:spcBef>
                <a:spcPts val="900"/>
              </a:spcBef>
              <a:buNone/>
            </a:pPr>
            <a:r>
              <a:rPr lang="th-TH" sz="1600" b="1" dirty="0">
                <a:solidFill>
                  <a:srgbClr val="005CFF"/>
                </a:solidFill>
              </a:rPr>
              <a:t>02  Specialty Agents</a:t>
            </a:r>
          </a:p>
          <a:p>
            <a:pPr marL="0" indent="0" algn="l">
              <a:spcBef>
                <a:spcPts val="100"/>
              </a:spcBef>
              <a:buNone/>
            </a:pPr>
            <a:r>
              <a:rPr lang="th-TH" sz="1400" b="0" dirty="0">
                <a:solidFill>
                  <a:srgbClr val="0D1B2A"/>
                </a:solidFill>
              </a:rPr>
              <a:t>สร้างด้วย Markdown + YAML Frontmatter พร้อม Skills และ MCP</a:t>
            </a:r>
          </a:p>
          <a:p>
            <a:pPr marL="0" indent="0" algn="l">
              <a:spcBef>
                <a:spcPts val="900"/>
              </a:spcBef>
              <a:buNone/>
            </a:pPr>
            <a:r>
              <a:rPr lang="th-TH" sz="1600" b="1" dirty="0">
                <a:solidFill>
                  <a:srgbClr val="005CFF"/>
                </a:solidFill>
              </a:rPr>
              <a:t>03  Agent Architecture</a:t>
            </a:r>
          </a:p>
          <a:p>
            <a:pPr marL="0" indent="0" algn="l">
              <a:spcBef>
                <a:spcPts val="100"/>
              </a:spcBef>
              <a:buNone/>
            </a:pPr>
            <a:r>
              <a:rPr lang="th-TH" sz="1400" b="0" dirty="0">
                <a:solidFill>
                  <a:srgbClr val="0D1B2A"/>
                </a:solidFill>
              </a:rPr>
              <a:t>Swarm (Parallel) · Sequential Pipeline · Leader-first Orchestration</a:t>
            </a:r>
          </a:p>
          <a:p>
            <a:pPr marL="0" indent="0" algn="l">
              <a:spcBef>
                <a:spcPts val="900"/>
              </a:spcBef>
              <a:buNone/>
            </a:pPr>
            <a:r>
              <a:rPr lang="th-TH" sz="1600" b="1" dirty="0">
                <a:solidFill>
                  <a:srgbClr val="005CFF"/>
                </a:solidFill>
              </a:rPr>
              <a:t>04  Guardrails</a:t>
            </a:r>
          </a:p>
          <a:p>
            <a:pPr marL="0" indent="0" algn="l">
              <a:spcBef>
                <a:spcPts val="100"/>
              </a:spcBef>
              <a:buNone/>
            </a:pPr>
            <a:r>
              <a:rPr lang="th-TH" sz="1400" b="0" dirty="0">
                <a:solidFill>
                  <a:srgbClr val="0D1B2A"/>
                </a:solidFill>
              </a:rPr>
              <a:t>Permission Boundaries · Approval Gates · Hooks คุมคุณภาพ ความปลอดภัย และ Token</a:t>
            </a:r>
          </a:p>
          <a:p>
            <a:pPr marL="0" indent="0" algn="l">
              <a:spcBef>
                <a:spcPts val="900"/>
              </a:spcBef>
              <a:buNone/>
            </a:pPr>
            <a:r>
              <a:rPr lang="th-TH" sz="1600" b="1" dirty="0">
                <a:solidFill>
                  <a:srgbClr val="005CFF"/>
                </a:solidFill>
              </a:rPr>
              <a:t>05  Production Delivery</a:t>
            </a:r>
          </a:p>
          <a:p>
            <a:pPr marL="0" indent="0" algn="l">
              <a:spcBef>
                <a:spcPts val="100"/>
              </a:spcBef>
              <a:buNone/>
            </a:pPr>
            <a:r>
              <a:rPr lang="th-TH" sz="1400" b="0" dirty="0">
                <a:solidFill>
                  <a:srgbClr val="0D1B2A"/>
                </a:solidFill>
              </a:rPr>
              <a:t>ส่งมอบแดชบอร์ด Sales Insight เป็นทีม 5 บทบาท ภายใต้ Shared Contract แล้ว preflight ก่อน Vercel</a:t>
            </a:r>
          </a:p>
        </p:txBody>
      </p:sp>
      <p:pic>
        <p:nvPicPr>
          <p:cNvPr id="4" name="Picture Placeholder 3" descr="handoff-agents.png"/>
          <p:cNvPicPr>
            <a:picLocks noGrp="1" noChangeAspect="1"/>
          </p:cNvPicPr>
          <p:nvPr>
            <p:ph sz="quarter" idx="13"/>
          </p:nvPr>
        </p:nvPicPr>
        <p:blipFill>
          <a:blip r:embed="rId3"/>
          <a:stretch>
            <a:fillRect/>
          </a:stretch>
        </p:blipFill>
        <p:spPr>
          <a:xfrm>
            <a:off x="6191250" y="2346920"/>
            <a:ext cx="5162550" cy="2903934"/>
          </a:xfrm>
          <a:noFill/>
        </p:spPr>
      </p:pic>
      <p:sp>
        <p:nvSpPr>
          <p:cNvPr id="16" name="Footer Placeholder 4">
            <a:extLst>
              <a:ext uri="{FF2B5EF4-FFF2-40B4-BE49-F238E27FC236}">
                <a16:creationId xmlns:a16="http://schemas.microsoft.com/office/drawing/2014/main" id="{EB2C4949-BE32-0149-D82A-434EDEAACDF7}"/>
              </a:ext>
            </a:extLst>
          </p:cNvPr>
          <p:cNvSpPr>
            <a:spLocks noGrp="1"/>
          </p:cNvSpPr>
          <p:nvPr>
            <p:ph type="ftr" sz="quarter" idx="3"/>
          </p:nvPr>
        </p:nvSpPr>
        <p:spPr>
          <a:xfrm>
            <a:off x="838202" y="6174245"/>
            <a:ext cx="4389253" cy="365125"/>
          </a:xfrm>
        </p:spPr>
        <p:txBody>
          <a:bodyPr/>
          <a:lstStyle/>
          <a:p>
            <a:pPr>
              <a:spcAft>
                <a:spcPts val="600"/>
              </a:spcAft>
            </a:pPr>
            <a:r>
              <a:rPr lang="en-US"/>
              <a:t>Copyright © 2026 9Expert Co., Ltd. All rights reserved.</a:t>
            </a:r>
            <a:endParaRPr lang="en-TH"/>
          </a:p>
        </p:txBody>
      </p:sp>
      <p:sp>
        <p:nvSpPr>
          <p:cNvPr id="17" name="Slide Number Placeholder 5">
            <a:extLst>
              <a:ext uri="{FF2B5EF4-FFF2-40B4-BE49-F238E27FC236}">
                <a16:creationId xmlns:a16="http://schemas.microsoft.com/office/drawing/2014/main" id="{383D8C7C-4132-BB5A-68DE-86F6519314C9}"/>
              </a:ext>
            </a:extLst>
          </p:cNvPr>
          <p:cNvSpPr>
            <a:spLocks noGrp="1"/>
          </p:cNvSpPr>
          <p:nvPr>
            <p:ph type="sldNum" sz="quarter" idx="4"/>
          </p:nvPr>
        </p:nvSpPr>
        <p:spPr>
          <a:xfrm>
            <a:off x="10182228" y="6167120"/>
            <a:ext cx="1171575" cy="365125"/>
          </a:xfrm>
        </p:spPr>
        <p:txBody>
          <a:bodyPr/>
          <a:lstStyle/>
          <a:p>
            <a:pPr>
              <a:spcAft>
                <a:spcPts val="600"/>
              </a:spcAft>
            </a:pPr>
            <a:fld id="{7B973119-0BF9-7444-941C-BCE2AFE6BE2E}" type="slidenum">
              <a:rPr lang="en-TH" smtClean="0"/>
              <a:t>4</a:t>
            </a:fld>
            <a:endParaRPr lang="en-TH"/>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g2 shape 21"/>
          <p:cNvSpPr/>
          <p:nvPr/>
        </p:nvSpPr>
        <p:spPr>
          <a:xfrm>
            <a:off x="838504" y="1600200"/>
            <a:ext cx="5162702" cy="713232"/>
          </a:xfrm>
          <a:prstGeom prst="roundRect">
            <a:avLst>
              <a:gd name="adj" fmla="val 12000"/>
            </a:avLst>
          </a:prstGeom>
          <a:solidFill>
            <a:srgbClr val="7FB5FA"/>
          </a:solidFill>
          <a:ln>
            <a:noFill/>
          </a:ln>
        </p:spPr>
        <p:txBody>
          <a:bodyPr wrap="square" lIns="228600" tIns="91440" rIns="228600" bIns="91440" anchor="ctr">
            <a:normAutofit/>
          </a:bodyPr>
          <a:lstStyle/>
          <a:p>
            <a:pPr marL="0" indent="0" algn="l">
              <a:spcBef>
                <a:spcPts val="0"/>
              </a:spcBef>
              <a:buNone/>
            </a:pPr>
            <a:r>
              <a:rPr lang="th-TH" sz="2200" b="1" dirty="0">
                <a:solidFill>
                  <a:srgbClr val="FFFFFF"/>
                </a:solidFill>
              </a:rPr>
              <a:t>กลุ่มเป้าหมาย (Target Audience)</a:t>
            </a:r>
          </a:p>
        </p:txBody>
      </p:sp>
      <p:sp>
        <p:nvSpPr>
          <p:cNvPr id="22" name="g2 shape 22"/>
          <p:cNvSpPr/>
          <p:nvPr/>
        </p:nvSpPr>
        <p:spPr>
          <a:xfrm>
            <a:off x="838504" y="2468880"/>
            <a:ext cx="5162702" cy="2606040"/>
          </a:xfrm>
          <a:prstGeom prst="roundRect">
            <a:avLst>
              <a:gd name="adj" fmla="val 12000"/>
            </a:avLst>
          </a:prstGeom>
          <a:solidFill>
            <a:srgbClr val="F3F7FD"/>
          </a:solidFill>
          <a:ln>
            <a:noFill/>
          </a:ln>
        </p:spPr>
        <p:txBody>
          <a:bodyPr wrap="square" lIns="228600" tIns="91440" rIns="228600" bIns="91440" anchor="t">
            <a:normAutofit/>
          </a:bodyPr>
          <a:lstStyle/>
          <a:p>
            <a:pPr marL="285750" indent="-285750" algn="l">
              <a:spcBef>
                <a:spcPts val="0"/>
              </a:spcBef>
              <a:buFont typeface="Arial"/>
              <a:buChar char="•"/>
            </a:pPr>
            <a:r>
              <a:rPr lang="th-TH" sz="1600" b="1" dirty="0">
                <a:solidFill>
                  <a:srgbClr val="0D1B2A"/>
                </a:solidFill>
              </a:rPr>
              <a:t>Developers / Software Engineers</a:t>
            </a:r>
          </a:p>
          <a:p>
            <a:pPr marL="285750" indent="0" algn="l">
              <a:spcBef>
                <a:spcPts val="100"/>
              </a:spcBef>
              <a:buNone/>
            </a:pPr>
            <a:r>
              <a:rPr lang="th-TH" sz="1400" b="0" dirty="0">
                <a:solidFill>
                  <a:srgbClr val="3A4756"/>
                </a:solidFill>
              </a:rPr>
              <a:t>ยกระดับจาก AI Chatbot สู่ Autonomous Agentic Workflows</a:t>
            </a:r>
          </a:p>
          <a:p>
            <a:pPr marL="285750" indent="-285750" algn="l">
              <a:spcBef>
                <a:spcPts val="1000"/>
              </a:spcBef>
              <a:buFont typeface="Arial"/>
              <a:buChar char="•"/>
            </a:pPr>
            <a:r>
              <a:rPr lang="th-TH" sz="1600" b="1" dirty="0">
                <a:solidFill>
                  <a:srgbClr val="0D1B2A"/>
                </a:solidFill>
              </a:rPr>
              <a:t>Tech Leads / System Architects</a:t>
            </a:r>
          </a:p>
          <a:p>
            <a:pPr marL="285750" indent="0" algn="l">
              <a:spcBef>
                <a:spcPts val="100"/>
              </a:spcBef>
              <a:buNone/>
            </a:pPr>
            <a:r>
              <a:rPr lang="th-TH" sz="1400" b="0" dirty="0">
                <a:solidFill>
                  <a:srgbClr val="3A4756"/>
                </a:solidFill>
              </a:rPr>
              <a:t>วางโครงสร้าง Multi-Agent Systems ใช้จริงในทีมและองค์กร</a:t>
            </a:r>
          </a:p>
          <a:p>
            <a:pPr marL="285750" indent="-285750" algn="l">
              <a:spcBef>
                <a:spcPts val="1000"/>
              </a:spcBef>
              <a:buFont typeface="Arial"/>
              <a:buChar char="•"/>
            </a:pPr>
            <a:r>
              <a:rPr lang="th-TH" sz="1600" b="1" dirty="0">
                <a:solidFill>
                  <a:srgbClr val="0D1B2A"/>
                </a:solidFill>
              </a:rPr>
              <a:t>Founders / Technical Builders</a:t>
            </a:r>
          </a:p>
          <a:p>
            <a:pPr marL="285750" indent="0" algn="l">
              <a:spcBef>
                <a:spcPts val="100"/>
              </a:spcBef>
              <a:buNone/>
            </a:pPr>
            <a:r>
              <a:rPr lang="th-TH" sz="1400" b="0" dirty="0">
                <a:solidFill>
                  <a:srgbClr val="3A4756"/>
                </a:solidFill>
              </a:rPr>
              <a:t>ใช้ทีม AI Agent ขับเคลื่อนการพัฒนาและส่งมอบซอฟต์แวร์</a:t>
            </a:r>
          </a:p>
        </p:txBody>
      </p:sp>
      <p:sp>
        <p:nvSpPr>
          <p:cNvPr id="23" name="g2 shape 23"/>
          <p:cNvSpPr/>
          <p:nvPr/>
        </p:nvSpPr>
        <p:spPr>
          <a:xfrm>
            <a:off x="6191402" y="1600200"/>
            <a:ext cx="5162702" cy="713232"/>
          </a:xfrm>
          <a:prstGeom prst="roundRect">
            <a:avLst>
              <a:gd name="adj" fmla="val 12000"/>
            </a:avLst>
          </a:prstGeom>
          <a:solidFill>
            <a:srgbClr val="4F8BD0"/>
          </a:solidFill>
          <a:ln>
            <a:noFill/>
          </a:ln>
        </p:spPr>
        <p:txBody>
          <a:bodyPr wrap="square" lIns="228600" tIns="91440" rIns="228600" bIns="91440" anchor="ctr">
            <a:normAutofit/>
          </a:bodyPr>
          <a:lstStyle/>
          <a:p>
            <a:pPr marL="0" indent="0" algn="l">
              <a:spcBef>
                <a:spcPts val="0"/>
              </a:spcBef>
              <a:buNone/>
            </a:pPr>
            <a:r>
              <a:rPr lang="th-TH" sz="2200" b="1" dirty="0">
                <a:solidFill>
                  <a:srgbClr val="FFFFFF"/>
                </a:solidFill>
              </a:rPr>
              <a:t>พื้นฐานที่ต้องมี (Prerequisites)</a:t>
            </a:r>
          </a:p>
        </p:txBody>
      </p:sp>
      <p:sp>
        <p:nvSpPr>
          <p:cNvPr id="24" name="g2 shape 24"/>
          <p:cNvSpPr/>
          <p:nvPr/>
        </p:nvSpPr>
        <p:spPr>
          <a:xfrm>
            <a:off x="6191402" y="2468880"/>
            <a:ext cx="5162702" cy="2606040"/>
          </a:xfrm>
          <a:prstGeom prst="roundRect">
            <a:avLst>
              <a:gd name="adj" fmla="val 12000"/>
            </a:avLst>
          </a:prstGeom>
          <a:solidFill>
            <a:srgbClr val="F3F7FD"/>
          </a:solidFill>
          <a:ln>
            <a:noFill/>
          </a:ln>
        </p:spPr>
        <p:txBody>
          <a:bodyPr wrap="square" lIns="228600" tIns="91440" rIns="228600" bIns="91440" anchor="t">
            <a:normAutofit/>
          </a:bodyPr>
          <a:lstStyle/>
          <a:p>
            <a:pPr marL="285750" indent="-285750" algn="l">
              <a:spcBef>
                <a:spcPts val="0"/>
              </a:spcBef>
              <a:buFont typeface="Arial"/>
              <a:buChar char="•"/>
            </a:pPr>
            <a:r>
              <a:rPr lang="th-TH" sz="1600" b="1" dirty="0">
                <a:solidFill>
                  <a:srgbClr val="0D1B2A"/>
                </a:solidFill>
              </a:rPr>
              <a:t>Terminal / Command Line / PowerShell</a:t>
            </a:r>
          </a:p>
          <a:p>
            <a:pPr marL="285750" indent="0" algn="l">
              <a:spcBef>
                <a:spcPts val="100"/>
              </a:spcBef>
              <a:buNone/>
            </a:pPr>
            <a:r>
              <a:rPr lang="th-TH" sz="1400" b="0" dirty="0">
                <a:solidFill>
                  <a:srgbClr val="3A4756"/>
                </a:solidFill>
              </a:rPr>
              <a:t>ใช้คำสั่งพื้นฐานได้ เช่น cd, ls, mkdir</a:t>
            </a:r>
          </a:p>
          <a:p>
            <a:pPr marL="285750" indent="-285750" algn="l">
              <a:spcBef>
                <a:spcPts val="1000"/>
              </a:spcBef>
              <a:buFont typeface="Arial"/>
              <a:buChar char="•"/>
            </a:pPr>
            <a:r>
              <a:rPr lang="th-TH" sz="1600" b="1" dirty="0">
                <a:solidFill>
                  <a:srgbClr val="0D1B2A"/>
                </a:solidFill>
              </a:rPr>
              <a:t>Prompt Writing</a:t>
            </a:r>
          </a:p>
          <a:p>
            <a:pPr marL="285750" indent="0" algn="l">
              <a:spcBef>
                <a:spcPts val="100"/>
              </a:spcBef>
              <a:buNone/>
            </a:pPr>
            <a:r>
              <a:rPr lang="th-TH" sz="1400" b="0" dirty="0">
                <a:solidFill>
                  <a:srgbClr val="3A4756"/>
                </a:solidFill>
              </a:rPr>
              <a:t>เขียน Prompt กำหนดบทบาท วัตถุประสงค์ และขอบเขตงานของ AI</a:t>
            </a:r>
          </a:p>
          <a:p>
            <a:pPr marL="285750" indent="-285750" algn="l">
              <a:spcBef>
                <a:spcPts val="1000"/>
              </a:spcBef>
              <a:buFont typeface="Arial"/>
              <a:buChar char="•"/>
            </a:pPr>
            <a:r>
              <a:rPr lang="th-TH" sz="1600" b="1" dirty="0">
                <a:solidFill>
                  <a:srgbClr val="0D1B2A"/>
                </a:solidFill>
              </a:rPr>
              <a:t>Git &amp; GitHub</a:t>
            </a:r>
          </a:p>
          <a:p>
            <a:pPr marL="285750" indent="0" algn="l">
              <a:spcBef>
                <a:spcPts val="100"/>
              </a:spcBef>
              <a:buNone/>
            </a:pPr>
            <a:r>
              <a:rPr lang="th-TH" sz="1400" b="0" dirty="0">
                <a:solidFill>
                  <a:srgbClr val="3A4756"/>
                </a:solidFill>
              </a:rPr>
              <a:t>จัดการ Source Control เบื้องต้น</a:t>
            </a:r>
          </a:p>
        </p:txBody>
      </p:sp>
      <p:sp>
        <p:nvSpPr>
          <p:cNvPr id="2" name="Title 1"/>
          <p:cNvSpPr>
            <a:spLocks noGrp="1"/>
          </p:cNvSpPr>
          <p:nvPr>
            <p:ph type="title"/>
          </p:nvPr>
        </p:nvSpPr>
        <p:spPr/>
        <p:txBody>
          <a:bodyPr/>
          <a:lstStyle/>
          <a:p>
            <a:r>
              <a:rPr lang="th-TH" dirty="0"/>
              <a:t>ใครควรเรียน และต้องมีพื้นฐานอะไร</a:t>
            </a:r>
          </a:p>
        </p:txBody>
      </p:sp>
      <p:sp>
        <p:nvSpPr>
          <p:cNvPr id="7" name="TextBox 6"/>
          <p:cNvSpPr txBox="1"/>
          <p:nvPr/>
        </p:nvSpPr>
        <p:spPr>
          <a:xfrm>
            <a:off x="838200" y="5303520"/>
            <a:ext cx="10469880" cy="553998"/>
          </a:xfrm>
          <a:prstGeom prst="rect">
            <a:avLst/>
          </a:prstGeom>
          <a:noFill/>
        </p:spPr>
        <p:txBody>
          <a:bodyPr wrap="square" lIns="0" tIns="0" rIns="0" bIns="0" anchor="ctr">
            <a:spAutoFit/>
          </a:bodyPr>
          <a:lstStyle/>
          <a:p>
            <a:pPr marL="0" indent="0" algn="ctr">
              <a:spcBef>
                <a:spcPts val="0"/>
              </a:spcBef>
              <a:buNone/>
            </a:pPr>
            <a:r>
              <a:rPr lang="th-TH" sz="1600" b="1" dirty="0">
                <a:solidFill>
                  <a:srgbClr val="0D1B2A"/>
                </a:solidFill>
                <a:latin typeface="LINE Seed Sans TH"/>
              </a:rPr>
              <a:t>ทั้ง 3 กลุ่มเริ่มจากพื้นฐานเดียวกัน: Terminal + Prompt + Git — ไม่ต้องเป็น AI Expert มาก่อน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เตรียมเครื่องให้พร้อมก่อนเรียน</a:t>
            </a:r>
          </a:p>
        </p:txBody>
      </p:sp>
      <p:sp>
        <p:nvSpPr>
          <p:cNvPr id="3" name="Content Placeholder 2"/>
          <p:cNvSpPr>
            <a:spLocks noGrp="1"/>
          </p:cNvSpPr>
          <p:nvPr>
            <p:ph sz="quarter" idx="12"/>
          </p:nvPr>
        </p:nvSpPr>
        <p:spPr/>
        <p:txBody>
          <a:bodyPr/>
          <a:lstStyle/>
          <a:p>
            <a:pPr marL="285750" indent="-285750" algn="l">
              <a:spcBef>
                <a:spcPts val="0"/>
              </a:spcBef>
              <a:buFont typeface="Arial"/>
              <a:buChar char="•"/>
            </a:pPr>
            <a:r>
              <a:rPr lang="th-TH" sz="1600" b="1" dirty="0">
                <a:solidFill>
                  <a:srgbClr val="0D1B2A"/>
                </a:solidFill>
              </a:rPr>
              <a:t>OS</a:t>
            </a:r>
          </a:p>
          <a:p>
            <a:pPr marL="285750" indent="0" algn="l">
              <a:spcBef>
                <a:spcPts val="100"/>
              </a:spcBef>
              <a:buNone/>
            </a:pPr>
            <a:r>
              <a:rPr lang="th-TH" sz="1500" b="0" dirty="0">
                <a:solidFill>
                  <a:srgbClr val="3A4756"/>
                </a:solidFill>
              </a:rPr>
              <a:t>Windows 10 / 11, macOS 13+, Linux หรือ WSL</a:t>
            </a:r>
          </a:p>
          <a:p>
            <a:pPr marL="285750" indent="-285750" algn="l">
              <a:spcBef>
                <a:spcPts val="900"/>
              </a:spcBef>
              <a:buFont typeface="Arial"/>
              <a:buChar char="•"/>
            </a:pPr>
            <a:r>
              <a:rPr lang="th-TH" sz="1600" b="1" dirty="0">
                <a:solidFill>
                  <a:srgbClr val="0D1B2A"/>
                </a:solidFill>
              </a:rPr>
              <a:t>Software</a:t>
            </a:r>
          </a:p>
          <a:p>
            <a:pPr marL="285750" indent="0" algn="l">
              <a:spcBef>
                <a:spcPts val="100"/>
              </a:spcBef>
              <a:buNone/>
            </a:pPr>
            <a:r>
              <a:rPr lang="th-TH" sz="1500" b="0" dirty="0">
                <a:solidFill>
                  <a:srgbClr val="3A4756"/>
                </a:solidFill>
              </a:rPr>
              <a:t>Git · VS Code หรือ Cursor · Windows: ใช้ PowerShell (มาพร้อม Windows)</a:t>
            </a:r>
          </a:p>
          <a:p>
            <a:pPr marL="285750" indent="0" algn="l">
              <a:spcBef>
                <a:spcPts val="100"/>
              </a:spcBef>
              <a:buNone/>
            </a:pPr>
            <a:r>
              <a:rPr lang="th-TH" sz="1500" b="0" dirty="0">
                <a:solidFill>
                  <a:srgbClr val="3A4756"/>
                </a:solidFill>
              </a:rPr>
              <a:t>Node.js 20 LTS ขึ้นไป — ใช้รัน Lab (node server.js)</a:t>
            </a:r>
          </a:p>
          <a:p>
            <a:pPr marL="285750" indent="-285750" algn="l">
              <a:spcBef>
                <a:spcPts val="900"/>
              </a:spcBef>
              <a:buFont typeface="Arial"/>
              <a:buChar char="•"/>
            </a:pPr>
            <a:r>
              <a:rPr lang="th-TH" sz="1600" b="1" dirty="0">
                <a:solidFill>
                  <a:srgbClr val="0D1B2A"/>
                </a:solidFill>
              </a:rPr>
              <a:t>ติดตั้ง Claude Code (Native Install · แนะนำ)</a:t>
            </a:r>
          </a:p>
          <a:p>
            <a:pPr marL="285750" indent="0" algn="l">
              <a:spcBef>
                <a:spcPts val="100"/>
              </a:spcBef>
              <a:buNone/>
            </a:pPr>
            <a:r>
              <a:rPr lang="th-TH" sz="1300" b="0" dirty="0">
                <a:solidFill>
                  <a:srgbClr val="3A4756"/>
                </a:solidFill>
              </a:rPr>
              <a:t>macOS / Linux / WSL:</a:t>
            </a:r>
          </a:p>
          <a:p>
            <a:pPr marL="285750" indent="0" algn="l">
              <a:spcBef>
                <a:spcPts val="100"/>
              </a:spcBef>
              <a:buNone/>
            </a:pPr>
            <a:r>
              <a:rPr lang="th-TH" sz="1300" b="0" dirty="0">
                <a:solidFill>
                  <a:srgbClr val="0D1B2A"/>
                </a:solidFill>
                <a:latin typeface="Consolas"/>
              </a:rPr>
              <a:t>curl -fsSL https://claude.ai/install.sh | bash</a:t>
            </a:r>
          </a:p>
          <a:p>
            <a:pPr marL="285750" indent="0" algn="l">
              <a:spcBef>
                <a:spcPts val="100"/>
              </a:spcBef>
              <a:buNone/>
            </a:pPr>
            <a:r>
              <a:rPr lang="th-TH" sz="1300" b="0" dirty="0">
                <a:solidFill>
                  <a:srgbClr val="3A4756"/>
                </a:solidFill>
              </a:rPr>
              <a:t>Windows PowerShell:</a:t>
            </a:r>
          </a:p>
          <a:p>
            <a:pPr marL="285750" indent="0" algn="l">
              <a:spcBef>
                <a:spcPts val="100"/>
              </a:spcBef>
              <a:buNone/>
            </a:pPr>
            <a:r>
              <a:rPr lang="th-TH" sz="1300" b="0" dirty="0">
                <a:solidFill>
                  <a:srgbClr val="0D1B2A"/>
                </a:solidFill>
                <a:latin typeface="Consolas"/>
              </a:rPr>
              <a:t>irm https://claude.ai/install.ps1 | iex</a:t>
            </a:r>
          </a:p>
          <a:p>
            <a:pPr marL="285750" indent="-285750" algn="l">
              <a:spcBef>
                <a:spcPts val="900"/>
              </a:spcBef>
              <a:buFont typeface="Arial"/>
              <a:buChar char="•"/>
            </a:pPr>
            <a:r>
              <a:rPr lang="th-TH" sz="1600" b="1" dirty="0">
                <a:solidFill>
                  <a:srgbClr val="0D1B2A"/>
                </a:solidFill>
              </a:rPr>
              <a:t>ตรวจเวอร์ชัน (≥ 2.1.296)</a:t>
            </a:r>
          </a:p>
          <a:p>
            <a:pPr marL="285750" indent="0" algn="l">
              <a:spcBef>
                <a:spcPts val="100"/>
              </a:spcBef>
              <a:buNone/>
            </a:pPr>
            <a:r>
              <a:rPr lang="th-TH" sz="1500" b="0" dirty="0">
                <a:solidFill>
                  <a:srgbClr val="3A4756"/>
                </a:solidFill>
                <a:latin typeface="Consolas"/>
              </a:rPr>
              <a:t>claude --version  ·  claude doctor</a:t>
            </a:r>
          </a:p>
          <a:p>
            <a:pPr marL="285750" indent="-285750" algn="l">
              <a:spcBef>
                <a:spcPts val="900"/>
              </a:spcBef>
              <a:buFont typeface="Arial"/>
              <a:buChar char="•"/>
            </a:pPr>
            <a:r>
              <a:rPr lang="th-TH" sz="1600" b="1" dirty="0">
                <a:solidFill>
                  <a:srgbClr val="0D1B2A"/>
                </a:solidFill>
              </a:rPr>
              <a:t>Account</a:t>
            </a:r>
          </a:p>
          <a:p>
            <a:pPr marL="285750" indent="0" algn="l">
              <a:spcBef>
                <a:spcPts val="100"/>
              </a:spcBef>
              <a:buNone/>
            </a:pPr>
            <a:r>
              <a:rPr lang="th-TH" sz="1500" b="0" dirty="0">
                <a:solidFill>
                  <a:srgbClr val="3A4756"/>
                </a:solidFill>
              </a:rPr>
              <a:t>Pro / Max / Team / Enterprise / Console — ผู้จัดเตรียมให้ · ANTHROPIC_API_KEY ต้องว่าง</a:t>
            </a:r>
          </a:p>
        </p:txBody>
      </p:sp>
      <p:pic>
        <p:nvPicPr>
          <p:cNvPr id="8" name="Picture Placeholder 7">
            <a:extLst>
              <a:ext uri="{FF2B5EF4-FFF2-40B4-BE49-F238E27FC236}">
                <a16:creationId xmlns:a16="http://schemas.microsoft.com/office/drawing/2014/main" id="{53E8AD9E-F9C6-5FC9-0903-7C8E8AF7E657}"/>
              </a:ext>
            </a:extLst>
          </p:cNvPr>
          <p:cNvPicPr>
            <a:picLocks noGrp="1" noChangeAspect="1"/>
          </p:cNvPicPr>
          <p:nvPr>
            <p:ph type="pic" sz="quarter" idx="13"/>
          </p:nvPr>
        </p:nvPicPr>
        <p:blipFill>
          <a:blip r:embed="rId3"/>
          <a:srcRect t="3394" b="3394"/>
          <a:stretch/>
        </p:blipFill>
        <p:spPr>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75FA2F4-5E1F-0FA1-55AF-7393CF950121}"/>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D38CD370-CB73-EA25-557A-A8E84EB022A4}"/>
              </a:ext>
            </a:extLst>
          </p:cNvPr>
          <p:cNvSpPr>
            <a:spLocks noGrp="1"/>
          </p:cNvSpPr>
          <p:nvPr>
            <p:ph type="sldNum" sz="quarter" idx="4"/>
          </p:nvPr>
        </p:nvSpPr>
        <p:spPr/>
        <p:txBody>
          <a:bodyPr/>
          <a:lstStyle/>
          <a:p>
            <a:fld id="{7B973119-0BF9-7444-941C-BCE2AFE6BE2E}" type="slidenum">
              <a:rPr lang="en-TH" smtClean="0"/>
              <a:pPr/>
              <a:t>7</a:t>
            </a:fld>
            <a:endParaRPr lang="en-TH"/>
          </a:p>
        </p:txBody>
      </p:sp>
      <p:sp>
        <p:nvSpPr>
          <p:cNvPr id="104" name="Title 1"/>
          <p:cNvSpPr>
            <a:spLocks noGrp="1"/>
          </p:cNvSpPr>
          <p:nvPr>
            <p:ph type="title"/>
          </p:nvPr>
        </p:nvSpPr>
        <p:spPr/>
        <p:txBody>
          <a:bodyPr>
            <a:normAutofit/>
          </a:bodyPr>
          <a:lstStyle/>
          <a:p>
            <a:r>
              <a:rPr lang="th-TH" dirty="0"/>
              <a:t>Course Repo + Sales Insight: โจทย์จริงของทุก Workshop</a:t>
            </a:r>
          </a:p>
        </p:txBody>
      </p:sp>
      <p:sp>
        <p:nvSpPr>
          <p:cNvPr id="105" name="Shape 105"/>
          <p:cNvSpPr/>
          <p:nvPr/>
        </p:nvSpPr>
        <p:spPr>
          <a:xfrm>
            <a:off x="841248" y="1627632"/>
            <a:ext cx="6400800" cy="384048"/>
          </a:xfrm>
          <a:prstGeom prst="rect">
            <a:avLst/>
          </a:prstGeom>
          <a:noFill/>
          <a:ln>
            <a:noFill/>
          </a:ln>
        </p:spPr>
        <p:txBody>
          <a:bodyPr wrap="square" lIns="0" tIns="0" rIns="0" bIns="0" anchor="t">
            <a:normAutofit/>
          </a:bodyPr>
          <a:lstStyle/>
          <a:p>
            <a:pPr marL="0" indent="0" algn="l">
              <a:spcBef>
                <a:spcPts val="0"/>
              </a:spcBef>
              <a:buNone/>
            </a:pPr>
            <a:r>
              <a:rPr lang="th-TH" sz="1300" b="1" i="0" dirty="0">
                <a:solidFill>
                  <a:srgbClr val="4C5B6B"/>
                </a:solidFill>
              </a:rPr>
              <a:t>sandbox/sales-insight · http://127.0.0.1:3000 (starter: ยังไม่พร้อม)</a:t>
            </a:r>
          </a:p>
        </p:txBody>
      </p:sp>
      <p:pic>
        <p:nvPicPr>
          <p:cNvPr id="106" name="Picture 106"/>
          <p:cNvPicPr>
            <a:picLocks noChangeAspect="1"/>
          </p:cNvPicPr>
          <p:nvPr/>
        </p:nvPicPr>
        <p:blipFill>
          <a:blip r:embed="rId3"/>
          <a:stretch>
            <a:fillRect/>
          </a:stretch>
        </p:blipFill>
        <p:spPr>
          <a:xfrm>
            <a:off x="841248" y="2011680"/>
            <a:ext cx="5852160" cy="3657600"/>
          </a:xfrm>
          <a:prstGeom prst="rect">
            <a:avLst/>
          </a:prstGeom>
          <a:ln w="12700">
            <a:solidFill>
              <a:srgbClr val="DCE6F5"/>
            </a:solidFill>
          </a:ln>
        </p:spPr>
      </p:pic>
      <p:sp>
        <p:nvSpPr>
          <p:cNvPr id="107" name="Shape 107"/>
          <p:cNvSpPr/>
          <p:nvPr/>
        </p:nvSpPr>
        <p:spPr>
          <a:xfrm>
            <a:off x="7635240" y="1627632"/>
            <a:ext cx="3703320" cy="434340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pic>
        <p:nvPicPr>
          <p:cNvPr id="108" name="Picture 108"/>
          <p:cNvPicPr>
            <a:picLocks noChangeAspect="1"/>
          </p:cNvPicPr>
          <p:nvPr/>
        </p:nvPicPr>
        <p:blipFill>
          <a:blip r:embed="rId4"/>
          <a:stretch>
            <a:fillRect/>
          </a:stretch>
        </p:blipFill>
        <p:spPr>
          <a:xfrm>
            <a:off x="8549640" y="1810512"/>
            <a:ext cx="1874519" cy="1874519"/>
          </a:xfrm>
          <a:prstGeom prst="rect">
            <a:avLst/>
          </a:prstGeom>
        </p:spPr>
      </p:pic>
      <p:sp>
        <p:nvSpPr>
          <p:cNvPr id="109" name="Shape 109"/>
          <p:cNvSpPr/>
          <p:nvPr/>
        </p:nvSpPr>
        <p:spPr>
          <a:xfrm>
            <a:off x="7772400" y="3730752"/>
            <a:ext cx="3429000" cy="685800"/>
          </a:xfrm>
          <a:prstGeom prst="rect">
            <a:avLst/>
          </a:prstGeom>
          <a:noFill/>
          <a:ln>
            <a:noFill/>
          </a:ln>
        </p:spPr>
        <p:txBody>
          <a:bodyPr wrap="square" lIns="0" tIns="0" rIns="0" bIns="0" anchor="t">
            <a:normAutofit/>
          </a:bodyPr>
          <a:lstStyle/>
          <a:p>
            <a:pPr marL="0" indent="0" algn="ctr">
              <a:spcBef>
                <a:spcPts val="0"/>
              </a:spcBef>
              <a:buNone/>
            </a:pPr>
            <a:r>
              <a:rPr lang="th-TH" sz="1500" b="1" i="0" dirty="0">
                <a:solidFill>
                  <a:srgbClr val="005CFF"/>
                </a:solidFill>
              </a:rPr>
              <a:t>สแกนเปิด Repo บน GitHub</a:t>
            </a:r>
          </a:p>
          <a:p>
            <a:pPr marL="0" indent="0" algn="ctr">
              <a:spcBef>
                <a:spcPts val="0"/>
              </a:spcBef>
              <a:buNone/>
            </a:pPr>
            <a:r>
              <a:rPr lang="th-TH" sz="1000" b="0" i="0" dirty="0">
                <a:solidFill>
                  <a:srgbClr val="4C5B6B"/>
                </a:solidFill>
              </a:rPr>
              <a:t>github.com/Onto-IQ/build-ai-multi-agent-with-claude</a:t>
            </a:r>
          </a:p>
        </p:txBody>
      </p:sp>
      <p:sp>
        <p:nvSpPr>
          <p:cNvPr id="110" name="Shape 110"/>
          <p:cNvSpPr/>
          <p:nvPr/>
        </p:nvSpPr>
        <p:spPr>
          <a:xfrm>
            <a:off x="7818120" y="4480560"/>
            <a:ext cx="3337560" cy="1325880"/>
          </a:xfrm>
          <a:prstGeom prst="roundRect">
            <a:avLst>
              <a:gd name="adj" fmla="val 8000"/>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150" b="0" i="0" dirty="0">
                <a:solidFill>
                  <a:srgbClr val="FFFFFF"/>
                </a:solidFill>
                <a:latin typeface="Consolas"/>
                <a:cs typeface="Consolas"/>
              </a:rPr>
              <a:t>cd sandbox/sales-insight</a:t>
            </a:r>
          </a:p>
          <a:p>
            <a:pPr marL="0" indent="0" algn="l">
              <a:spcBef>
                <a:spcPts val="300"/>
              </a:spcBef>
              <a:buNone/>
            </a:pPr>
            <a:r>
              <a:rPr lang="th-TH" sz="1150" b="0" i="0" dirty="0">
                <a:solidFill>
                  <a:srgbClr val="FFFFFF"/>
                </a:solidFill>
                <a:latin typeface="Consolas"/>
                <a:cs typeface="Consolas"/>
              </a:rPr>
              <a:t>claude        # ทุก Lab เริ่มที่นี่</a:t>
            </a:r>
          </a:p>
          <a:p>
            <a:pPr marL="0" indent="0" algn="l">
              <a:spcBef>
                <a:spcPts val="300"/>
              </a:spcBef>
              <a:buNone/>
            </a:pPr>
            <a:r>
              <a:rPr lang="th-TH" sz="1150" b="0" i="0" dirty="0">
                <a:solidFill>
                  <a:srgbClr val="7FB5FA"/>
                </a:solidFill>
                <a:latin typeface="Consolas"/>
                <a:cs typeface="Consolas"/>
              </a:rPr>
              <a:t>node server.js → 127.0.0.1:3000</a:t>
            </a:r>
          </a:p>
        </p:txBody>
      </p:sp>
      <p:sp>
        <p:nvSpPr>
          <p:cNvPr id="111" name="Shape 111"/>
          <p:cNvSpPr/>
          <p:nvPr/>
        </p:nvSpPr>
        <p:spPr>
          <a:xfrm>
            <a:off x="841248" y="5733288"/>
            <a:ext cx="6400800" cy="320040"/>
          </a:xfrm>
          <a:prstGeom prst="rect">
            <a:avLst/>
          </a:prstGeom>
          <a:noFill/>
          <a:ln>
            <a:noFill/>
          </a:ln>
        </p:spPr>
        <p:txBody>
          <a:bodyPr wrap="square" lIns="0" tIns="0" rIns="0" bIns="0" anchor="t">
            <a:normAutofit fontScale="92500"/>
          </a:bodyPr>
          <a:lstStyle/>
          <a:p>
            <a:pPr marL="0" indent="0" algn="l">
              <a:spcBef>
                <a:spcPts val="0"/>
              </a:spcBef>
              <a:buNone/>
            </a:pPr>
            <a:r>
              <a:rPr lang="th-TH" sz="1200" b="0" i="0" dirty="0">
                <a:solidFill>
                  <a:srgbClr val="4C5B6B"/>
                </a:solidFill>
              </a:rPr>
              <a:t>day-1/ day-2/ (README + LAB) · solutions/w1–w6 · reference/ · Node http ล้วน ไม่มี npm install</a:t>
            </a:r>
          </a:p>
        </p:txBody>
      </p:sp>
    </p:spTree>
    <p:extLst>
      <p:ext uri="{BB962C8B-B14F-4D97-AF65-F5344CB8AC3E}">
        <p14:creationId xmlns:p14="http://schemas.microsoft.com/office/powerpoint/2010/main" val="3138553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แผนที่ Workshop 1–6: ลงมือทำทุกช่วง</a:t>
            </a:r>
          </a:p>
        </p:txBody>
      </p:sp>
      <p:sp>
        <p:nvSpPr>
          <p:cNvPr id="105" name="Shape 105"/>
          <p:cNvSpPr/>
          <p:nvPr/>
        </p:nvSpPr>
        <p:spPr>
          <a:xfrm>
            <a:off x="841248" y="1600200"/>
            <a:ext cx="5029200" cy="502920"/>
          </a:xfrm>
          <a:prstGeom prst="roundRect">
            <a:avLst>
              <a:gd name="adj" fmla="val 20000"/>
            </a:avLst>
          </a:prstGeom>
          <a:solidFill>
            <a:srgbClr val="005CFF"/>
          </a:solidFill>
          <a:ln>
            <a:noFill/>
          </a:ln>
        </p:spPr>
        <p:txBody>
          <a:bodyPr wrap="square" lIns="182880" tIns="73152" rIns="182880" bIns="73152" anchor="ctr">
            <a:normAutofit/>
          </a:bodyPr>
          <a:lstStyle/>
          <a:p>
            <a:pPr marL="0" indent="0" algn="l">
              <a:spcBef>
                <a:spcPts val="0"/>
              </a:spcBef>
              <a:buNone/>
            </a:pPr>
            <a:r>
              <a:rPr lang="th-TH" sz="1500" b="1" i="0" dirty="0">
                <a:solidFill>
                  <a:srgbClr val="FFFFFF"/>
                </a:solidFill>
              </a:rPr>
              <a:t>วันที่ 1 · Foundation &amp; Agent Specialization</a:t>
            </a:r>
          </a:p>
        </p:txBody>
      </p:sp>
      <p:sp>
        <p:nvSpPr>
          <p:cNvPr id="106" name="Shape 106"/>
          <p:cNvSpPr/>
          <p:nvPr/>
        </p:nvSpPr>
        <p:spPr>
          <a:xfrm>
            <a:off x="841248" y="2286000"/>
            <a:ext cx="5029200" cy="1115568"/>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7" name="Shape 107"/>
          <p:cNvSpPr/>
          <p:nvPr/>
        </p:nvSpPr>
        <p:spPr>
          <a:xfrm>
            <a:off x="1005840" y="2560320"/>
            <a:ext cx="566928" cy="566928"/>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2000" b="1" i="0" dirty="0">
                <a:solidFill>
                  <a:srgbClr val="FFFFFF"/>
                </a:solidFill>
              </a:rPr>
              <a:t>1</a:t>
            </a:r>
          </a:p>
        </p:txBody>
      </p:sp>
      <p:sp>
        <p:nvSpPr>
          <p:cNvPr id="108" name="Shape 108"/>
          <p:cNvSpPr/>
          <p:nvPr/>
        </p:nvSpPr>
        <p:spPr>
          <a:xfrm>
            <a:off x="1737360" y="2395728"/>
            <a:ext cx="4023360" cy="914400"/>
          </a:xfrm>
          <a:prstGeom prst="rect">
            <a:avLst/>
          </a:prstGeom>
          <a:noFill/>
          <a:ln>
            <a:noFill/>
          </a:ln>
        </p:spPr>
        <p:txBody>
          <a:bodyPr wrap="square" lIns="0" tIns="0" rIns="0" bIns="0" anchor="t">
            <a:normAutofit/>
          </a:bodyPr>
          <a:lstStyle/>
          <a:p>
            <a:pPr marL="0" indent="0" algn="l">
              <a:spcBef>
                <a:spcPts val="0"/>
              </a:spcBef>
              <a:buNone/>
            </a:pPr>
            <a:r>
              <a:rPr lang="th-TH" sz="1400" b="1" i="0" dirty="0">
                <a:solidFill>
                  <a:srgbClr val="005CFF"/>
                </a:solidFill>
              </a:rPr>
              <a:t>Workshop 1: </a:t>
            </a:r>
            <a:r>
              <a:rPr lang="th-TH" sz="1400" b="1" i="0" dirty="0">
                <a:solidFill>
                  <a:srgbClr val="0D1B2A"/>
                </a:solidFill>
              </a:rPr>
              <a:t>สำรวจแอปแบบขนาน (Swarm)</a:t>
            </a:r>
          </a:p>
          <a:p>
            <a:pPr marL="0" indent="0" algn="l">
              <a:spcBef>
                <a:spcPts val="200"/>
              </a:spcBef>
              <a:buNone/>
            </a:pPr>
            <a:r>
              <a:rPr lang="th-TH" sz="1200" b="0" i="0" dirty="0">
                <a:solidFill>
                  <a:srgbClr val="4C5B6B"/>
                </a:solidFill>
              </a:rPr>
              <a:t>Explore 3 ตัวขนาน → รายงานเดียว ≤ 300 คำ</a:t>
            </a:r>
          </a:p>
          <a:p>
            <a:pPr marL="0" indent="0" algn="l">
              <a:spcBef>
                <a:spcPts val="200"/>
              </a:spcBef>
              <a:buNone/>
            </a:pPr>
            <a:r>
              <a:rPr lang="th-TH" sz="1100" b="1" i="0" dirty="0">
                <a:solidFill>
                  <a:srgbClr val="2486FF"/>
                </a:solidFill>
              </a:rPr>
              <a:t>Module 3</a:t>
            </a:r>
          </a:p>
        </p:txBody>
      </p:sp>
      <p:sp>
        <p:nvSpPr>
          <p:cNvPr id="109" name="Shape 109"/>
          <p:cNvSpPr/>
          <p:nvPr/>
        </p:nvSpPr>
        <p:spPr>
          <a:xfrm>
            <a:off x="841248" y="3547872"/>
            <a:ext cx="5029200" cy="1115568"/>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0" name="Shape 110"/>
          <p:cNvSpPr/>
          <p:nvPr/>
        </p:nvSpPr>
        <p:spPr>
          <a:xfrm>
            <a:off x="1005840" y="3822191"/>
            <a:ext cx="566928" cy="566928"/>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2000" b="1" i="0" dirty="0">
                <a:solidFill>
                  <a:srgbClr val="FFFFFF"/>
                </a:solidFill>
              </a:rPr>
              <a:t>2</a:t>
            </a:r>
          </a:p>
        </p:txBody>
      </p:sp>
      <p:sp>
        <p:nvSpPr>
          <p:cNvPr id="111" name="Shape 111"/>
          <p:cNvSpPr/>
          <p:nvPr/>
        </p:nvSpPr>
        <p:spPr>
          <a:xfrm>
            <a:off x="1737360" y="3657600"/>
            <a:ext cx="4023360" cy="914400"/>
          </a:xfrm>
          <a:prstGeom prst="rect">
            <a:avLst/>
          </a:prstGeom>
          <a:noFill/>
          <a:ln>
            <a:noFill/>
          </a:ln>
        </p:spPr>
        <p:txBody>
          <a:bodyPr wrap="square" lIns="0" tIns="0" rIns="0" bIns="0" anchor="t">
            <a:normAutofit/>
          </a:bodyPr>
          <a:lstStyle/>
          <a:p>
            <a:pPr marL="0" indent="0" algn="l">
              <a:spcBef>
                <a:spcPts val="0"/>
              </a:spcBef>
              <a:buNone/>
            </a:pPr>
            <a:r>
              <a:rPr lang="th-TH" sz="1400" b="1" i="0" dirty="0">
                <a:solidFill>
                  <a:srgbClr val="005CFF"/>
                </a:solidFill>
              </a:rPr>
              <a:t>Workshop 2: </a:t>
            </a:r>
            <a:r>
              <a:rPr lang="th-TH" sz="1400" b="1" i="0" dirty="0">
                <a:solidFill>
                  <a:srgbClr val="0D1B2A"/>
                </a:solidFill>
              </a:rPr>
              <a:t>สร้าง data-researcher ผ่าน Prompt</a:t>
            </a:r>
          </a:p>
          <a:p>
            <a:pPr marL="0" indent="0" algn="l">
              <a:spcBef>
                <a:spcPts val="200"/>
              </a:spcBef>
              <a:buNone/>
            </a:pPr>
            <a:r>
              <a:rPr lang="th-TH" sz="1200" b="0" i="0" dirty="0">
                <a:solidFill>
                  <a:srgbClr val="4C5B6B"/>
                </a:solidFill>
              </a:rPr>
              <a:t>Frontmatter · tools อ่านอย่างเดียว · file:line</a:t>
            </a:r>
          </a:p>
          <a:p>
            <a:pPr marL="0" indent="0" algn="l">
              <a:spcBef>
                <a:spcPts val="200"/>
              </a:spcBef>
              <a:buNone/>
            </a:pPr>
            <a:r>
              <a:rPr lang="th-TH" sz="1100" b="1" i="0" dirty="0">
                <a:solidFill>
                  <a:srgbClr val="2486FF"/>
                </a:solidFill>
              </a:rPr>
              <a:t>Module 4</a:t>
            </a:r>
          </a:p>
        </p:txBody>
      </p:sp>
      <p:sp>
        <p:nvSpPr>
          <p:cNvPr id="112" name="Shape 112"/>
          <p:cNvSpPr/>
          <p:nvPr/>
        </p:nvSpPr>
        <p:spPr>
          <a:xfrm>
            <a:off x="841248" y="4809744"/>
            <a:ext cx="5029200" cy="1115568"/>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3" name="Shape 113"/>
          <p:cNvSpPr/>
          <p:nvPr/>
        </p:nvSpPr>
        <p:spPr>
          <a:xfrm>
            <a:off x="1005840" y="5084064"/>
            <a:ext cx="566928" cy="566928"/>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2000" b="1" i="0" dirty="0">
                <a:solidFill>
                  <a:srgbClr val="FFFFFF"/>
                </a:solidFill>
              </a:rPr>
              <a:t>3</a:t>
            </a:r>
          </a:p>
        </p:txBody>
      </p:sp>
      <p:sp>
        <p:nvSpPr>
          <p:cNvPr id="114" name="Shape 114"/>
          <p:cNvSpPr/>
          <p:nvPr/>
        </p:nvSpPr>
        <p:spPr>
          <a:xfrm>
            <a:off x="1737360" y="4919472"/>
            <a:ext cx="4023360" cy="914400"/>
          </a:xfrm>
          <a:prstGeom prst="rect">
            <a:avLst/>
          </a:prstGeom>
          <a:noFill/>
          <a:ln>
            <a:noFill/>
          </a:ln>
        </p:spPr>
        <p:txBody>
          <a:bodyPr wrap="square" lIns="0" tIns="0" rIns="0" bIns="0" anchor="t">
            <a:normAutofit/>
          </a:bodyPr>
          <a:lstStyle/>
          <a:p>
            <a:pPr marL="0" indent="0" algn="l">
              <a:spcBef>
                <a:spcPts val="0"/>
              </a:spcBef>
              <a:buNone/>
            </a:pPr>
            <a:r>
              <a:rPr lang="th-TH" sz="1400" b="1" i="0" dirty="0">
                <a:solidFill>
                  <a:srgbClr val="005CFF"/>
                </a:solidFill>
              </a:rPr>
              <a:t>Workshop 3: </a:t>
            </a:r>
            <a:r>
              <a:rPr lang="th-TH" sz="1400" b="1" i="0" dirty="0">
                <a:solidFill>
                  <a:srgbClr val="0D1B2A"/>
                </a:solidFill>
              </a:rPr>
              <a:t>MCP Guided Demo (sales-echo)</a:t>
            </a:r>
          </a:p>
          <a:p>
            <a:pPr marL="0" indent="0" algn="l">
              <a:spcBef>
                <a:spcPts val="200"/>
              </a:spcBef>
              <a:buNone/>
            </a:pPr>
            <a:r>
              <a:rPr lang="th-TH" sz="1200" b="0" i="0" dirty="0">
                <a:solidFill>
                  <a:srgbClr val="4C5B6B"/>
                </a:solidFill>
              </a:rPr>
              <a:t>ต่อ MCP server แล้วเรียก tool ด้วยชื่อเต็ม</a:t>
            </a:r>
          </a:p>
          <a:p>
            <a:pPr marL="0" indent="0" algn="l">
              <a:spcBef>
                <a:spcPts val="200"/>
              </a:spcBef>
              <a:buNone/>
            </a:pPr>
            <a:r>
              <a:rPr lang="th-TH" sz="1100" b="1" i="0" dirty="0">
                <a:solidFill>
                  <a:srgbClr val="2486FF"/>
                </a:solidFill>
              </a:rPr>
              <a:t>Module 6</a:t>
            </a:r>
          </a:p>
        </p:txBody>
      </p:sp>
      <p:sp>
        <p:nvSpPr>
          <p:cNvPr id="115" name="Shape 115"/>
          <p:cNvSpPr/>
          <p:nvPr/>
        </p:nvSpPr>
        <p:spPr>
          <a:xfrm>
            <a:off x="6190488" y="1600200"/>
            <a:ext cx="5029200" cy="502920"/>
          </a:xfrm>
          <a:prstGeom prst="roundRect">
            <a:avLst>
              <a:gd name="adj" fmla="val 20000"/>
            </a:avLst>
          </a:prstGeom>
          <a:solidFill>
            <a:srgbClr val="0D1B2A"/>
          </a:solidFill>
          <a:ln>
            <a:noFill/>
          </a:ln>
        </p:spPr>
        <p:txBody>
          <a:bodyPr wrap="square" lIns="182880" tIns="73152" rIns="182880" bIns="73152" anchor="ctr">
            <a:normAutofit/>
          </a:bodyPr>
          <a:lstStyle/>
          <a:p>
            <a:pPr marL="0" indent="0" algn="l">
              <a:spcBef>
                <a:spcPts val="0"/>
              </a:spcBef>
              <a:buNone/>
            </a:pPr>
            <a:r>
              <a:rPr lang="th-TH" sz="1500" b="1" i="0" dirty="0">
                <a:solidFill>
                  <a:srgbClr val="FFFFFF"/>
                </a:solidFill>
              </a:rPr>
              <a:t>วันที่ 2 · Coordination, Guardrails &amp; Capstone</a:t>
            </a:r>
          </a:p>
        </p:txBody>
      </p:sp>
      <p:sp>
        <p:nvSpPr>
          <p:cNvPr id="116" name="Shape 116"/>
          <p:cNvSpPr/>
          <p:nvPr/>
        </p:nvSpPr>
        <p:spPr>
          <a:xfrm>
            <a:off x="6190488" y="2286000"/>
            <a:ext cx="5029200" cy="1115568"/>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7" name="Shape 117"/>
          <p:cNvSpPr/>
          <p:nvPr/>
        </p:nvSpPr>
        <p:spPr>
          <a:xfrm>
            <a:off x="6355079" y="2560320"/>
            <a:ext cx="566928" cy="566928"/>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2000" b="1" i="0" dirty="0">
                <a:solidFill>
                  <a:srgbClr val="FFFFFF"/>
                </a:solidFill>
              </a:rPr>
              <a:t>4</a:t>
            </a:r>
          </a:p>
        </p:txBody>
      </p:sp>
      <p:sp>
        <p:nvSpPr>
          <p:cNvPr id="118" name="Shape 118"/>
          <p:cNvSpPr/>
          <p:nvPr/>
        </p:nvSpPr>
        <p:spPr>
          <a:xfrm>
            <a:off x="7086600" y="2395728"/>
            <a:ext cx="4023360" cy="914400"/>
          </a:xfrm>
          <a:prstGeom prst="rect">
            <a:avLst/>
          </a:prstGeom>
          <a:noFill/>
          <a:ln>
            <a:noFill/>
          </a:ln>
        </p:spPr>
        <p:txBody>
          <a:bodyPr wrap="square" lIns="0" tIns="0" rIns="0" bIns="0" anchor="t">
            <a:normAutofit/>
          </a:bodyPr>
          <a:lstStyle/>
          <a:p>
            <a:pPr marL="0" indent="0" algn="l">
              <a:spcBef>
                <a:spcPts val="0"/>
              </a:spcBef>
              <a:buNone/>
            </a:pPr>
            <a:r>
              <a:rPr lang="th-TH" sz="1400" b="1" i="0" dirty="0">
                <a:solidFill>
                  <a:srgbClr val="0D1B2A"/>
                </a:solidFill>
              </a:rPr>
              <a:t>Workshop 4: Design → Clean → Review</a:t>
            </a:r>
          </a:p>
          <a:p>
            <a:pPr marL="0" indent="0" algn="l">
              <a:spcBef>
                <a:spcPts val="200"/>
              </a:spcBef>
              <a:buNone/>
            </a:pPr>
            <a:r>
              <a:rPr lang="th-TH" sz="1200" b="0" i="0" dirty="0">
                <a:solidFill>
                  <a:srgbClr val="4C5B6B"/>
                </a:solidFill>
              </a:rPr>
              <a:t>DESIGN.md → clean-sales.js → REVIEW.md</a:t>
            </a:r>
          </a:p>
          <a:p>
            <a:pPr marL="0" indent="0" algn="l">
              <a:spcBef>
                <a:spcPts val="200"/>
              </a:spcBef>
              <a:buNone/>
            </a:pPr>
            <a:r>
              <a:rPr lang="th-TH" sz="1100" b="1" i="0" dirty="0">
                <a:solidFill>
                  <a:srgbClr val="2486FF"/>
                </a:solidFill>
              </a:rPr>
              <a:t>Module 7</a:t>
            </a:r>
          </a:p>
        </p:txBody>
      </p:sp>
      <p:sp>
        <p:nvSpPr>
          <p:cNvPr id="119" name="Shape 119"/>
          <p:cNvSpPr/>
          <p:nvPr/>
        </p:nvSpPr>
        <p:spPr>
          <a:xfrm>
            <a:off x="6190488" y="3547872"/>
            <a:ext cx="5029200" cy="1115568"/>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20" name="Shape 120"/>
          <p:cNvSpPr/>
          <p:nvPr/>
        </p:nvSpPr>
        <p:spPr>
          <a:xfrm>
            <a:off x="6355079" y="3822191"/>
            <a:ext cx="566928" cy="566928"/>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2000" b="1" i="0" dirty="0">
                <a:solidFill>
                  <a:srgbClr val="FFFFFF"/>
                </a:solidFill>
              </a:rPr>
              <a:t>5</a:t>
            </a:r>
          </a:p>
        </p:txBody>
      </p:sp>
      <p:sp>
        <p:nvSpPr>
          <p:cNvPr id="121" name="Shape 121"/>
          <p:cNvSpPr/>
          <p:nvPr/>
        </p:nvSpPr>
        <p:spPr>
          <a:xfrm>
            <a:off x="7086600" y="3657600"/>
            <a:ext cx="4023360" cy="914400"/>
          </a:xfrm>
          <a:prstGeom prst="rect">
            <a:avLst/>
          </a:prstGeom>
          <a:noFill/>
          <a:ln>
            <a:noFill/>
          </a:ln>
        </p:spPr>
        <p:txBody>
          <a:bodyPr wrap="square" lIns="0" tIns="0" rIns="0" bIns="0" anchor="t">
            <a:normAutofit/>
          </a:bodyPr>
          <a:lstStyle/>
          <a:p>
            <a:pPr marL="0" indent="0" algn="l">
              <a:spcBef>
                <a:spcPts val="0"/>
              </a:spcBef>
              <a:buNone/>
            </a:pPr>
            <a:r>
              <a:rPr lang="th-TH" sz="1400" b="1" i="0" dirty="0">
                <a:solidFill>
                  <a:srgbClr val="0D1B2A"/>
                </a:solidFill>
              </a:rPr>
              <a:t>Workshop 5: Quality Gate และ Cost Gate</a:t>
            </a:r>
          </a:p>
          <a:p>
            <a:pPr marL="0" indent="0" algn="l">
              <a:spcBef>
                <a:spcPts val="200"/>
              </a:spcBef>
              <a:buNone/>
            </a:pPr>
            <a:r>
              <a:rPr lang="th-TH" sz="1200" b="0" i="0" dirty="0">
                <a:solidFill>
                  <a:srgbClr val="4C5B6B"/>
                </a:solidFill>
              </a:rPr>
              <a:t>gate exit 0 · hook บล็อกคำสั่งอันตราย · cost gate</a:t>
            </a:r>
          </a:p>
          <a:p>
            <a:pPr marL="0" indent="0" algn="l">
              <a:spcBef>
                <a:spcPts val="200"/>
              </a:spcBef>
              <a:buNone/>
            </a:pPr>
            <a:r>
              <a:rPr lang="th-TH" sz="1100" b="1" i="0" dirty="0">
                <a:solidFill>
                  <a:srgbClr val="2486FF"/>
                </a:solidFill>
              </a:rPr>
              <a:t>Module 9</a:t>
            </a:r>
          </a:p>
        </p:txBody>
      </p:sp>
      <p:sp>
        <p:nvSpPr>
          <p:cNvPr id="122" name="Shape 122"/>
          <p:cNvSpPr/>
          <p:nvPr/>
        </p:nvSpPr>
        <p:spPr>
          <a:xfrm>
            <a:off x="6190488" y="4809744"/>
            <a:ext cx="5029200" cy="1115568"/>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23" name="Shape 123"/>
          <p:cNvSpPr/>
          <p:nvPr/>
        </p:nvSpPr>
        <p:spPr>
          <a:xfrm>
            <a:off x="6355079" y="5084064"/>
            <a:ext cx="566928" cy="566928"/>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2000" b="1" i="0" dirty="0">
                <a:solidFill>
                  <a:srgbClr val="FFFFFF"/>
                </a:solidFill>
              </a:rPr>
              <a:t>6</a:t>
            </a:r>
          </a:p>
        </p:txBody>
      </p:sp>
      <p:sp>
        <p:nvSpPr>
          <p:cNvPr id="124" name="Shape 124"/>
          <p:cNvSpPr/>
          <p:nvPr/>
        </p:nvSpPr>
        <p:spPr>
          <a:xfrm>
            <a:off x="7086600" y="4919472"/>
            <a:ext cx="4023360" cy="914400"/>
          </a:xfrm>
          <a:prstGeom prst="rect">
            <a:avLst/>
          </a:prstGeom>
          <a:noFill/>
          <a:ln>
            <a:noFill/>
          </a:ln>
        </p:spPr>
        <p:txBody>
          <a:bodyPr wrap="square" lIns="0" tIns="0" rIns="0" bIns="0" anchor="t">
            <a:normAutofit/>
          </a:bodyPr>
          <a:lstStyle/>
          <a:p>
            <a:pPr marL="0" indent="0" algn="l">
              <a:spcBef>
                <a:spcPts val="0"/>
              </a:spcBef>
              <a:buNone/>
            </a:pPr>
            <a:r>
              <a:rPr lang="th-TH" sz="1400" b="1" i="0" dirty="0">
                <a:solidFill>
                  <a:srgbClr val="0D1B2A"/>
                </a:solidFill>
              </a:rPr>
              <a:t>Workshop 6: แดชบอร์ดและสรุปผู้บริหาร</a:t>
            </a:r>
          </a:p>
          <a:p>
            <a:pPr marL="0" indent="0" algn="l">
              <a:spcBef>
                <a:spcPts val="200"/>
              </a:spcBef>
              <a:buNone/>
            </a:pPr>
            <a:r>
              <a:rPr lang="th-TH" sz="1200" b="0" i="0" dirty="0">
                <a:solidFill>
                  <a:srgbClr val="4C5B6B"/>
                </a:solidFill>
              </a:rPr>
              <a:t>ทีม 5 บทบาทบนสเปกเดียว + preflight ก่อน Vercel</a:t>
            </a:r>
          </a:p>
          <a:p>
            <a:pPr marL="0" indent="0" algn="l">
              <a:spcBef>
                <a:spcPts val="200"/>
              </a:spcBef>
              <a:buNone/>
            </a:pPr>
            <a:r>
              <a:rPr lang="th-TH" sz="1100" b="1" i="0" dirty="0">
                <a:solidFill>
                  <a:srgbClr val="2486FF"/>
                </a:solidFill>
              </a:rPr>
              <a:t>Module 10–11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Module 1 · Agent Architecture</a:t>
            </a:r>
          </a:p>
        </p:txBody>
      </p:sp>
      <p:sp>
        <p:nvSpPr>
          <p:cNvPr id="3" name="Text Placeholder 2"/>
          <p:cNvSpPr>
            <a:spLocks noGrp="1"/>
          </p:cNvSpPr>
          <p:nvPr>
            <p:ph type="body" idx="1"/>
          </p:nvPr>
        </p:nvSpPr>
        <p:spPr/>
        <p:txBody>
          <a:bodyPr>
            <a:normAutofit lnSpcReduction="10000"/>
          </a:bodyPr>
          <a:lstStyle/>
          <a:p>
            <a:r>
              <a:rPr lang="th-TH" dirty="0"/>
              <a:t>จาก Single Prompt / Chatbot สู่ Autonomous Multi-Agent Systems</a:t>
            </a:r>
          </a:p>
        </p:txBody>
      </p:sp>
      <p:pic>
        <p:nvPicPr>
          <p:cNvPr id="4" name="Picture Placeholder 3" descr="team.jpg"/>
          <p:cNvPicPr>
            <a:picLocks noGrp="1" noChangeAspect="1"/>
          </p:cNvPicPr>
          <p:nvPr>
            <p:ph type="pic" sz="quarter" idx="13"/>
          </p:nvPr>
        </p:nvPicPr>
        <p:blipFill>
          <a:blip r:embed="rId3"/>
          <a:srcRect l="14412" r="14412"/>
          <a:stretch>
            <a:fillRect/>
          </a:stretch>
        </p:blipFill>
        <p:spPr/>
      </p:pic>
      <p:sp>
        <p:nvSpPr>
          <p:cNvPr id="5" name="Text Placeholder 4"/>
          <p:cNvSpPr>
            <a:spLocks noGrp="1"/>
          </p:cNvSpPr>
          <p:nvPr>
            <p:ph type="body" idx="14"/>
          </p:nvPr>
        </p:nvSpPr>
        <p:spPr/>
        <p:txBody>
          <a:bodyPr/>
          <a:lstStyle/>
          <a:p>
            <a:r>
              <a:rPr lang="th-TH" dirty="0"/>
              <a:t>วันที่ 1 · เช้า · ⏱ ~45 นาที</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Chatbot ตอบแล้วจบ — Agent ทำงานจนสำเร็จ</a:t>
            </a:r>
          </a:p>
        </p:txBody>
      </p:sp>
      <p:sp>
        <p:nvSpPr>
          <p:cNvPr id="7" name="TextBox 6"/>
          <p:cNvSpPr txBox="1"/>
          <p:nvPr/>
        </p:nvSpPr>
        <p:spPr>
          <a:xfrm>
            <a:off x="838200" y="5257800"/>
            <a:ext cx="10469880" cy="553998"/>
          </a:xfrm>
          <a:prstGeom prst="rect">
            <a:avLst/>
          </a:prstGeom>
          <a:noFill/>
        </p:spPr>
        <p:txBody>
          <a:bodyPr wrap="square" lIns="0" tIns="0" rIns="0" bIns="0" anchor="ctr">
            <a:spAutoFit/>
          </a:bodyPr>
          <a:lstStyle/>
          <a:p>
            <a:pPr marL="0" indent="0" algn="ctr">
              <a:spcBef>
                <a:spcPts val="0"/>
              </a:spcBef>
              <a:buNone/>
            </a:pPr>
            <a:r>
              <a:rPr lang="th-TH" sz="1600" b="1" i="0" dirty="0">
                <a:solidFill>
                  <a:srgbClr val="0D1B2A"/>
                </a:solidFill>
                <a:latin typeface="LINE Seed Sans TH"/>
                <a:cs typeface="LINE Seed Sans TH"/>
              </a:rPr>
              <a:t>พลังของ Agent ไม่ได้มาจาก “โมเดลฉลาดขึ้น” แต่มาจาก “การให้โมเดลมีมือและตา” (tools + feedback loop)</a:t>
            </a:r>
          </a:p>
        </p:txBody>
      </p:sp>
      <p:sp>
        <p:nvSpPr>
          <p:cNvPr id="108" name="Shape 108"/>
          <p:cNvSpPr/>
          <p:nvPr/>
        </p:nvSpPr>
        <p:spPr>
          <a:xfrm>
            <a:off x="838504" y="1600200"/>
            <a:ext cx="5162702" cy="713232"/>
          </a:xfrm>
          <a:prstGeom prst="roundRect">
            <a:avLst>
              <a:gd name="adj" fmla="val 12000"/>
            </a:avLst>
          </a:prstGeom>
          <a:solidFill>
            <a:srgbClr val="7FB5FA"/>
          </a:solidFill>
          <a:ln>
            <a:noFill/>
          </a:ln>
        </p:spPr>
        <p:txBody>
          <a:bodyPr wrap="square" lIns="228600" tIns="73152" rIns="228600" bIns="73152" anchor="ctr">
            <a:normAutofit/>
          </a:bodyPr>
          <a:lstStyle/>
          <a:p>
            <a:pPr marL="0" indent="0" algn="l">
              <a:spcBef>
                <a:spcPts val="0"/>
              </a:spcBef>
              <a:buNone/>
            </a:pPr>
            <a:r>
              <a:rPr lang="th-TH" sz="2400" b="1" i="0" dirty="0">
                <a:solidFill>
                  <a:srgbClr val="FFFFFF"/>
                </a:solidFill>
              </a:rPr>
              <a:t>Chatbot</a:t>
            </a:r>
          </a:p>
        </p:txBody>
      </p:sp>
      <p:sp>
        <p:nvSpPr>
          <p:cNvPr id="109" name="Shape 109"/>
          <p:cNvSpPr/>
          <p:nvPr/>
        </p:nvSpPr>
        <p:spPr>
          <a:xfrm>
            <a:off x="838504" y="2468880"/>
            <a:ext cx="5162702" cy="2514600"/>
          </a:xfrm>
          <a:prstGeom prst="roundRect">
            <a:avLst>
              <a:gd name="adj" fmla="val 8000"/>
            </a:avLst>
          </a:prstGeom>
          <a:solidFill>
            <a:srgbClr val="F3F7FD"/>
          </a:solidFill>
          <a:ln>
            <a:noFill/>
          </a:ln>
        </p:spPr>
        <p:txBody>
          <a:bodyPr wrap="square" lIns="274320" tIns="73152" rIns="274320" bIns="73152" anchor="t">
            <a:normAutofit/>
          </a:bodyPr>
          <a:lstStyle/>
          <a:p>
            <a:pPr marL="285750" indent="-285750" algn="l">
              <a:spcBef>
                <a:spcPts val="0"/>
              </a:spcBef>
              <a:buFont typeface="Arial"/>
              <a:buChar char="•"/>
            </a:pPr>
            <a:r>
              <a:rPr lang="th-TH" sz="1700" b="1" i="0" dirty="0">
                <a:solidFill>
                  <a:srgbClr val="0D1B2A"/>
                </a:solidFill>
              </a:rPr>
              <a:t>ตอบคำถามแล้วจบ</a:t>
            </a:r>
          </a:p>
          <a:p>
            <a:pPr marL="285750" indent="0" algn="l">
              <a:spcBef>
                <a:spcPts val="150"/>
              </a:spcBef>
              <a:buNone/>
            </a:pPr>
            <a:r>
              <a:rPr lang="th-TH" sz="1500" b="0" i="0" dirty="0">
                <a:solidFill>
                  <a:srgbClr val="4C5B6B"/>
                </a:solidFill>
              </a:rPr>
              <a:t>ไม่มีอะไรเปลี่ยนในโลกจริง</a:t>
            </a:r>
          </a:p>
          <a:p>
            <a:pPr marL="285750" indent="-285750" algn="l">
              <a:spcBef>
                <a:spcPts val="1200"/>
              </a:spcBef>
              <a:buFont typeface="Arial"/>
              <a:buChar char="•"/>
            </a:pPr>
            <a:r>
              <a:rPr lang="th-TH" sz="1700" b="1" i="0" dirty="0">
                <a:solidFill>
                  <a:srgbClr val="0D1B2A"/>
                </a:solidFill>
              </a:rPr>
              <a:t>ให้คำตอบเป็นข้อความ</a:t>
            </a:r>
          </a:p>
          <a:p>
            <a:pPr marL="285750" indent="0" algn="l">
              <a:spcBef>
                <a:spcPts val="150"/>
              </a:spcBef>
              <a:buNone/>
            </a:pPr>
            <a:r>
              <a:rPr lang="th-TH" sz="1500" b="0" i="0" dirty="0">
                <a:solidFill>
                  <a:srgbClr val="4C5B6B"/>
                </a:solidFill>
              </a:rPr>
              <a:t>ผู้ใช้ต้อง copy ไปทำต่อเอง</a:t>
            </a:r>
          </a:p>
        </p:txBody>
      </p:sp>
      <p:sp>
        <p:nvSpPr>
          <p:cNvPr id="110" name="Shape 110"/>
          <p:cNvSpPr/>
          <p:nvPr/>
        </p:nvSpPr>
        <p:spPr>
          <a:xfrm>
            <a:off x="6191402" y="1600200"/>
            <a:ext cx="5162702" cy="713232"/>
          </a:xfrm>
          <a:prstGeom prst="roundRect">
            <a:avLst>
              <a:gd name="adj" fmla="val 12000"/>
            </a:avLst>
          </a:prstGeom>
          <a:solidFill>
            <a:srgbClr val="4F8BD0"/>
          </a:solidFill>
          <a:ln>
            <a:noFill/>
          </a:ln>
        </p:spPr>
        <p:txBody>
          <a:bodyPr wrap="square" lIns="228600" tIns="73152" rIns="228600" bIns="73152" anchor="ctr">
            <a:normAutofit/>
          </a:bodyPr>
          <a:lstStyle/>
          <a:p>
            <a:pPr marL="0" indent="0" algn="l">
              <a:spcBef>
                <a:spcPts val="0"/>
              </a:spcBef>
              <a:buNone/>
            </a:pPr>
            <a:r>
              <a:rPr lang="th-TH" sz="2400" b="1" i="0" dirty="0">
                <a:solidFill>
                  <a:srgbClr val="FFFFFF"/>
                </a:solidFill>
              </a:rPr>
              <a:t>AI Agent</a:t>
            </a:r>
          </a:p>
        </p:txBody>
      </p:sp>
      <p:sp>
        <p:nvSpPr>
          <p:cNvPr id="111" name="Shape 111"/>
          <p:cNvSpPr/>
          <p:nvPr/>
        </p:nvSpPr>
        <p:spPr>
          <a:xfrm>
            <a:off x="6191402" y="2468880"/>
            <a:ext cx="5162702" cy="2514600"/>
          </a:xfrm>
          <a:prstGeom prst="roundRect">
            <a:avLst>
              <a:gd name="adj" fmla="val 8000"/>
            </a:avLst>
          </a:prstGeom>
          <a:solidFill>
            <a:srgbClr val="F3F7FD"/>
          </a:solidFill>
          <a:ln>
            <a:noFill/>
          </a:ln>
        </p:spPr>
        <p:txBody>
          <a:bodyPr wrap="square" lIns="274320" tIns="73152" rIns="274320" bIns="73152" anchor="t">
            <a:normAutofit/>
          </a:bodyPr>
          <a:lstStyle/>
          <a:p>
            <a:pPr marL="285750" indent="-285750" algn="l">
              <a:spcBef>
                <a:spcPts val="0"/>
              </a:spcBef>
              <a:buFont typeface="Arial"/>
              <a:buChar char="•"/>
            </a:pPr>
            <a:r>
              <a:rPr lang="th-TH" sz="1700" b="1" i="0" dirty="0">
                <a:solidFill>
                  <a:srgbClr val="0D1B2A"/>
                </a:solidFill>
              </a:rPr>
              <a:t>วงจร Agentic Loop</a:t>
            </a:r>
          </a:p>
          <a:p>
            <a:pPr marL="285750" indent="0" algn="l">
              <a:spcBef>
                <a:spcPts val="150"/>
              </a:spcBef>
              <a:buNone/>
            </a:pPr>
            <a:r>
              <a:rPr lang="th-TH" sz="1500" b="0" i="0" dirty="0">
                <a:solidFill>
                  <a:srgbClr val="4C5B6B"/>
                </a:solidFill>
              </a:rPr>
              <a:t>รับโจทย์ → วางแผน → เลือกเครื่องมือ → ลงมือ → ตรวจผล → ส่งมอบ</a:t>
            </a:r>
          </a:p>
          <a:p>
            <a:pPr marL="285750" indent="-285750" algn="l">
              <a:spcBef>
                <a:spcPts val="1200"/>
              </a:spcBef>
              <a:buFont typeface="Arial"/>
              <a:buChar char="•"/>
            </a:pPr>
            <a:r>
              <a:rPr lang="th-TH" sz="1700" b="1" i="0" dirty="0">
                <a:solidFill>
                  <a:srgbClr val="0D1B2A"/>
                </a:solidFill>
              </a:rPr>
              <a:t>Tool Calling</a:t>
            </a:r>
          </a:p>
          <a:p>
            <a:pPr marL="285750" indent="0" algn="l">
              <a:spcBef>
                <a:spcPts val="150"/>
              </a:spcBef>
              <a:buNone/>
            </a:pPr>
            <a:r>
              <a:rPr lang="th-TH" sz="1500" b="0" i="0" dirty="0">
                <a:solidFill>
                  <a:srgbClr val="4C5B6B"/>
                </a:solidFill>
              </a:rPr>
              <a:t>เรียกรันเครื่องมือเอง แล้วอ่านผลจริงกลับเข้า context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0" y="733916"/>
            <a:ext cx="10248900" cy="688485"/>
          </a:xfrm>
        </p:spPr>
        <p:txBody>
          <a:bodyPr anchor="ctr">
            <a:normAutofit/>
          </a:bodyPr>
          <a:lstStyle/>
          <a:p>
            <a:r>
              <a:rPr lang="th-TH" dirty="0"/>
              <a:t>Tool Calling: วงจรที่ทำให้ Agent ลงมือได้จริง</a:t>
            </a:r>
          </a:p>
        </p:txBody>
      </p:sp>
      <p:sp>
        <p:nvSpPr>
          <p:cNvPr id="3" name="Content Placeholder 2"/>
          <p:cNvSpPr>
            <a:spLocks noGrp="1"/>
          </p:cNvSpPr>
          <p:nvPr>
            <p:ph sz="quarter" idx="12"/>
          </p:nvPr>
        </p:nvSpPr>
        <p:spPr>
          <a:xfrm>
            <a:off x="838200" y="1549400"/>
            <a:ext cx="5162550" cy="4498975"/>
          </a:xfrm>
        </p:spPr>
        <p:txBody>
          <a:bodyPr>
            <a:normAutofit/>
          </a:bodyPr>
          <a:lstStyle/>
          <a:p>
            <a:pPr marL="0" indent="0" algn="l">
              <a:spcBef>
                <a:spcPts val="0"/>
              </a:spcBef>
              <a:buNone/>
            </a:pPr>
            <a:r>
              <a:rPr lang="th-TH" sz="1850" b="1" i="0" dirty="0">
                <a:solidFill>
                  <a:srgbClr val="005CFF"/>
                </a:solidFill>
              </a:rPr>
              <a:t>1  </a:t>
            </a:r>
            <a:r>
              <a:rPr lang="th-TH" sz="1850" b="1" i="0" dirty="0">
                <a:solidFill>
                  <a:srgbClr val="0D1B2A"/>
                </a:solidFill>
              </a:rPr>
              <a:t>รับรายการเครื่องมือ</a:t>
            </a:r>
          </a:p>
          <a:p>
            <a:pPr marL="330000" indent="0" algn="l">
              <a:spcBef>
                <a:spcPts val="150"/>
              </a:spcBef>
              <a:buNone/>
            </a:pPr>
            <a:r>
              <a:rPr lang="th-TH" sz="1500" b="0" i="0" dirty="0">
                <a:solidFill>
                  <a:srgbClr val="4C5B6B"/>
                </a:solidFill>
              </a:rPr>
              <a:t>โมเดลเห็น tools พร้อมคำอธิบายหน้าที่</a:t>
            </a:r>
          </a:p>
          <a:p>
            <a:pPr marL="0" indent="0" algn="l">
              <a:spcBef>
                <a:spcPts val="1300"/>
              </a:spcBef>
              <a:buNone/>
            </a:pPr>
            <a:r>
              <a:rPr lang="th-TH" sz="1850" b="1" i="0" dirty="0">
                <a:solidFill>
                  <a:srgbClr val="005CFF"/>
                </a:solidFill>
              </a:rPr>
              <a:t>2  </a:t>
            </a:r>
            <a:r>
              <a:rPr lang="th-TH" sz="1850" b="1" i="0" dirty="0">
                <a:solidFill>
                  <a:srgbClr val="0D1B2A"/>
                </a:solidFill>
              </a:rPr>
              <a:t>ตอบเป็น tool use</a:t>
            </a:r>
          </a:p>
          <a:p>
            <a:pPr marL="330000" indent="0" algn="l">
              <a:spcBef>
                <a:spcPts val="150"/>
              </a:spcBef>
              <a:buNone/>
            </a:pPr>
            <a:r>
              <a:rPr lang="th-TH" sz="1500" b="0" i="0" dirty="0">
                <a:solidFill>
                  <a:srgbClr val="4C5B6B"/>
                </a:solidFill>
              </a:rPr>
              <a:t>เมื่อโจทย์ต้องการ — แทนข้อความธรรมดา</a:t>
            </a:r>
          </a:p>
          <a:p>
            <a:pPr marL="0" indent="0" algn="l">
              <a:spcBef>
                <a:spcPts val="1300"/>
              </a:spcBef>
              <a:buNone/>
            </a:pPr>
            <a:r>
              <a:rPr lang="th-TH" sz="1850" b="1" i="0" dirty="0">
                <a:solidFill>
                  <a:srgbClr val="005CFF"/>
                </a:solidFill>
              </a:rPr>
              <a:t>3  </a:t>
            </a:r>
            <a:r>
              <a:rPr lang="th-TH" sz="1850" b="1" i="0" dirty="0">
                <a:solidFill>
                  <a:srgbClr val="0D1B2A"/>
                </a:solidFill>
              </a:rPr>
              <a:t>Runtime รันจริง</a:t>
            </a:r>
          </a:p>
          <a:p>
            <a:pPr marL="330000" indent="0" algn="l">
              <a:spcBef>
                <a:spcPts val="150"/>
              </a:spcBef>
              <a:buNone/>
            </a:pPr>
            <a:r>
              <a:rPr lang="th-TH" sz="1500" b="0" i="0" dirty="0">
                <a:solidFill>
                  <a:srgbClr val="4C5B6B"/>
                </a:solidFill>
              </a:rPr>
              <a:t>Claude Code รันเครื่องมือ แล้วส่งผลกลับเข้า context</a:t>
            </a:r>
          </a:p>
          <a:p>
            <a:pPr marL="0" indent="0" algn="l">
              <a:spcBef>
                <a:spcPts val="1300"/>
              </a:spcBef>
              <a:buNone/>
            </a:pPr>
            <a:r>
              <a:rPr lang="th-TH" sz="1850" b="1" i="0" dirty="0">
                <a:solidFill>
                  <a:srgbClr val="005CFF"/>
                </a:solidFill>
              </a:rPr>
              <a:t>4  </a:t>
            </a:r>
            <a:r>
              <a:rPr lang="th-TH" sz="1850" b="1" i="0" dirty="0">
                <a:solidFill>
                  <a:srgbClr val="0D1B2A"/>
                </a:solidFill>
              </a:rPr>
              <a:t>อ่านผล → ตัดสินใจต่อ</a:t>
            </a:r>
          </a:p>
          <a:p>
            <a:pPr marL="330000" indent="0" algn="l">
              <a:spcBef>
                <a:spcPts val="150"/>
              </a:spcBef>
              <a:buNone/>
            </a:pPr>
            <a:r>
              <a:rPr lang="th-TH" sz="1500" b="0" i="0" dirty="0">
                <a:solidFill>
                  <a:srgbClr val="4C5B6B"/>
                </a:solidFill>
              </a:rPr>
              <a:t>วนซ้ำจนงานเสร็จ</a:t>
            </a:r>
          </a:p>
        </p:txBody>
      </p:sp>
      <p:sp>
        <p:nvSpPr>
          <p:cNvPr id="16" name="Footer Placeholder 4">
            <a:extLst>
              <a:ext uri="{FF2B5EF4-FFF2-40B4-BE49-F238E27FC236}">
                <a16:creationId xmlns:a16="http://schemas.microsoft.com/office/drawing/2014/main" id="{5084F689-CE1A-7A82-DE91-BA4954F5917B}"/>
              </a:ext>
            </a:extLst>
          </p:cNvPr>
          <p:cNvSpPr>
            <a:spLocks noGrp="1"/>
          </p:cNvSpPr>
          <p:nvPr>
            <p:ph type="ftr" sz="quarter" idx="3"/>
          </p:nvPr>
        </p:nvSpPr>
        <p:spPr>
          <a:xfrm>
            <a:off x="838202" y="6174245"/>
            <a:ext cx="4389253" cy="365125"/>
          </a:xfrm>
        </p:spPr>
        <p:txBody>
          <a:bodyPr/>
          <a:lstStyle/>
          <a:p>
            <a:pPr>
              <a:spcAft>
                <a:spcPts val="600"/>
              </a:spcAft>
            </a:pPr>
            <a:r>
              <a:rPr lang="en-US"/>
              <a:t>Copyright © 2026 9Expert Co., Ltd. All rights reserved.</a:t>
            </a:r>
            <a:endParaRPr lang="en-TH"/>
          </a:p>
        </p:txBody>
      </p:sp>
      <p:sp>
        <p:nvSpPr>
          <p:cNvPr id="17" name="Slide Number Placeholder 5">
            <a:extLst>
              <a:ext uri="{FF2B5EF4-FFF2-40B4-BE49-F238E27FC236}">
                <a16:creationId xmlns:a16="http://schemas.microsoft.com/office/drawing/2014/main" id="{675A9D21-E63D-CE5C-BEED-B0EB36647853}"/>
              </a:ext>
            </a:extLst>
          </p:cNvPr>
          <p:cNvSpPr>
            <a:spLocks noGrp="1"/>
          </p:cNvSpPr>
          <p:nvPr>
            <p:ph type="sldNum" sz="quarter" idx="4"/>
          </p:nvPr>
        </p:nvSpPr>
        <p:spPr>
          <a:xfrm>
            <a:off x="10182228" y="6167120"/>
            <a:ext cx="1171575" cy="365125"/>
          </a:xfrm>
        </p:spPr>
        <p:txBody>
          <a:bodyPr/>
          <a:lstStyle/>
          <a:p>
            <a:pPr>
              <a:spcAft>
                <a:spcPts val="600"/>
              </a:spcAft>
            </a:pPr>
            <a:fld id="{7B973119-0BF9-7444-941C-BCE2AFE6BE2E}" type="slidenum">
              <a:rPr lang="en-TH" smtClean="0"/>
              <a:t>11</a:t>
            </a:fld>
            <a:endParaRPr lang="en-TH"/>
          </a:p>
        </p:txBody>
      </p:sp>
      <p:sp>
        <p:nvSpPr>
          <p:cNvPr id="118" name="Shape 118"/>
          <p:cNvSpPr/>
          <p:nvPr/>
        </p:nvSpPr>
        <p:spPr>
          <a:xfrm>
            <a:off x="7909560" y="3291840"/>
            <a:ext cx="1828800" cy="100584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1500" b="1" i="0" dirty="0">
                <a:solidFill>
                  <a:srgbClr val="FFFFFF"/>
                </a:solidFill>
              </a:rPr>
              <a:t>Agentic</a:t>
            </a:r>
          </a:p>
          <a:p>
            <a:pPr marL="0" indent="0" algn="ctr">
              <a:spcBef>
                <a:spcPts val="0"/>
              </a:spcBef>
              <a:buNone/>
            </a:pPr>
            <a:r>
              <a:rPr lang="th-TH" sz="1500" b="1" i="0" dirty="0">
                <a:solidFill>
                  <a:srgbClr val="7FB5FA"/>
                </a:solidFill>
              </a:rPr>
              <a:t>Loop</a:t>
            </a:r>
          </a:p>
        </p:txBody>
      </p:sp>
      <p:sp>
        <p:nvSpPr>
          <p:cNvPr id="119" name="Shape 119"/>
          <p:cNvSpPr/>
          <p:nvPr/>
        </p:nvSpPr>
        <p:spPr>
          <a:xfrm>
            <a:off x="7799832" y="1801368"/>
            <a:ext cx="2048256" cy="694944"/>
          </a:xfrm>
          <a:prstGeom prst="roundRect">
            <a:avLst>
              <a:gd name="adj" fmla="val 30000"/>
            </a:avLst>
          </a:prstGeom>
          <a:solidFill>
            <a:srgbClr val="005CFF"/>
          </a:solidFill>
          <a:ln>
            <a:noFill/>
          </a:ln>
        </p:spPr>
        <p:txBody>
          <a:bodyPr wrap="square" lIns="73152" tIns="73152" rIns="73152" bIns="73152" anchor="ctr">
            <a:normAutofit/>
          </a:bodyPr>
          <a:lstStyle/>
          <a:p>
            <a:pPr marL="0" indent="0" algn="ctr">
              <a:spcBef>
                <a:spcPts val="0"/>
              </a:spcBef>
              <a:buNone/>
            </a:pPr>
            <a:r>
              <a:rPr lang="th-TH" sz="1300" b="1" i="0" dirty="0">
                <a:solidFill>
                  <a:srgbClr val="FFFFFF"/>
                </a:solidFill>
              </a:rPr>
              <a:t>โมเดลเลือก Tool</a:t>
            </a:r>
          </a:p>
        </p:txBody>
      </p:sp>
      <p:sp>
        <p:nvSpPr>
          <p:cNvPr id="120" name="Shape 120"/>
          <p:cNvSpPr/>
          <p:nvPr/>
        </p:nvSpPr>
        <p:spPr>
          <a:xfrm>
            <a:off x="9262872" y="3447288"/>
            <a:ext cx="2048256" cy="694944"/>
          </a:xfrm>
          <a:prstGeom prst="roundRect">
            <a:avLst>
              <a:gd name="adj" fmla="val 30000"/>
            </a:avLst>
          </a:prstGeom>
          <a:solidFill>
            <a:srgbClr val="2486FF"/>
          </a:solidFill>
          <a:ln>
            <a:noFill/>
          </a:ln>
        </p:spPr>
        <p:txBody>
          <a:bodyPr wrap="square" lIns="73152" tIns="73152" rIns="73152" bIns="73152" anchor="ctr">
            <a:normAutofit/>
          </a:bodyPr>
          <a:lstStyle/>
          <a:p>
            <a:pPr marL="0" indent="0" algn="ctr">
              <a:spcBef>
                <a:spcPts val="0"/>
              </a:spcBef>
              <a:buNone/>
            </a:pPr>
            <a:r>
              <a:rPr lang="th-TH" sz="1300" b="1" i="0" dirty="0">
                <a:solidFill>
                  <a:srgbClr val="FFFFFF"/>
                </a:solidFill>
              </a:rPr>
              <a:t>รันสคริปต์ / คำสั่ง</a:t>
            </a:r>
          </a:p>
        </p:txBody>
      </p:sp>
      <p:sp>
        <p:nvSpPr>
          <p:cNvPr id="121" name="Shape 121"/>
          <p:cNvSpPr/>
          <p:nvPr/>
        </p:nvSpPr>
        <p:spPr>
          <a:xfrm>
            <a:off x="7799832" y="5093208"/>
            <a:ext cx="2048256" cy="694944"/>
          </a:xfrm>
          <a:prstGeom prst="roundRect">
            <a:avLst>
              <a:gd name="adj" fmla="val 30000"/>
            </a:avLst>
          </a:prstGeom>
          <a:solidFill>
            <a:srgbClr val="005CFF"/>
          </a:solidFill>
          <a:ln>
            <a:noFill/>
          </a:ln>
        </p:spPr>
        <p:txBody>
          <a:bodyPr wrap="square" lIns="73152" tIns="73152" rIns="73152" bIns="73152" anchor="ctr">
            <a:normAutofit/>
          </a:bodyPr>
          <a:lstStyle/>
          <a:p>
            <a:pPr marL="0" indent="0" algn="ctr">
              <a:spcBef>
                <a:spcPts val="0"/>
              </a:spcBef>
              <a:buNone/>
            </a:pPr>
            <a:r>
              <a:rPr lang="th-TH" sz="1300" b="1" i="0" dirty="0">
                <a:solidFill>
                  <a:srgbClr val="FFFFFF"/>
                </a:solidFill>
              </a:rPr>
              <a:t>ผลลัพธ์กลับเข้า Context</a:t>
            </a:r>
          </a:p>
        </p:txBody>
      </p:sp>
      <p:sp>
        <p:nvSpPr>
          <p:cNvPr id="122" name="Shape 122"/>
          <p:cNvSpPr/>
          <p:nvPr/>
        </p:nvSpPr>
        <p:spPr>
          <a:xfrm>
            <a:off x="6336792" y="3447288"/>
            <a:ext cx="2048256" cy="694944"/>
          </a:xfrm>
          <a:prstGeom prst="roundRect">
            <a:avLst>
              <a:gd name="adj" fmla="val 30000"/>
            </a:avLst>
          </a:prstGeom>
          <a:solidFill>
            <a:srgbClr val="2486FF"/>
          </a:solidFill>
          <a:ln>
            <a:noFill/>
          </a:ln>
        </p:spPr>
        <p:txBody>
          <a:bodyPr wrap="square" lIns="73152" tIns="73152" rIns="73152" bIns="73152" anchor="ctr">
            <a:normAutofit/>
          </a:bodyPr>
          <a:lstStyle/>
          <a:p>
            <a:pPr marL="0" indent="0" algn="ctr">
              <a:spcBef>
                <a:spcPts val="0"/>
              </a:spcBef>
              <a:buNone/>
            </a:pPr>
            <a:r>
              <a:rPr lang="th-TH" sz="1300" b="1" i="0" dirty="0">
                <a:solidFill>
                  <a:srgbClr val="FFFFFF"/>
                </a:solidFill>
              </a:rPr>
              <a:t>ตัดสินใจขั้นถัดไป</a:t>
            </a:r>
          </a:p>
        </p:txBody>
      </p:sp>
      <p:cxnSp>
        <p:nvCxnSpPr>
          <p:cNvPr id="123" name="Arrow 123"/>
          <p:cNvCxnSpPr/>
          <p:nvPr/>
        </p:nvCxnSpPr>
        <p:spPr>
          <a:xfrm>
            <a:off x="9848088" y="2148840"/>
            <a:ext cx="438912" cy="1261872"/>
          </a:xfrm>
          <a:prstGeom prst="straightConnector1">
            <a:avLst/>
          </a:prstGeom>
          <a:ln w="25400">
            <a:solidFill>
              <a:srgbClr val="4C5B6B"/>
            </a:solidFill>
            <a:tailEnd type="triangle" w="med" len="med"/>
          </a:ln>
        </p:spPr>
      </p:cxnSp>
      <p:cxnSp>
        <p:nvCxnSpPr>
          <p:cNvPr id="124" name="Arrow 124"/>
          <p:cNvCxnSpPr/>
          <p:nvPr/>
        </p:nvCxnSpPr>
        <p:spPr>
          <a:xfrm flipH="1">
            <a:off x="9848088" y="4178808"/>
            <a:ext cx="438912" cy="1261872"/>
          </a:xfrm>
          <a:prstGeom prst="straightConnector1">
            <a:avLst/>
          </a:prstGeom>
          <a:ln w="25400">
            <a:solidFill>
              <a:srgbClr val="4C5B6B"/>
            </a:solidFill>
            <a:tailEnd type="triangle" w="med" len="med"/>
          </a:ln>
        </p:spPr>
      </p:cxnSp>
      <p:cxnSp>
        <p:nvCxnSpPr>
          <p:cNvPr id="125" name="Arrow 125"/>
          <p:cNvCxnSpPr/>
          <p:nvPr/>
        </p:nvCxnSpPr>
        <p:spPr>
          <a:xfrm flipH="1" flipV="1">
            <a:off x="7360920" y="4178808"/>
            <a:ext cx="438912" cy="1261872"/>
          </a:xfrm>
          <a:prstGeom prst="straightConnector1">
            <a:avLst/>
          </a:prstGeom>
          <a:ln w="25400">
            <a:solidFill>
              <a:srgbClr val="4C5B6B"/>
            </a:solidFill>
            <a:tailEnd type="triangle" w="med" len="med"/>
          </a:ln>
        </p:spPr>
      </p:cxnSp>
      <p:cxnSp>
        <p:nvCxnSpPr>
          <p:cNvPr id="126" name="Arrow 126"/>
          <p:cNvCxnSpPr/>
          <p:nvPr/>
        </p:nvCxnSpPr>
        <p:spPr>
          <a:xfrm flipV="1">
            <a:off x="7360920" y="2148840"/>
            <a:ext cx="438912" cy="1261872"/>
          </a:xfrm>
          <a:prstGeom prst="straightConnector1">
            <a:avLst/>
          </a:prstGeom>
          <a:ln w="25400">
            <a:solidFill>
              <a:srgbClr val="4C5B6B"/>
            </a:solidFill>
            <a:tailEnd type="triangl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05CA9B4-3585-FD89-9A37-67CA18EBCC06}"/>
              </a:ext>
            </a:extLst>
          </p:cNvPr>
          <p:cNvSpPr>
            <a:spLocks noGrp="1"/>
          </p:cNvSpPr>
          <p:nvPr>
            <p:ph type="ftr" sz="quarter" idx="3"/>
          </p:nvPr>
        </p:nvSpPr>
        <p:spPr/>
        <p:txBody>
          <a:bodyPr/>
          <a:lstStyle/>
          <a:p>
            <a:r>
              <a:rPr lang="en-US"/>
              <a:t>Copyright © 2026 9Expert Co., Ltd. All rights reserved.</a:t>
            </a:r>
            <a:endParaRPr lang="en-TH"/>
          </a:p>
        </p:txBody>
      </p:sp>
      <p:sp>
        <p:nvSpPr>
          <p:cNvPr id="3" name="Slide Number Placeholder 2">
            <a:extLst>
              <a:ext uri="{FF2B5EF4-FFF2-40B4-BE49-F238E27FC236}">
                <a16:creationId xmlns:a16="http://schemas.microsoft.com/office/drawing/2014/main" id="{DEB70693-E99D-1FB1-A707-391404D038E7}"/>
              </a:ext>
            </a:extLst>
          </p:cNvPr>
          <p:cNvSpPr>
            <a:spLocks noGrp="1"/>
          </p:cNvSpPr>
          <p:nvPr>
            <p:ph type="sldNum" sz="quarter" idx="4"/>
          </p:nvPr>
        </p:nvSpPr>
        <p:spPr/>
        <p:txBody>
          <a:bodyPr/>
          <a:lstStyle/>
          <a:p>
            <a:fld id="{7B973119-0BF9-7444-941C-BCE2AFE6BE2E}" type="slidenum">
              <a:rPr lang="en-TH" smtClean="0"/>
              <a:t>12</a:t>
            </a:fld>
            <a:endParaRPr lang="en-TH"/>
          </a:p>
        </p:txBody>
      </p:sp>
      <p:sp>
        <p:nvSpPr>
          <p:cNvPr id="104" name="Title 1"/>
          <p:cNvSpPr>
            <a:spLocks noGrp="1"/>
          </p:cNvSpPr>
          <p:nvPr>
            <p:ph type="title"/>
          </p:nvPr>
        </p:nvSpPr>
        <p:spPr/>
        <p:txBody>
          <a:bodyPr>
            <a:normAutofit/>
          </a:bodyPr>
          <a:lstStyle/>
          <a:p>
            <a:r>
              <a:rPr lang="th-TH" dirty="0"/>
              <a:t>รูปแบบ Multi-Agent ใน Claude Code: เลือกตามงานและงบ</a:t>
            </a:r>
          </a:p>
        </p:txBody>
      </p:sp>
      <p:sp>
        <p:nvSpPr>
          <p:cNvPr id="105" name="Shape 105"/>
          <p:cNvSpPr/>
          <p:nvPr/>
        </p:nvSpPr>
        <p:spPr>
          <a:xfrm>
            <a:off x="841248" y="1645920"/>
            <a:ext cx="3291840" cy="416052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6" name="Shape 106"/>
          <p:cNvSpPr/>
          <p:nvPr/>
        </p:nvSpPr>
        <p:spPr>
          <a:xfrm>
            <a:off x="2029968" y="1828800"/>
            <a:ext cx="914400" cy="91440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2600" b="0" i="0" dirty="0">
                <a:solidFill>
                  <a:srgbClr val="FFFFFF"/>
                </a:solidFill>
              </a:rPr>
              <a:t>1</a:t>
            </a:r>
          </a:p>
        </p:txBody>
      </p:sp>
      <p:sp>
        <p:nvSpPr>
          <p:cNvPr id="107" name="Shape 107"/>
          <p:cNvSpPr/>
          <p:nvPr/>
        </p:nvSpPr>
        <p:spPr>
          <a:xfrm>
            <a:off x="1024128" y="2834640"/>
            <a:ext cx="2926080" cy="2377440"/>
          </a:xfrm>
          <a:prstGeom prst="rect">
            <a:avLst/>
          </a:prstGeom>
          <a:noFill/>
          <a:ln>
            <a:noFill/>
          </a:ln>
        </p:spPr>
        <p:txBody>
          <a:bodyPr wrap="square" lIns="0" tIns="0" rIns="0" bIns="0" anchor="t">
            <a:normAutofit/>
          </a:bodyPr>
          <a:lstStyle/>
          <a:p>
            <a:pPr marL="0" indent="0" algn="ctr">
              <a:spcBef>
                <a:spcPts val="0"/>
              </a:spcBef>
              <a:buNone/>
            </a:pPr>
            <a:r>
              <a:rPr lang="th-TH" sz="1900" b="1" i="0" dirty="0">
                <a:solidFill>
                  <a:srgbClr val="005CFF"/>
                </a:solidFill>
              </a:rPr>
              <a:t>Subagent</a:t>
            </a:r>
          </a:p>
          <a:p>
            <a:pPr marL="0" indent="0" algn="ctr">
              <a:spcBef>
                <a:spcPts val="600"/>
              </a:spcBef>
              <a:buNone/>
            </a:pPr>
            <a:r>
              <a:rPr lang="th-TH" sz="1300" b="0" i="0" dirty="0">
                <a:solidFill>
                  <a:srgbClr val="0D1B2A"/>
                </a:solidFill>
              </a:rPr>
              <a:t>สำเนาของ Claude ที่มี context / system prompt / tools แยก ทำเสร็จแล้วสรุปผลส่งกลับ</a:t>
            </a:r>
          </a:p>
          <a:p>
            <a:pPr marL="0" indent="0" algn="ctr">
              <a:spcBef>
                <a:spcPts val="600"/>
              </a:spcBef>
              <a:buNone/>
            </a:pPr>
            <a:r>
              <a:rPr lang="th-TH" sz="1250" b="1" i="0" dirty="0">
                <a:solidFill>
                  <a:srgbClr val="4C5B6B"/>
                </a:solidFill>
              </a:rPr>
              <a:t>เหมาะกับ: </a:t>
            </a:r>
            <a:r>
              <a:rPr lang="th-TH" sz="1250" b="0" i="0" dirty="0">
                <a:solidFill>
                  <a:srgbClr val="4C5B6B"/>
                </a:solidFill>
              </a:rPr>
              <a:t>งาน output ยาว: สแกนโค้ด ค้นคว้า</a:t>
            </a:r>
          </a:p>
        </p:txBody>
      </p:sp>
      <p:sp>
        <p:nvSpPr>
          <p:cNvPr id="108" name="Shape 108"/>
          <p:cNvSpPr/>
          <p:nvPr/>
        </p:nvSpPr>
        <p:spPr>
          <a:xfrm>
            <a:off x="1618488" y="5257800"/>
            <a:ext cx="1737360" cy="384048"/>
          </a:xfrm>
          <a:prstGeom prst="roundRect">
            <a:avLst>
              <a:gd name="adj" fmla="val 50000"/>
            </a:avLst>
          </a:prstGeom>
          <a:solidFill>
            <a:srgbClr val="12B76A"/>
          </a:solidFill>
          <a:ln>
            <a:noFill/>
          </a:ln>
        </p:spPr>
        <p:txBody>
          <a:bodyPr wrap="square" lIns="45720" tIns="45720" rIns="45720" bIns="45720" anchor="ctr">
            <a:normAutofit lnSpcReduction="10000"/>
          </a:bodyPr>
          <a:lstStyle/>
          <a:p>
            <a:pPr marL="0" indent="0" algn="ctr">
              <a:spcBef>
                <a:spcPts val="0"/>
              </a:spcBef>
              <a:buNone/>
            </a:pPr>
            <a:r>
              <a:rPr lang="th-TH" sz="1200" b="1" i="0" dirty="0">
                <a:solidFill>
                  <a:srgbClr val="FFFFFF"/>
                </a:solidFill>
              </a:rPr>
              <a:t>ต้นทุนต่ำสุด</a:t>
            </a:r>
          </a:p>
        </p:txBody>
      </p:sp>
      <p:sp>
        <p:nvSpPr>
          <p:cNvPr id="109" name="Shape 109"/>
          <p:cNvSpPr/>
          <p:nvPr/>
        </p:nvSpPr>
        <p:spPr>
          <a:xfrm>
            <a:off x="4407408" y="1645920"/>
            <a:ext cx="3291840" cy="416052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0" name="Shape 110"/>
          <p:cNvSpPr/>
          <p:nvPr/>
        </p:nvSpPr>
        <p:spPr>
          <a:xfrm>
            <a:off x="5596128" y="1828800"/>
            <a:ext cx="914400" cy="91440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2600" b="0" i="0" dirty="0">
                <a:solidFill>
                  <a:srgbClr val="FFFFFF"/>
                </a:solidFill>
              </a:rPr>
              <a:t>2</a:t>
            </a:r>
          </a:p>
        </p:txBody>
      </p:sp>
      <p:sp>
        <p:nvSpPr>
          <p:cNvPr id="111" name="Shape 111"/>
          <p:cNvSpPr/>
          <p:nvPr/>
        </p:nvSpPr>
        <p:spPr>
          <a:xfrm>
            <a:off x="4590288" y="2834640"/>
            <a:ext cx="2926080" cy="2377440"/>
          </a:xfrm>
          <a:prstGeom prst="rect">
            <a:avLst/>
          </a:prstGeom>
          <a:noFill/>
          <a:ln>
            <a:noFill/>
          </a:ln>
        </p:spPr>
        <p:txBody>
          <a:bodyPr wrap="square" lIns="0" tIns="0" rIns="0" bIns="0" anchor="t">
            <a:normAutofit/>
          </a:bodyPr>
          <a:lstStyle/>
          <a:p>
            <a:pPr marL="0" indent="0" algn="ctr">
              <a:spcBef>
                <a:spcPts val="0"/>
              </a:spcBef>
              <a:buNone/>
            </a:pPr>
            <a:r>
              <a:rPr lang="th-TH" sz="1900" b="1" i="0" dirty="0">
                <a:solidFill>
                  <a:srgbClr val="0D1B2A"/>
                </a:solidFill>
              </a:rPr>
              <a:t>Agent Teams</a:t>
            </a:r>
          </a:p>
          <a:p>
            <a:pPr marL="0" indent="0" algn="ctr">
              <a:spcBef>
                <a:spcPts val="600"/>
              </a:spcBef>
              <a:buNone/>
            </a:pPr>
            <a:r>
              <a:rPr lang="th-TH" sz="1300" b="0" i="0" dirty="0">
                <a:solidFill>
                  <a:srgbClr val="0D1B2A"/>
                </a:solidFill>
              </a:rPr>
              <a:t>หลาย instance คุยกันเองได้ มี Task List ร่วม และ Team Lead (experimental)</a:t>
            </a:r>
          </a:p>
          <a:p>
            <a:pPr marL="0" indent="0" algn="ctr">
              <a:spcBef>
                <a:spcPts val="600"/>
              </a:spcBef>
              <a:buNone/>
            </a:pPr>
            <a:r>
              <a:rPr lang="th-TH" sz="1250" b="1" i="0" dirty="0">
                <a:solidFill>
                  <a:srgbClr val="4C5B6B"/>
                </a:solidFill>
              </a:rPr>
              <a:t>เหมาะกับ: </a:t>
            </a:r>
            <a:r>
              <a:rPr lang="th-TH" sz="1250" b="0" i="0" dirty="0">
                <a:solidFill>
                  <a:srgbClr val="4C5B6B"/>
                </a:solidFill>
              </a:rPr>
              <a:t>งานซับซ้อนที่ต้องถก/ประสานข้ามสายงาน</a:t>
            </a:r>
          </a:p>
        </p:txBody>
      </p:sp>
      <p:sp>
        <p:nvSpPr>
          <p:cNvPr id="112" name="Shape 112"/>
          <p:cNvSpPr/>
          <p:nvPr/>
        </p:nvSpPr>
        <p:spPr>
          <a:xfrm>
            <a:off x="5184648" y="5257800"/>
            <a:ext cx="1737360" cy="384048"/>
          </a:xfrm>
          <a:prstGeom prst="roundRect">
            <a:avLst>
              <a:gd name="adj" fmla="val 50000"/>
            </a:avLst>
          </a:prstGeom>
          <a:solidFill>
            <a:srgbClr val="D92D20"/>
          </a:solidFill>
          <a:ln>
            <a:noFill/>
          </a:ln>
        </p:spPr>
        <p:txBody>
          <a:bodyPr wrap="square" lIns="45720" tIns="45720" rIns="45720" bIns="45720" anchor="ctr">
            <a:normAutofit lnSpcReduction="10000"/>
          </a:bodyPr>
          <a:lstStyle/>
          <a:p>
            <a:pPr marL="0" indent="0" algn="ctr">
              <a:spcBef>
                <a:spcPts val="0"/>
              </a:spcBef>
              <a:buNone/>
            </a:pPr>
            <a:r>
              <a:rPr lang="th-TH" sz="1200" b="1" i="0" dirty="0">
                <a:solidFill>
                  <a:srgbClr val="FFFFFF"/>
                </a:solidFill>
              </a:rPr>
              <a:t>ต้นทุนสูง</a:t>
            </a:r>
          </a:p>
        </p:txBody>
      </p:sp>
      <p:sp>
        <p:nvSpPr>
          <p:cNvPr id="113" name="Shape 113"/>
          <p:cNvSpPr/>
          <p:nvPr/>
        </p:nvSpPr>
        <p:spPr>
          <a:xfrm>
            <a:off x="7973568" y="1645920"/>
            <a:ext cx="3291840" cy="416052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4" name="Shape 114"/>
          <p:cNvSpPr/>
          <p:nvPr/>
        </p:nvSpPr>
        <p:spPr>
          <a:xfrm>
            <a:off x="9162288" y="1828800"/>
            <a:ext cx="914400" cy="91440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2600" b="0" i="0" dirty="0">
                <a:solidFill>
                  <a:srgbClr val="FFFFFF"/>
                </a:solidFill>
              </a:rPr>
              <a:t>3</a:t>
            </a:r>
          </a:p>
        </p:txBody>
      </p:sp>
      <p:sp>
        <p:nvSpPr>
          <p:cNvPr id="115" name="Shape 115"/>
          <p:cNvSpPr/>
          <p:nvPr/>
        </p:nvSpPr>
        <p:spPr>
          <a:xfrm>
            <a:off x="8156448" y="2834640"/>
            <a:ext cx="2926080" cy="2377440"/>
          </a:xfrm>
          <a:prstGeom prst="rect">
            <a:avLst/>
          </a:prstGeom>
          <a:noFill/>
          <a:ln>
            <a:noFill/>
          </a:ln>
        </p:spPr>
        <p:txBody>
          <a:bodyPr wrap="square" lIns="0" tIns="0" rIns="0" bIns="0" anchor="t">
            <a:normAutofit/>
          </a:bodyPr>
          <a:lstStyle/>
          <a:p>
            <a:pPr marL="0" indent="0" algn="ctr">
              <a:spcBef>
                <a:spcPts val="0"/>
              </a:spcBef>
              <a:buNone/>
            </a:pPr>
            <a:r>
              <a:rPr lang="th-TH" sz="1900" b="1" i="0" dirty="0">
                <a:solidFill>
                  <a:srgbClr val="005CFF"/>
                </a:solidFill>
              </a:rPr>
              <a:t>Background Agents</a:t>
            </a:r>
          </a:p>
          <a:p>
            <a:pPr marL="0" indent="0" algn="ctr">
              <a:spcBef>
                <a:spcPts val="600"/>
              </a:spcBef>
              <a:buNone/>
            </a:pPr>
            <a:r>
              <a:rPr lang="th-TH" sz="1300" b="0" i="0" dirty="0">
                <a:solidFill>
                  <a:srgbClr val="0D1B2A"/>
                </a:solidFill>
              </a:rPr>
              <a:t>Subagent ที่รันเบื้องหลัง ไม่บล็อกการสนทนา</a:t>
            </a:r>
          </a:p>
          <a:p>
            <a:pPr marL="0" indent="0" algn="ctr">
              <a:spcBef>
                <a:spcPts val="600"/>
              </a:spcBef>
              <a:buNone/>
            </a:pPr>
            <a:r>
              <a:rPr lang="th-TH" sz="1250" b="1" i="0" dirty="0">
                <a:solidFill>
                  <a:srgbClr val="4C5B6B"/>
                </a:solidFill>
              </a:rPr>
              <a:t>เหมาะกับ: </a:t>
            </a:r>
            <a:r>
              <a:rPr lang="th-TH" sz="1250" b="0" i="0" dirty="0">
                <a:solidFill>
                  <a:srgbClr val="4C5B6B"/>
                </a:solidFill>
              </a:rPr>
              <a:t>รัน test suite / build ยาว ๆ ระหว่างทำงานอื่น</a:t>
            </a:r>
          </a:p>
        </p:txBody>
      </p:sp>
      <p:sp>
        <p:nvSpPr>
          <p:cNvPr id="116" name="Shape 116"/>
          <p:cNvSpPr/>
          <p:nvPr/>
        </p:nvSpPr>
        <p:spPr>
          <a:xfrm>
            <a:off x="8750808" y="5257800"/>
            <a:ext cx="1737360" cy="384048"/>
          </a:xfrm>
          <a:prstGeom prst="roundRect">
            <a:avLst>
              <a:gd name="adj" fmla="val 50000"/>
            </a:avLst>
          </a:prstGeom>
          <a:solidFill>
            <a:srgbClr val="F79009"/>
          </a:solidFill>
          <a:ln>
            <a:noFill/>
          </a:ln>
        </p:spPr>
        <p:txBody>
          <a:bodyPr wrap="square" lIns="45720" tIns="45720" rIns="45720" bIns="45720" anchor="ctr">
            <a:normAutofit lnSpcReduction="10000"/>
          </a:bodyPr>
          <a:lstStyle/>
          <a:p>
            <a:pPr marL="0" indent="0" algn="ctr">
              <a:spcBef>
                <a:spcPts val="0"/>
              </a:spcBef>
              <a:buNone/>
            </a:pPr>
            <a:r>
              <a:rPr lang="th-TH" sz="1200" b="1" i="0" dirty="0">
                <a:solidFill>
                  <a:srgbClr val="FFFFFF"/>
                </a:solidFill>
              </a:rPr>
              <a:t>ต้นทุนปานกลาง</a:t>
            </a:r>
          </a:p>
        </p:txBody>
      </p:sp>
      <p:sp>
        <p:nvSpPr>
          <p:cNvPr id="117" name="Shape 117"/>
          <p:cNvSpPr/>
          <p:nvPr/>
        </p:nvSpPr>
        <p:spPr>
          <a:xfrm>
            <a:off x="841248" y="5833872"/>
            <a:ext cx="10515600" cy="274320"/>
          </a:xfrm>
          <a:prstGeom prst="rect">
            <a:avLst/>
          </a:prstGeom>
          <a:noFill/>
          <a:ln>
            <a:noFill/>
          </a:ln>
        </p:spPr>
        <p:txBody>
          <a:bodyPr wrap="square" lIns="0" tIns="0" rIns="0" bIns="0" anchor="t">
            <a:normAutofit/>
          </a:bodyPr>
          <a:lstStyle/>
          <a:p>
            <a:pPr marL="0" indent="0" algn="ctr">
              <a:spcBef>
                <a:spcPts val="0"/>
              </a:spcBef>
              <a:buNone/>
            </a:pPr>
            <a:r>
              <a:rPr lang="th-TH" sz="1100" b="0" i="0" dirty="0">
                <a:solidFill>
                  <a:srgbClr val="4C5B6B"/>
                </a:solidFill>
              </a:rPr>
              <a:t>Agent Teams ปิดโดย default — เปิดด้วย CLAUDE_CODE_EXPERIMENTAL_AGENT_TEAMS=1 · ในคอร์ส: ผู้สอนสาธิต แล็บปกติไม่เปิด</a:t>
            </a:r>
          </a:p>
        </p:txBody>
      </p:sp>
    </p:spTree>
    <p:extLst>
      <p:ext uri="{BB962C8B-B14F-4D97-AF65-F5344CB8AC3E}">
        <p14:creationId xmlns:p14="http://schemas.microsoft.com/office/powerpoint/2010/main" val="4186727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Leader แจกงาน · Workers ทำขนาน</a:t>
            </a:r>
          </a:p>
        </p:txBody>
      </p:sp>
      <p:sp>
        <p:nvSpPr>
          <p:cNvPr id="3" name="Content Placeholder 2"/>
          <p:cNvSpPr>
            <a:spLocks noGrp="1"/>
          </p:cNvSpPr>
          <p:nvPr>
            <p:ph sz="quarter" idx="12"/>
          </p:nvPr>
        </p:nvSpPr>
        <p:spPr>
          <a:xfrm>
            <a:off x="841248" y="1600200"/>
            <a:ext cx="4572000" cy="4389120"/>
          </a:xfrm>
        </p:spPr>
        <p:txBody>
          <a:bodyPr/>
          <a:lstStyle/>
          <a:p>
            <a:pPr marL="0" indent="0" algn="l">
              <a:spcBef>
                <a:spcPts val="0"/>
              </a:spcBef>
              <a:buNone/>
            </a:pPr>
            <a:r>
              <a:rPr lang="th-TH" sz="1950" b="1" i="0" dirty="0">
                <a:solidFill>
                  <a:srgbClr val="005CFF"/>
                </a:solidFill>
              </a:rPr>
              <a:t>Leader</a:t>
            </a:r>
          </a:p>
          <a:p>
            <a:pPr marL="0" indent="0" algn="l">
              <a:spcBef>
                <a:spcPts val="200"/>
              </a:spcBef>
              <a:buNone/>
            </a:pPr>
            <a:r>
              <a:rPr lang="th-TH" sz="1550" b="0" i="0" dirty="0">
                <a:solidFill>
                  <a:srgbClr val="0D1B2A"/>
                </a:solidFill>
              </a:rPr>
              <a:t>วิเคราะห์โจทย์ → วางแผน → แตกงานเป็น task ที่ระบุชัด: วัตถุประสงค์ / รูปแบบผลลัพธ์ / เครื่องมือ / ขอบเขต</a:t>
            </a:r>
          </a:p>
          <a:p>
            <a:pPr marL="0" indent="0" algn="l">
              <a:spcBef>
                <a:spcPts val="1400"/>
              </a:spcBef>
              <a:buNone/>
            </a:pPr>
            <a:r>
              <a:rPr lang="th-TH" sz="1950" b="1" i="0" dirty="0">
                <a:solidFill>
                  <a:srgbClr val="005CFF"/>
                </a:solidFill>
              </a:rPr>
              <a:t>Workers</a:t>
            </a:r>
          </a:p>
          <a:p>
            <a:pPr marL="0" indent="0" algn="l">
              <a:spcBef>
                <a:spcPts val="200"/>
              </a:spcBef>
              <a:buNone/>
            </a:pPr>
            <a:r>
              <a:rPr lang="th-TH" sz="1550" b="0" i="0" dirty="0">
                <a:solidFill>
                  <a:srgbClr val="0D1B2A"/>
                </a:solidFill>
              </a:rPr>
              <a:t>ทำงานขนานกัน แต่ละตัวมี context ของตัวเอง</a:t>
            </a:r>
          </a:p>
          <a:p>
            <a:pPr marL="0" indent="0" algn="l">
              <a:spcBef>
                <a:spcPts val="1400"/>
              </a:spcBef>
              <a:buNone/>
            </a:pPr>
            <a:r>
              <a:rPr lang="th-TH" sz="1950" b="1" i="0" dirty="0">
                <a:solidFill>
                  <a:srgbClr val="005CFF"/>
                </a:solidFill>
              </a:rPr>
              <a:t>Synthesize</a:t>
            </a:r>
          </a:p>
          <a:p>
            <a:pPr marL="0" indent="0" algn="l">
              <a:spcBef>
                <a:spcPts val="200"/>
              </a:spcBef>
              <a:buNone/>
            </a:pPr>
            <a:r>
              <a:rPr lang="th-TH" sz="1550" b="0" i="0" dirty="0">
                <a:solidFill>
                  <a:srgbClr val="0D1B2A"/>
                </a:solidFill>
              </a:rPr>
              <a:t>Leader รวมผล แล้วปล่อยรอบเพิ่มถ้ายังขาดข้อมูล</a:t>
            </a:r>
          </a:p>
        </p:txBody>
      </p:sp>
      <p:sp>
        <p:nvSpPr>
          <p:cNvPr id="105" name="Shape 105"/>
          <p:cNvSpPr/>
          <p:nvPr/>
        </p:nvSpPr>
        <p:spPr>
          <a:xfrm>
            <a:off x="5760720" y="3154680"/>
            <a:ext cx="1600200" cy="1188720"/>
          </a:xfrm>
          <a:prstGeom prst="roundRect">
            <a:avLst>
              <a:gd name="adj" fmla="val 12000"/>
            </a:avLst>
          </a:prstGeom>
          <a:solidFill>
            <a:srgbClr val="0D1B2A"/>
          </a:solidFill>
          <a:ln>
            <a:noFill/>
          </a:ln>
        </p:spPr>
        <p:txBody>
          <a:bodyPr wrap="square" lIns="45720" tIns="45720" rIns="45720" bIns="45720" anchor="ctr">
            <a:normAutofit/>
          </a:bodyPr>
          <a:lstStyle/>
          <a:p>
            <a:pPr marL="0" indent="0" algn="ctr">
              <a:spcBef>
                <a:spcPts val="0"/>
              </a:spcBef>
              <a:buNone/>
            </a:pPr>
            <a:r>
              <a:rPr lang="th-TH" sz="1500" b="1" i="0" dirty="0">
                <a:solidFill>
                  <a:srgbClr val="FFFFFF"/>
                </a:solidFill>
              </a:rPr>
              <a:t>Leader</a:t>
            </a:r>
          </a:p>
          <a:p>
            <a:pPr marL="0" indent="0" algn="ctr">
              <a:spcBef>
                <a:spcPts val="0"/>
              </a:spcBef>
              <a:buNone/>
            </a:pPr>
            <a:r>
              <a:rPr lang="th-TH" sz="1050" b="0" i="0" dirty="0">
                <a:solidFill>
                  <a:srgbClr val="C9D6E8"/>
                </a:solidFill>
              </a:rPr>
              <a:t>วางแผน / แจกงาน</a:t>
            </a:r>
          </a:p>
        </p:txBody>
      </p:sp>
      <p:sp>
        <p:nvSpPr>
          <p:cNvPr id="106" name="Shape 106"/>
          <p:cNvSpPr/>
          <p:nvPr/>
        </p:nvSpPr>
        <p:spPr>
          <a:xfrm>
            <a:off x="7909560" y="1783080"/>
            <a:ext cx="1737360" cy="914400"/>
          </a:xfrm>
          <a:prstGeom prst="roundRect">
            <a:avLst>
              <a:gd name="adj" fmla="val 12000"/>
            </a:avLst>
          </a:prstGeom>
          <a:solidFill>
            <a:srgbClr val="005CFF"/>
          </a:solidFill>
          <a:ln>
            <a:noFill/>
          </a:ln>
        </p:spPr>
        <p:txBody>
          <a:bodyPr wrap="square" lIns="45720" tIns="45720" rIns="45720" bIns="45720" anchor="ctr">
            <a:normAutofit/>
          </a:bodyPr>
          <a:lstStyle/>
          <a:p>
            <a:pPr marL="0" indent="0" algn="ctr">
              <a:spcBef>
                <a:spcPts val="0"/>
              </a:spcBef>
              <a:buNone/>
            </a:pPr>
            <a:r>
              <a:rPr lang="th-TH" sz="1300" b="1" i="0" dirty="0">
                <a:solidFill>
                  <a:srgbClr val="FFFFFF"/>
                </a:solidFill>
              </a:rPr>
              <a:t>Subagent A</a:t>
            </a:r>
          </a:p>
          <a:p>
            <a:pPr marL="0" indent="0" algn="ctr">
              <a:spcBef>
                <a:spcPts val="0"/>
              </a:spcBef>
              <a:buNone/>
            </a:pPr>
            <a:r>
              <a:rPr lang="th-TH" sz="1100" b="0" i="0" dirty="0">
                <a:solidFill>
                  <a:srgbClr val="FFFFFF"/>
                </a:solidFill>
              </a:rPr>
              <a:t>ค้นแหล่ง X</a:t>
            </a:r>
          </a:p>
        </p:txBody>
      </p:sp>
      <p:cxnSp>
        <p:nvCxnSpPr>
          <p:cNvPr id="107" name="Arrow 107"/>
          <p:cNvCxnSpPr/>
          <p:nvPr/>
        </p:nvCxnSpPr>
        <p:spPr>
          <a:xfrm flipV="1">
            <a:off x="7360920" y="2240280"/>
            <a:ext cx="548639" cy="1508759"/>
          </a:xfrm>
          <a:prstGeom prst="straightConnector1">
            <a:avLst/>
          </a:prstGeom>
          <a:ln w="19050">
            <a:solidFill>
              <a:srgbClr val="4C5B6B"/>
            </a:solidFill>
            <a:tailEnd type="triangle" w="med" len="med"/>
          </a:ln>
        </p:spPr>
      </p:cxnSp>
      <p:cxnSp>
        <p:nvCxnSpPr>
          <p:cNvPr id="108" name="Arrow 108"/>
          <p:cNvCxnSpPr/>
          <p:nvPr/>
        </p:nvCxnSpPr>
        <p:spPr>
          <a:xfrm>
            <a:off x="9646920" y="2240280"/>
            <a:ext cx="457200" cy="1508759"/>
          </a:xfrm>
          <a:prstGeom prst="straightConnector1">
            <a:avLst/>
          </a:prstGeom>
          <a:ln w="19050">
            <a:solidFill>
              <a:srgbClr val="4C5B6B"/>
            </a:solidFill>
            <a:tailEnd type="triangle" w="med" len="med"/>
          </a:ln>
        </p:spPr>
      </p:cxnSp>
      <p:sp>
        <p:nvSpPr>
          <p:cNvPr id="109" name="Shape 109"/>
          <p:cNvSpPr/>
          <p:nvPr/>
        </p:nvSpPr>
        <p:spPr>
          <a:xfrm>
            <a:off x="7909560" y="3154680"/>
            <a:ext cx="1737360" cy="914400"/>
          </a:xfrm>
          <a:prstGeom prst="roundRect">
            <a:avLst>
              <a:gd name="adj" fmla="val 12000"/>
            </a:avLst>
          </a:prstGeom>
          <a:solidFill>
            <a:srgbClr val="005CFF"/>
          </a:solidFill>
          <a:ln>
            <a:noFill/>
          </a:ln>
        </p:spPr>
        <p:txBody>
          <a:bodyPr wrap="square" lIns="45720" tIns="45720" rIns="45720" bIns="45720" anchor="ctr">
            <a:normAutofit/>
          </a:bodyPr>
          <a:lstStyle/>
          <a:p>
            <a:pPr marL="0" indent="0" algn="ctr">
              <a:spcBef>
                <a:spcPts val="0"/>
              </a:spcBef>
              <a:buNone/>
            </a:pPr>
            <a:r>
              <a:rPr lang="th-TH" sz="1300" b="1" i="0" dirty="0">
                <a:solidFill>
                  <a:srgbClr val="FFFFFF"/>
                </a:solidFill>
              </a:rPr>
              <a:t>Subagent B</a:t>
            </a:r>
          </a:p>
          <a:p>
            <a:pPr marL="0" indent="0" algn="ctr">
              <a:spcBef>
                <a:spcPts val="0"/>
              </a:spcBef>
              <a:buNone/>
            </a:pPr>
            <a:r>
              <a:rPr lang="th-TH" sz="1100" b="0" i="0" dirty="0">
                <a:solidFill>
                  <a:srgbClr val="FFFFFF"/>
                </a:solidFill>
              </a:rPr>
              <a:t>ค้นแหล่ง Y</a:t>
            </a:r>
          </a:p>
        </p:txBody>
      </p:sp>
      <p:cxnSp>
        <p:nvCxnSpPr>
          <p:cNvPr id="110" name="Arrow 110"/>
          <p:cNvCxnSpPr/>
          <p:nvPr/>
        </p:nvCxnSpPr>
        <p:spPr>
          <a:xfrm flipV="1">
            <a:off x="7360920" y="3611880"/>
            <a:ext cx="548639" cy="137159"/>
          </a:xfrm>
          <a:prstGeom prst="straightConnector1">
            <a:avLst/>
          </a:prstGeom>
          <a:ln w="19050">
            <a:solidFill>
              <a:srgbClr val="4C5B6B"/>
            </a:solidFill>
            <a:tailEnd type="triangle" w="med" len="med"/>
          </a:ln>
        </p:spPr>
      </p:cxnSp>
      <p:cxnSp>
        <p:nvCxnSpPr>
          <p:cNvPr id="111" name="Arrow 111"/>
          <p:cNvCxnSpPr/>
          <p:nvPr/>
        </p:nvCxnSpPr>
        <p:spPr>
          <a:xfrm>
            <a:off x="9646920" y="3611880"/>
            <a:ext cx="457200" cy="137159"/>
          </a:xfrm>
          <a:prstGeom prst="straightConnector1">
            <a:avLst/>
          </a:prstGeom>
          <a:ln w="19050">
            <a:solidFill>
              <a:srgbClr val="4C5B6B"/>
            </a:solidFill>
            <a:tailEnd type="triangle" w="med" len="med"/>
          </a:ln>
        </p:spPr>
      </p:cxnSp>
      <p:sp>
        <p:nvSpPr>
          <p:cNvPr id="112" name="Shape 112"/>
          <p:cNvSpPr/>
          <p:nvPr/>
        </p:nvSpPr>
        <p:spPr>
          <a:xfrm>
            <a:off x="7909560" y="4526280"/>
            <a:ext cx="1737360" cy="914400"/>
          </a:xfrm>
          <a:prstGeom prst="roundRect">
            <a:avLst>
              <a:gd name="adj" fmla="val 12000"/>
            </a:avLst>
          </a:prstGeom>
          <a:solidFill>
            <a:srgbClr val="005CFF"/>
          </a:solidFill>
          <a:ln>
            <a:noFill/>
          </a:ln>
        </p:spPr>
        <p:txBody>
          <a:bodyPr wrap="square" lIns="45720" tIns="45720" rIns="45720" bIns="45720" anchor="ctr">
            <a:normAutofit/>
          </a:bodyPr>
          <a:lstStyle/>
          <a:p>
            <a:pPr marL="0" indent="0" algn="ctr">
              <a:spcBef>
                <a:spcPts val="0"/>
              </a:spcBef>
              <a:buNone/>
            </a:pPr>
            <a:r>
              <a:rPr lang="th-TH" sz="1300" b="1" i="0" dirty="0">
                <a:solidFill>
                  <a:srgbClr val="FFFFFF"/>
                </a:solidFill>
              </a:rPr>
              <a:t>Subagent C</a:t>
            </a:r>
          </a:p>
          <a:p>
            <a:pPr marL="0" indent="0" algn="ctr">
              <a:spcBef>
                <a:spcPts val="0"/>
              </a:spcBef>
              <a:buNone/>
            </a:pPr>
            <a:r>
              <a:rPr lang="th-TH" sz="1100" b="0" i="0" dirty="0">
                <a:solidFill>
                  <a:srgbClr val="FFFFFF"/>
                </a:solidFill>
              </a:rPr>
              <a:t>ตรวจผล</a:t>
            </a:r>
          </a:p>
        </p:txBody>
      </p:sp>
      <p:cxnSp>
        <p:nvCxnSpPr>
          <p:cNvPr id="113" name="Arrow 113"/>
          <p:cNvCxnSpPr/>
          <p:nvPr/>
        </p:nvCxnSpPr>
        <p:spPr>
          <a:xfrm>
            <a:off x="7360920" y="3749039"/>
            <a:ext cx="548639" cy="1234440"/>
          </a:xfrm>
          <a:prstGeom prst="straightConnector1">
            <a:avLst/>
          </a:prstGeom>
          <a:ln w="19050">
            <a:solidFill>
              <a:srgbClr val="4C5B6B"/>
            </a:solidFill>
            <a:tailEnd type="triangle" w="med" len="med"/>
          </a:ln>
        </p:spPr>
      </p:cxnSp>
      <p:cxnSp>
        <p:nvCxnSpPr>
          <p:cNvPr id="114" name="Arrow 114"/>
          <p:cNvCxnSpPr/>
          <p:nvPr/>
        </p:nvCxnSpPr>
        <p:spPr>
          <a:xfrm flipV="1">
            <a:off x="9646920" y="3749039"/>
            <a:ext cx="457200" cy="1234440"/>
          </a:xfrm>
          <a:prstGeom prst="straightConnector1">
            <a:avLst/>
          </a:prstGeom>
          <a:ln w="19050">
            <a:solidFill>
              <a:srgbClr val="4C5B6B"/>
            </a:solidFill>
            <a:tailEnd type="triangle" w="med" len="med"/>
          </a:ln>
        </p:spPr>
      </p:cxnSp>
      <p:sp>
        <p:nvSpPr>
          <p:cNvPr id="115" name="Shape 115"/>
          <p:cNvSpPr/>
          <p:nvPr/>
        </p:nvSpPr>
        <p:spPr>
          <a:xfrm>
            <a:off x="10104120" y="3154680"/>
            <a:ext cx="1280160" cy="1188720"/>
          </a:xfrm>
          <a:prstGeom prst="roundRect">
            <a:avLst>
              <a:gd name="adj" fmla="val 12000"/>
            </a:avLst>
          </a:prstGeom>
          <a:solidFill>
            <a:srgbClr val="12B76A"/>
          </a:solidFill>
          <a:ln>
            <a:noFill/>
          </a:ln>
        </p:spPr>
        <p:txBody>
          <a:bodyPr wrap="square" lIns="45720" tIns="45720" rIns="45720" bIns="45720" anchor="ctr">
            <a:normAutofit/>
          </a:bodyPr>
          <a:lstStyle/>
          <a:p>
            <a:pPr marL="0" indent="0" algn="ctr">
              <a:spcBef>
                <a:spcPts val="0"/>
              </a:spcBef>
              <a:buNone/>
            </a:pPr>
            <a:r>
              <a:rPr lang="th-TH" sz="1250" b="1" i="0" dirty="0">
                <a:solidFill>
                  <a:srgbClr val="FFFFFF"/>
                </a:solidFill>
              </a:rPr>
              <a:t>สังเคราะห์</a:t>
            </a:r>
          </a:p>
          <a:p>
            <a:pPr marL="0" indent="0" algn="ctr">
              <a:spcBef>
                <a:spcPts val="0"/>
              </a:spcBef>
              <a:buNone/>
            </a:pPr>
            <a:r>
              <a:rPr lang="th-TH" sz="1100" b="0" i="0" dirty="0">
                <a:solidFill>
                  <a:srgbClr val="FFFFFF"/>
                </a:solidFill>
              </a:rPr>
              <a:t>→ คำตอบ</a:t>
            </a:r>
          </a:p>
        </p:txBody>
      </p:sp>
      <p:sp>
        <p:nvSpPr>
          <p:cNvPr id="116" name="Shape 116"/>
          <p:cNvSpPr/>
          <p:nvPr/>
        </p:nvSpPr>
        <p:spPr>
          <a:xfrm>
            <a:off x="5760720" y="5623560"/>
            <a:ext cx="5577840" cy="365760"/>
          </a:xfrm>
          <a:prstGeom prst="rect">
            <a:avLst/>
          </a:prstGeom>
          <a:noFill/>
          <a:ln>
            <a:noFill/>
          </a:ln>
        </p:spPr>
        <p:txBody>
          <a:bodyPr wrap="square" lIns="0" tIns="0" rIns="0" bIns="0" anchor="t">
            <a:normAutofit/>
          </a:bodyPr>
          <a:lstStyle/>
          <a:p>
            <a:pPr marL="0" indent="0" algn="ctr">
              <a:spcBef>
                <a:spcPts val="0"/>
              </a:spcBef>
              <a:buNone/>
            </a:pPr>
            <a:r>
              <a:rPr lang="th-TH" sz="1050" b="0" i="1" dirty="0">
                <a:solidFill>
                  <a:srgbClr val="4C5B6B"/>
                </a:solidFill>
              </a:rPr>
              <a:t>ที่มา: Anthropic “How we built our multi-agent research system”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D1EBC54-7FDB-8BFA-4C1A-0B12F0DAD94C}"/>
              </a:ext>
            </a:extLst>
          </p:cNvPr>
          <p:cNvSpPr>
            <a:spLocks noGrp="1"/>
          </p:cNvSpPr>
          <p:nvPr>
            <p:ph type="ftr" sz="quarter" idx="3"/>
          </p:nvPr>
        </p:nvSpPr>
        <p:spPr/>
        <p:txBody>
          <a:bodyPr/>
          <a:lstStyle/>
          <a:p>
            <a:r>
              <a:rPr lang="en-US"/>
              <a:t>Copyright © 2026 9Expert Co., Ltd. All rights reserved.</a:t>
            </a:r>
            <a:endParaRPr lang="en-TH" dirty="0"/>
          </a:p>
        </p:txBody>
      </p:sp>
      <p:sp>
        <p:nvSpPr>
          <p:cNvPr id="103" name="Title 1"/>
          <p:cNvSpPr>
            <a:spLocks noGrp="1"/>
          </p:cNvSpPr>
          <p:nvPr>
            <p:ph type="title"/>
          </p:nvPr>
        </p:nvSpPr>
        <p:spPr/>
        <p:txBody>
          <a:bodyPr>
            <a:normAutofit/>
          </a:bodyPr>
          <a:lstStyle/>
          <a:p>
            <a:r>
              <a:rPr lang="th-TH" dirty="0"/>
              <a:t>ทีม Agent เก่งขึ้น แต่จ่าย Token มากขึ้นมาก</a:t>
            </a:r>
          </a:p>
        </p:txBody>
      </p:sp>
      <p:sp>
        <p:nvSpPr>
          <p:cNvPr id="104" name="Shape 104"/>
          <p:cNvSpPr/>
          <p:nvPr/>
        </p:nvSpPr>
        <p:spPr>
          <a:xfrm>
            <a:off x="841248" y="1691640"/>
            <a:ext cx="5120640" cy="4114800"/>
          </a:xfrm>
          <a:prstGeom prst="roundRect">
            <a:avLst>
              <a:gd name="adj" fmla="val 5000"/>
            </a:avLst>
          </a:prstGeom>
          <a:solidFill>
            <a:srgbClr val="0D1B2A"/>
          </a:solidFill>
          <a:ln>
            <a:noFill/>
          </a:ln>
        </p:spPr>
        <p:txBody>
          <a:bodyPr wrap="square" lIns="109728" tIns="73152" rIns="109728" bIns="73152" anchor="t">
            <a:normAutofit/>
          </a:bodyPr>
          <a:lstStyle/>
          <a:p>
            <a:endParaRPr lang="en-US" sz="1000"/>
          </a:p>
        </p:txBody>
      </p:sp>
      <p:sp>
        <p:nvSpPr>
          <p:cNvPr id="105" name="Shape 105"/>
          <p:cNvSpPr/>
          <p:nvPr/>
        </p:nvSpPr>
        <p:spPr>
          <a:xfrm>
            <a:off x="1005840" y="1920240"/>
            <a:ext cx="4800600" cy="2011680"/>
          </a:xfrm>
          <a:prstGeom prst="rect">
            <a:avLst/>
          </a:prstGeom>
          <a:noFill/>
          <a:ln>
            <a:noFill/>
          </a:ln>
        </p:spPr>
        <p:txBody>
          <a:bodyPr wrap="square" lIns="0" tIns="0" rIns="0" bIns="0" anchor="ctr">
            <a:normAutofit/>
          </a:bodyPr>
          <a:lstStyle/>
          <a:p>
            <a:pPr marL="0" indent="0" algn="ctr">
              <a:spcBef>
                <a:spcPts val="0"/>
              </a:spcBef>
              <a:buNone/>
            </a:pPr>
            <a:r>
              <a:rPr lang="th-TH" sz="9600" b="1" i="0" dirty="0">
                <a:solidFill>
                  <a:srgbClr val="FF8A65"/>
                </a:solidFill>
              </a:rPr>
              <a:t>~15×</a:t>
            </a:r>
          </a:p>
        </p:txBody>
      </p:sp>
      <p:sp>
        <p:nvSpPr>
          <p:cNvPr id="106" name="Shape 106"/>
          <p:cNvSpPr/>
          <p:nvPr/>
        </p:nvSpPr>
        <p:spPr>
          <a:xfrm>
            <a:off x="1097280" y="3977639"/>
            <a:ext cx="4617720" cy="1645920"/>
          </a:xfrm>
          <a:prstGeom prst="rect">
            <a:avLst/>
          </a:prstGeom>
          <a:noFill/>
          <a:ln>
            <a:noFill/>
          </a:ln>
        </p:spPr>
        <p:txBody>
          <a:bodyPr wrap="square" lIns="0" tIns="0" rIns="0" bIns="0" anchor="t">
            <a:normAutofit/>
          </a:bodyPr>
          <a:lstStyle/>
          <a:p>
            <a:pPr marL="0" indent="0" algn="ctr">
              <a:spcBef>
                <a:spcPts val="0"/>
              </a:spcBef>
              <a:buNone/>
            </a:pPr>
            <a:r>
              <a:rPr lang="th-TH" sz="2000" b="1" i="0" dirty="0">
                <a:solidFill>
                  <a:srgbClr val="FFFFFF"/>
                </a:solidFill>
              </a:rPr>
              <a:t>Token ที่ Multi-agent ใช้</a:t>
            </a:r>
          </a:p>
          <a:p>
            <a:pPr marL="0" indent="0" algn="ctr">
              <a:spcBef>
                <a:spcPts val="200"/>
              </a:spcBef>
              <a:buNone/>
            </a:pPr>
            <a:r>
              <a:rPr lang="th-TH" sz="1600" b="0" i="0" dirty="0">
                <a:solidFill>
                  <a:srgbClr val="C9D6E8"/>
                </a:solidFill>
              </a:rPr>
              <a:t>เทียบกับการแชทเดี่ยว</a:t>
            </a:r>
          </a:p>
        </p:txBody>
      </p:sp>
      <p:sp>
        <p:nvSpPr>
          <p:cNvPr id="107" name="Shape 107"/>
          <p:cNvSpPr/>
          <p:nvPr/>
        </p:nvSpPr>
        <p:spPr>
          <a:xfrm>
            <a:off x="6309360" y="1691640"/>
            <a:ext cx="5029200" cy="1280160"/>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8" name="Shape 108"/>
          <p:cNvSpPr/>
          <p:nvPr/>
        </p:nvSpPr>
        <p:spPr>
          <a:xfrm>
            <a:off x="6492240" y="1783080"/>
            <a:ext cx="1737360" cy="1097280"/>
          </a:xfrm>
          <a:prstGeom prst="rect">
            <a:avLst/>
          </a:prstGeom>
          <a:noFill/>
          <a:ln>
            <a:noFill/>
          </a:ln>
        </p:spPr>
        <p:txBody>
          <a:bodyPr wrap="square" lIns="0" tIns="0" rIns="0" bIns="0" anchor="ctr">
            <a:normAutofit/>
          </a:bodyPr>
          <a:lstStyle/>
          <a:p>
            <a:pPr marL="0" indent="0" algn="ctr">
              <a:spcBef>
                <a:spcPts val="0"/>
              </a:spcBef>
              <a:buNone/>
            </a:pPr>
            <a:r>
              <a:rPr lang="th-TH" sz="3000" b="1" i="0" dirty="0">
                <a:solidFill>
                  <a:srgbClr val="005CFF"/>
                </a:solidFill>
              </a:rPr>
              <a:t>+90.2%</a:t>
            </a:r>
          </a:p>
        </p:txBody>
      </p:sp>
      <p:sp>
        <p:nvSpPr>
          <p:cNvPr id="109" name="Shape 109"/>
          <p:cNvSpPr/>
          <p:nvPr/>
        </p:nvSpPr>
        <p:spPr>
          <a:xfrm>
            <a:off x="8275320" y="1783080"/>
            <a:ext cx="2926080" cy="1097280"/>
          </a:xfrm>
          <a:prstGeom prst="rect">
            <a:avLst/>
          </a:prstGeom>
          <a:noFill/>
          <a:ln>
            <a:noFill/>
          </a:ln>
        </p:spPr>
        <p:txBody>
          <a:bodyPr wrap="square" lIns="0" tIns="0" rIns="0" bIns="0" anchor="ctr">
            <a:normAutofit/>
          </a:bodyPr>
          <a:lstStyle/>
          <a:p>
            <a:pPr marL="0" indent="0" algn="l">
              <a:spcBef>
                <a:spcPts val="0"/>
              </a:spcBef>
              <a:buNone/>
            </a:pPr>
            <a:r>
              <a:rPr lang="th-TH" sz="1350" b="0" i="0" dirty="0">
                <a:solidFill>
                  <a:srgbClr val="0D1B2A"/>
                </a:solidFill>
              </a:rPr>
              <a:t>Multi-agent ทำงานวิจัยกว้าง ๆ ได้ดีกว่า single-agent</a:t>
            </a:r>
          </a:p>
        </p:txBody>
      </p:sp>
      <p:sp>
        <p:nvSpPr>
          <p:cNvPr id="110" name="Shape 110"/>
          <p:cNvSpPr/>
          <p:nvPr/>
        </p:nvSpPr>
        <p:spPr>
          <a:xfrm>
            <a:off x="6309360" y="3154680"/>
            <a:ext cx="5029200" cy="1280160"/>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1" name="Shape 111"/>
          <p:cNvSpPr/>
          <p:nvPr/>
        </p:nvSpPr>
        <p:spPr>
          <a:xfrm>
            <a:off x="6492240" y="3246120"/>
            <a:ext cx="1737360" cy="1097280"/>
          </a:xfrm>
          <a:prstGeom prst="rect">
            <a:avLst/>
          </a:prstGeom>
          <a:noFill/>
          <a:ln>
            <a:noFill/>
          </a:ln>
        </p:spPr>
        <p:txBody>
          <a:bodyPr wrap="square" lIns="0" tIns="0" rIns="0" bIns="0" anchor="ctr">
            <a:normAutofit/>
          </a:bodyPr>
          <a:lstStyle/>
          <a:p>
            <a:pPr marL="0" indent="0" algn="ctr">
              <a:spcBef>
                <a:spcPts val="0"/>
              </a:spcBef>
              <a:buNone/>
            </a:pPr>
            <a:r>
              <a:rPr lang="th-TH" sz="3000" b="1" i="0" dirty="0">
                <a:solidFill>
                  <a:srgbClr val="2486FF"/>
                </a:solidFill>
              </a:rPr>
              <a:t>~80%</a:t>
            </a:r>
          </a:p>
        </p:txBody>
      </p:sp>
      <p:sp>
        <p:nvSpPr>
          <p:cNvPr id="112" name="Shape 112"/>
          <p:cNvSpPr/>
          <p:nvPr/>
        </p:nvSpPr>
        <p:spPr>
          <a:xfrm>
            <a:off x="8275320" y="3246120"/>
            <a:ext cx="2926080" cy="1097280"/>
          </a:xfrm>
          <a:prstGeom prst="rect">
            <a:avLst/>
          </a:prstGeom>
          <a:noFill/>
          <a:ln>
            <a:noFill/>
          </a:ln>
        </p:spPr>
        <p:txBody>
          <a:bodyPr wrap="square" lIns="0" tIns="0" rIns="0" bIns="0" anchor="ctr">
            <a:normAutofit/>
          </a:bodyPr>
          <a:lstStyle/>
          <a:p>
            <a:pPr marL="0" indent="0" algn="l">
              <a:spcBef>
                <a:spcPts val="0"/>
              </a:spcBef>
              <a:buNone/>
            </a:pPr>
            <a:r>
              <a:rPr lang="th-TH" sz="1350" b="0" i="0" dirty="0">
                <a:solidFill>
                  <a:srgbClr val="0D1B2A"/>
                </a:solidFill>
              </a:rPr>
              <a:t>ของผลลัพธ์อธิบายได้ด้วย Token — คุม Token = คุมคุณภาพ / งบ</a:t>
            </a:r>
          </a:p>
        </p:txBody>
      </p:sp>
      <p:sp>
        <p:nvSpPr>
          <p:cNvPr id="113" name="Shape 113"/>
          <p:cNvSpPr/>
          <p:nvPr/>
        </p:nvSpPr>
        <p:spPr>
          <a:xfrm>
            <a:off x="6309360" y="4617720"/>
            <a:ext cx="5029200" cy="1188720"/>
          </a:xfrm>
          <a:prstGeom prst="roundRect">
            <a:avLst>
              <a:gd name="adj" fmla="val 10000"/>
            </a:avLst>
          </a:prstGeom>
          <a:solidFill>
            <a:srgbClr val="FFF4ED"/>
          </a:solidFill>
          <a:ln w="12700">
            <a:solidFill>
              <a:srgbClr val="F9DBAF"/>
            </a:solidFill>
          </a:ln>
        </p:spPr>
        <p:txBody>
          <a:bodyPr wrap="square" lIns="109728" tIns="73152" rIns="109728" bIns="73152" anchor="t">
            <a:normAutofit/>
          </a:bodyPr>
          <a:lstStyle/>
          <a:p>
            <a:endParaRPr lang="en-US" sz="1000"/>
          </a:p>
        </p:txBody>
      </p:sp>
      <p:sp>
        <p:nvSpPr>
          <p:cNvPr id="114" name="Shape 114"/>
          <p:cNvSpPr/>
          <p:nvPr/>
        </p:nvSpPr>
        <p:spPr>
          <a:xfrm>
            <a:off x="6537960" y="4663440"/>
            <a:ext cx="4617720" cy="1097280"/>
          </a:xfrm>
          <a:prstGeom prst="rect">
            <a:avLst/>
          </a:prstGeom>
          <a:noFill/>
          <a:ln>
            <a:noFill/>
          </a:ln>
        </p:spPr>
        <p:txBody>
          <a:bodyPr wrap="square" lIns="0" tIns="0" rIns="0" bIns="0" anchor="ctr">
            <a:normAutofit/>
          </a:bodyPr>
          <a:lstStyle/>
          <a:p>
            <a:pPr marL="0" indent="0" algn="l">
              <a:spcBef>
                <a:spcPts val="0"/>
              </a:spcBef>
              <a:buNone/>
            </a:pPr>
            <a:r>
              <a:rPr lang="th-TH" sz="1400" b="1" i="0" dirty="0">
                <a:solidFill>
                  <a:srgbClr val="B93815"/>
                </a:solidFill>
              </a:rPr>
              <a:t>ใช้เมื่อ: </a:t>
            </a:r>
            <a:r>
              <a:rPr lang="th-TH" sz="1400" b="0" i="0" dirty="0">
                <a:solidFill>
                  <a:srgbClr val="0D1B2A"/>
                </a:solidFill>
              </a:rPr>
              <a:t>งานขนานได้และอ่านหนัก (research, review, สแกน)</a:t>
            </a:r>
          </a:p>
          <a:p>
            <a:pPr marL="0" indent="0" algn="l">
              <a:spcBef>
                <a:spcPts val="300"/>
              </a:spcBef>
              <a:buNone/>
            </a:pPr>
            <a:r>
              <a:rPr lang="th-TH" sz="1400" b="1" i="0" dirty="0">
                <a:solidFill>
                  <a:srgbClr val="B93815"/>
                </a:solidFill>
              </a:rPr>
              <a:t>เลี่ยงเมื่อ: </a:t>
            </a:r>
            <a:r>
              <a:rPr lang="th-TH" sz="1400" b="0" i="0" dirty="0">
                <a:solidFill>
                  <a:srgbClr val="0D1B2A"/>
                </a:solidFill>
              </a:rPr>
              <a:t>ต้องแชร์ context แน่น แก้โค้ดชิ้นเดียวกันไปมา</a:t>
            </a:r>
          </a:p>
        </p:txBody>
      </p:sp>
    </p:spTree>
    <p:extLst>
      <p:ext uri="{BB962C8B-B14F-4D97-AF65-F5344CB8AC3E}">
        <p14:creationId xmlns:p14="http://schemas.microsoft.com/office/powerpoint/2010/main" val="1626858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Swarm หรือ Sequential? ดูว่างานขึ้นต่อกันไหม</a:t>
            </a:r>
          </a:p>
        </p:txBody>
      </p:sp>
      <p:sp>
        <p:nvSpPr>
          <p:cNvPr id="105" name="Shape 105"/>
          <p:cNvSpPr/>
          <p:nvPr/>
        </p:nvSpPr>
        <p:spPr>
          <a:xfrm>
            <a:off x="841248" y="1645920"/>
            <a:ext cx="3611880" cy="502920"/>
          </a:xfrm>
          <a:prstGeom prst="rect">
            <a:avLst/>
          </a:prstGeom>
          <a:solidFill>
            <a:srgbClr val="0D1B2A"/>
          </a:solidFill>
          <a:ln>
            <a:noFill/>
          </a:ln>
        </p:spPr>
        <p:txBody>
          <a:bodyPr wrap="square" lIns="164592" tIns="73152" rIns="164592" bIns="73152" anchor="ctr">
            <a:normAutofit/>
          </a:bodyPr>
          <a:lstStyle/>
          <a:p>
            <a:pPr marL="0" indent="0" algn="l">
              <a:spcBef>
                <a:spcPts val="0"/>
              </a:spcBef>
              <a:buNone/>
            </a:pPr>
            <a:r>
              <a:rPr lang="th-TH" sz="1500" b="1" i="0" dirty="0">
                <a:solidFill>
                  <a:srgbClr val="FFFFFF"/>
                </a:solidFill>
              </a:rPr>
              <a:t>สถานการณ์</a:t>
            </a:r>
          </a:p>
        </p:txBody>
      </p:sp>
      <p:sp>
        <p:nvSpPr>
          <p:cNvPr id="106" name="Shape 106"/>
          <p:cNvSpPr/>
          <p:nvPr/>
        </p:nvSpPr>
        <p:spPr>
          <a:xfrm>
            <a:off x="4572000" y="1645920"/>
            <a:ext cx="2788920" cy="502920"/>
          </a:xfrm>
          <a:prstGeom prst="rect">
            <a:avLst/>
          </a:prstGeom>
          <a:solidFill>
            <a:srgbClr val="0D1B2A"/>
          </a:solidFill>
          <a:ln>
            <a:noFill/>
          </a:ln>
        </p:spPr>
        <p:txBody>
          <a:bodyPr wrap="square" lIns="164592" tIns="73152" rIns="164592" bIns="73152" anchor="ctr">
            <a:normAutofit/>
          </a:bodyPr>
          <a:lstStyle/>
          <a:p>
            <a:pPr marL="0" indent="0" algn="l">
              <a:spcBef>
                <a:spcPts val="0"/>
              </a:spcBef>
              <a:buNone/>
            </a:pPr>
            <a:r>
              <a:rPr lang="th-TH" sz="1500" b="1" i="0" dirty="0">
                <a:solidFill>
                  <a:srgbClr val="FFFFFF"/>
                </a:solidFill>
              </a:rPr>
              <a:t>เลือก</a:t>
            </a:r>
          </a:p>
        </p:txBody>
      </p:sp>
      <p:sp>
        <p:nvSpPr>
          <p:cNvPr id="107" name="Shape 107"/>
          <p:cNvSpPr/>
          <p:nvPr/>
        </p:nvSpPr>
        <p:spPr>
          <a:xfrm>
            <a:off x="7498079" y="1645920"/>
            <a:ext cx="3858768" cy="502920"/>
          </a:xfrm>
          <a:prstGeom prst="rect">
            <a:avLst/>
          </a:prstGeom>
          <a:solidFill>
            <a:srgbClr val="0D1B2A"/>
          </a:solidFill>
          <a:ln>
            <a:noFill/>
          </a:ln>
        </p:spPr>
        <p:txBody>
          <a:bodyPr wrap="square" lIns="164592" tIns="73152" rIns="164592" bIns="73152" anchor="ctr">
            <a:normAutofit/>
          </a:bodyPr>
          <a:lstStyle/>
          <a:p>
            <a:pPr marL="0" indent="0" algn="l">
              <a:spcBef>
                <a:spcPts val="0"/>
              </a:spcBef>
              <a:buNone/>
            </a:pPr>
            <a:r>
              <a:rPr lang="th-TH" sz="1500" b="1" i="0" dirty="0">
                <a:solidFill>
                  <a:srgbClr val="FFFFFF"/>
                </a:solidFill>
              </a:rPr>
              <a:t>เหตุผล</a:t>
            </a:r>
          </a:p>
        </p:txBody>
      </p:sp>
      <p:sp>
        <p:nvSpPr>
          <p:cNvPr id="108" name="Shape 108"/>
          <p:cNvSpPr/>
          <p:nvPr/>
        </p:nvSpPr>
        <p:spPr>
          <a:xfrm>
            <a:off x="841248" y="2240280"/>
            <a:ext cx="3611880" cy="713232"/>
          </a:xfrm>
          <a:prstGeom prst="rect">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9" name="Shape 109"/>
          <p:cNvSpPr/>
          <p:nvPr/>
        </p:nvSpPr>
        <p:spPr>
          <a:xfrm>
            <a:off x="4572000" y="2240280"/>
            <a:ext cx="2788920" cy="713232"/>
          </a:xfrm>
          <a:prstGeom prst="rect">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0" name="Shape 110"/>
          <p:cNvSpPr/>
          <p:nvPr/>
        </p:nvSpPr>
        <p:spPr>
          <a:xfrm>
            <a:off x="7498079" y="2240280"/>
            <a:ext cx="3858768" cy="713232"/>
          </a:xfrm>
          <a:prstGeom prst="rect">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1" name="Shape 111"/>
          <p:cNvSpPr/>
          <p:nvPr/>
        </p:nvSpPr>
        <p:spPr>
          <a:xfrm>
            <a:off x="1005840" y="2240280"/>
            <a:ext cx="3337560" cy="713232"/>
          </a:xfrm>
          <a:prstGeom prst="rect">
            <a:avLst/>
          </a:prstGeom>
          <a:noFill/>
          <a:ln>
            <a:noFill/>
          </a:ln>
        </p:spPr>
        <p:txBody>
          <a:bodyPr wrap="square" lIns="0" tIns="0" rIns="0" bIns="0" anchor="ctr">
            <a:normAutofit/>
          </a:bodyPr>
          <a:lstStyle/>
          <a:p>
            <a:pPr marL="0" indent="0" algn="l">
              <a:spcBef>
                <a:spcPts val="0"/>
              </a:spcBef>
              <a:buNone/>
            </a:pPr>
            <a:r>
              <a:rPr lang="th-TH" sz="1400" b="0" i="0" dirty="0">
                <a:solidFill>
                  <a:srgbClr val="0D1B2A"/>
                </a:solidFill>
              </a:rPr>
              <a:t>สำรวจ server.js + sales.csv + quality gate</a:t>
            </a:r>
          </a:p>
        </p:txBody>
      </p:sp>
      <p:sp>
        <p:nvSpPr>
          <p:cNvPr id="112" name="Shape 112"/>
          <p:cNvSpPr/>
          <p:nvPr/>
        </p:nvSpPr>
        <p:spPr>
          <a:xfrm>
            <a:off x="4709160" y="2395728"/>
            <a:ext cx="2514600" cy="402336"/>
          </a:xfrm>
          <a:prstGeom prst="roundRect">
            <a:avLst>
              <a:gd name="adj" fmla="val 50000"/>
            </a:avLst>
          </a:prstGeom>
          <a:solidFill>
            <a:srgbClr val="005CFF"/>
          </a:solidFill>
          <a:ln>
            <a:noFill/>
          </a:ln>
        </p:spPr>
        <p:txBody>
          <a:bodyPr wrap="square" lIns="36576" tIns="36576" rIns="36576" bIns="36576" anchor="ctr">
            <a:normAutofit/>
          </a:bodyPr>
          <a:lstStyle/>
          <a:p>
            <a:pPr marL="0" indent="0" algn="ctr">
              <a:spcBef>
                <a:spcPts val="0"/>
              </a:spcBef>
              <a:buNone/>
            </a:pPr>
            <a:r>
              <a:rPr lang="th-TH" sz="1250" b="1" i="0" dirty="0">
                <a:solidFill>
                  <a:srgbClr val="FFFFFF"/>
                </a:solidFill>
              </a:rPr>
              <a:t>Swarm ขนาน</a:t>
            </a:r>
          </a:p>
        </p:txBody>
      </p:sp>
      <p:sp>
        <p:nvSpPr>
          <p:cNvPr id="113" name="Shape 113"/>
          <p:cNvSpPr/>
          <p:nvPr/>
        </p:nvSpPr>
        <p:spPr>
          <a:xfrm>
            <a:off x="7662671" y="2240280"/>
            <a:ext cx="3584448" cy="713232"/>
          </a:xfrm>
          <a:prstGeom prst="rect">
            <a:avLst/>
          </a:prstGeom>
          <a:noFill/>
          <a:ln>
            <a:noFill/>
          </a:ln>
        </p:spPr>
        <p:txBody>
          <a:bodyPr wrap="square" lIns="0" tIns="0" rIns="0" bIns="0" anchor="ctr">
            <a:normAutofit/>
          </a:bodyPr>
          <a:lstStyle/>
          <a:p>
            <a:pPr marL="0" indent="0" algn="l">
              <a:spcBef>
                <a:spcPts val="0"/>
              </a:spcBef>
              <a:buNone/>
            </a:pPr>
            <a:r>
              <a:rPr lang="th-TH" sz="1350" b="0" i="0" dirty="0">
                <a:solidFill>
                  <a:srgbClr val="4C5B6B"/>
                </a:solidFill>
              </a:rPr>
              <a:t>อ่านคนละไฟล์ ผลไม่ขึ้นต่อกัน</a:t>
            </a:r>
          </a:p>
        </p:txBody>
      </p:sp>
      <p:sp>
        <p:nvSpPr>
          <p:cNvPr id="114" name="Shape 114"/>
          <p:cNvSpPr/>
          <p:nvPr/>
        </p:nvSpPr>
        <p:spPr>
          <a:xfrm>
            <a:off x="841248" y="3026664"/>
            <a:ext cx="3611880" cy="713232"/>
          </a:xfrm>
          <a:prstGeom prst="rect">
            <a:avLst/>
          </a:prstGeom>
          <a:solidFill>
            <a:srgbClr val="FFFFFF"/>
          </a:solidFill>
          <a:ln w="12700">
            <a:solidFill>
              <a:srgbClr val="DCE6F5"/>
            </a:solidFill>
          </a:ln>
        </p:spPr>
        <p:txBody>
          <a:bodyPr wrap="square" lIns="109728" tIns="73152" rIns="109728" bIns="73152" anchor="t">
            <a:normAutofit/>
          </a:bodyPr>
          <a:lstStyle/>
          <a:p>
            <a:endParaRPr lang="en-US" sz="1000"/>
          </a:p>
        </p:txBody>
      </p:sp>
      <p:sp>
        <p:nvSpPr>
          <p:cNvPr id="115" name="Shape 115"/>
          <p:cNvSpPr/>
          <p:nvPr/>
        </p:nvSpPr>
        <p:spPr>
          <a:xfrm>
            <a:off x="4572000" y="3026664"/>
            <a:ext cx="2788920" cy="713232"/>
          </a:xfrm>
          <a:prstGeom prst="rect">
            <a:avLst/>
          </a:prstGeom>
          <a:solidFill>
            <a:srgbClr val="FFFFFF"/>
          </a:solidFill>
          <a:ln w="12700">
            <a:solidFill>
              <a:srgbClr val="DCE6F5"/>
            </a:solidFill>
          </a:ln>
        </p:spPr>
        <p:txBody>
          <a:bodyPr wrap="square" lIns="109728" tIns="73152" rIns="109728" bIns="73152" anchor="t">
            <a:normAutofit/>
          </a:bodyPr>
          <a:lstStyle/>
          <a:p>
            <a:endParaRPr lang="en-US" sz="1000"/>
          </a:p>
        </p:txBody>
      </p:sp>
      <p:sp>
        <p:nvSpPr>
          <p:cNvPr id="116" name="Shape 116"/>
          <p:cNvSpPr/>
          <p:nvPr/>
        </p:nvSpPr>
        <p:spPr>
          <a:xfrm>
            <a:off x="7498079" y="3026664"/>
            <a:ext cx="3858768" cy="713232"/>
          </a:xfrm>
          <a:prstGeom prst="rect">
            <a:avLst/>
          </a:prstGeom>
          <a:solidFill>
            <a:srgbClr val="FFFFFF"/>
          </a:solidFill>
          <a:ln w="12700">
            <a:solidFill>
              <a:srgbClr val="DCE6F5"/>
            </a:solidFill>
          </a:ln>
        </p:spPr>
        <p:txBody>
          <a:bodyPr wrap="square" lIns="109728" tIns="73152" rIns="109728" bIns="73152" anchor="t">
            <a:normAutofit/>
          </a:bodyPr>
          <a:lstStyle/>
          <a:p>
            <a:endParaRPr lang="en-US" sz="1000"/>
          </a:p>
        </p:txBody>
      </p:sp>
      <p:sp>
        <p:nvSpPr>
          <p:cNvPr id="117" name="Shape 117"/>
          <p:cNvSpPr/>
          <p:nvPr/>
        </p:nvSpPr>
        <p:spPr>
          <a:xfrm>
            <a:off x="1005840" y="3026664"/>
            <a:ext cx="3337560" cy="713232"/>
          </a:xfrm>
          <a:prstGeom prst="rect">
            <a:avLst/>
          </a:prstGeom>
          <a:noFill/>
          <a:ln>
            <a:noFill/>
          </a:ln>
        </p:spPr>
        <p:txBody>
          <a:bodyPr wrap="square" lIns="0" tIns="0" rIns="0" bIns="0" anchor="ctr">
            <a:normAutofit/>
          </a:bodyPr>
          <a:lstStyle/>
          <a:p>
            <a:pPr marL="0" indent="0" algn="l">
              <a:spcBef>
                <a:spcPts val="0"/>
              </a:spcBef>
              <a:buNone/>
            </a:pPr>
            <a:r>
              <a:rPr lang="th-TH" sz="1400" b="0" i="0" dirty="0">
                <a:solidFill>
                  <a:srgbClr val="0D1B2A"/>
                </a:solidFill>
              </a:rPr>
              <a:t>ออกแบบตัวทำความสะอาด → เขียน → รีวิว</a:t>
            </a:r>
          </a:p>
        </p:txBody>
      </p:sp>
      <p:sp>
        <p:nvSpPr>
          <p:cNvPr id="118" name="Shape 118"/>
          <p:cNvSpPr/>
          <p:nvPr/>
        </p:nvSpPr>
        <p:spPr>
          <a:xfrm>
            <a:off x="4709160" y="3182112"/>
            <a:ext cx="2514600" cy="402336"/>
          </a:xfrm>
          <a:prstGeom prst="roundRect">
            <a:avLst>
              <a:gd name="adj" fmla="val 50000"/>
            </a:avLst>
          </a:prstGeom>
          <a:solidFill>
            <a:srgbClr val="0D1B2A"/>
          </a:solidFill>
          <a:ln>
            <a:noFill/>
          </a:ln>
        </p:spPr>
        <p:txBody>
          <a:bodyPr wrap="square" lIns="36576" tIns="36576" rIns="36576" bIns="36576" anchor="ctr">
            <a:normAutofit/>
          </a:bodyPr>
          <a:lstStyle/>
          <a:p>
            <a:pPr marL="0" indent="0" algn="ctr">
              <a:spcBef>
                <a:spcPts val="0"/>
              </a:spcBef>
              <a:buNone/>
            </a:pPr>
            <a:r>
              <a:rPr lang="th-TH" sz="1250" b="1" i="0" dirty="0">
                <a:solidFill>
                  <a:srgbClr val="FFFFFF"/>
                </a:solidFill>
              </a:rPr>
              <a:t>Sequential</a:t>
            </a:r>
          </a:p>
        </p:txBody>
      </p:sp>
      <p:sp>
        <p:nvSpPr>
          <p:cNvPr id="119" name="Shape 119"/>
          <p:cNvSpPr/>
          <p:nvPr/>
        </p:nvSpPr>
        <p:spPr>
          <a:xfrm>
            <a:off x="7662671" y="3026664"/>
            <a:ext cx="3584448" cy="713232"/>
          </a:xfrm>
          <a:prstGeom prst="rect">
            <a:avLst/>
          </a:prstGeom>
          <a:noFill/>
          <a:ln>
            <a:noFill/>
          </a:ln>
        </p:spPr>
        <p:txBody>
          <a:bodyPr wrap="square" lIns="0" tIns="0" rIns="0" bIns="0" anchor="ctr">
            <a:normAutofit/>
          </a:bodyPr>
          <a:lstStyle/>
          <a:p>
            <a:pPr marL="0" indent="0" algn="l">
              <a:spcBef>
                <a:spcPts val="0"/>
              </a:spcBef>
              <a:buNone/>
            </a:pPr>
            <a:r>
              <a:rPr lang="th-TH" sz="1350" b="0" i="0" dirty="0">
                <a:solidFill>
                  <a:srgbClr val="4C5B6B"/>
                </a:solidFill>
              </a:rPr>
              <a:t>ขั้นหลังต้องเปิดไฟล์ของขั้นก่อน</a:t>
            </a:r>
          </a:p>
        </p:txBody>
      </p:sp>
      <p:sp>
        <p:nvSpPr>
          <p:cNvPr id="120" name="Shape 120"/>
          <p:cNvSpPr/>
          <p:nvPr/>
        </p:nvSpPr>
        <p:spPr>
          <a:xfrm>
            <a:off x="841248" y="3813048"/>
            <a:ext cx="3611880" cy="713232"/>
          </a:xfrm>
          <a:prstGeom prst="rect">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21" name="Shape 121"/>
          <p:cNvSpPr/>
          <p:nvPr/>
        </p:nvSpPr>
        <p:spPr>
          <a:xfrm>
            <a:off x="4572000" y="3813048"/>
            <a:ext cx="2788920" cy="713232"/>
          </a:xfrm>
          <a:prstGeom prst="rect">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22" name="Shape 122"/>
          <p:cNvSpPr/>
          <p:nvPr/>
        </p:nvSpPr>
        <p:spPr>
          <a:xfrm>
            <a:off x="7498079" y="3813048"/>
            <a:ext cx="3858768" cy="713232"/>
          </a:xfrm>
          <a:prstGeom prst="rect">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23" name="Shape 123"/>
          <p:cNvSpPr/>
          <p:nvPr/>
        </p:nvSpPr>
        <p:spPr>
          <a:xfrm>
            <a:off x="1005840" y="3813048"/>
            <a:ext cx="3337560" cy="713232"/>
          </a:xfrm>
          <a:prstGeom prst="rect">
            <a:avLst/>
          </a:prstGeom>
          <a:noFill/>
          <a:ln>
            <a:noFill/>
          </a:ln>
        </p:spPr>
        <p:txBody>
          <a:bodyPr wrap="square" lIns="0" tIns="0" rIns="0" bIns="0" anchor="ctr">
            <a:normAutofit/>
          </a:bodyPr>
          <a:lstStyle/>
          <a:p>
            <a:pPr marL="0" indent="0" algn="l">
              <a:spcBef>
                <a:spcPts val="0"/>
              </a:spcBef>
              <a:buNone/>
            </a:pPr>
            <a:r>
              <a:rPr lang="th-TH" sz="1400" b="0" i="0" dirty="0">
                <a:solidFill>
                  <a:srgbClr val="0D1B2A"/>
                </a:solidFill>
              </a:rPr>
              <a:t>หน้าเว็บ + API หลังมี PRODUCT-SPEC</a:t>
            </a:r>
          </a:p>
        </p:txBody>
      </p:sp>
      <p:sp>
        <p:nvSpPr>
          <p:cNvPr id="124" name="Shape 124"/>
          <p:cNvSpPr/>
          <p:nvPr/>
        </p:nvSpPr>
        <p:spPr>
          <a:xfrm>
            <a:off x="4709160" y="3968496"/>
            <a:ext cx="2514600" cy="402336"/>
          </a:xfrm>
          <a:prstGeom prst="roundRect">
            <a:avLst>
              <a:gd name="adj" fmla="val 50000"/>
            </a:avLst>
          </a:prstGeom>
          <a:solidFill>
            <a:srgbClr val="005CFF"/>
          </a:solidFill>
          <a:ln>
            <a:noFill/>
          </a:ln>
        </p:spPr>
        <p:txBody>
          <a:bodyPr wrap="square" lIns="36576" tIns="36576" rIns="36576" bIns="36576" anchor="ctr">
            <a:normAutofit/>
          </a:bodyPr>
          <a:lstStyle/>
          <a:p>
            <a:pPr marL="0" indent="0" algn="ctr">
              <a:spcBef>
                <a:spcPts val="0"/>
              </a:spcBef>
              <a:buNone/>
            </a:pPr>
            <a:r>
              <a:rPr lang="th-TH" sz="1250" b="1" i="0" dirty="0">
                <a:solidFill>
                  <a:srgbClr val="FFFFFF"/>
                </a:solidFill>
              </a:rPr>
              <a:t>Swarm (หลังมีสัญญากลาง)</a:t>
            </a:r>
          </a:p>
        </p:txBody>
      </p:sp>
      <p:sp>
        <p:nvSpPr>
          <p:cNvPr id="125" name="Shape 125"/>
          <p:cNvSpPr/>
          <p:nvPr/>
        </p:nvSpPr>
        <p:spPr>
          <a:xfrm>
            <a:off x="7662671" y="3813048"/>
            <a:ext cx="3584448" cy="713232"/>
          </a:xfrm>
          <a:prstGeom prst="rect">
            <a:avLst/>
          </a:prstGeom>
          <a:noFill/>
          <a:ln>
            <a:noFill/>
          </a:ln>
        </p:spPr>
        <p:txBody>
          <a:bodyPr wrap="square" lIns="0" tIns="0" rIns="0" bIns="0" anchor="ctr">
            <a:normAutofit/>
          </a:bodyPr>
          <a:lstStyle/>
          <a:p>
            <a:pPr marL="0" indent="0" algn="l">
              <a:spcBef>
                <a:spcPts val="0"/>
              </a:spcBef>
              <a:buNone/>
            </a:pPr>
            <a:r>
              <a:rPr lang="th-TH" sz="1350" b="0" i="0" dirty="0">
                <a:solidFill>
                  <a:srgbClr val="4C5B6B"/>
                </a:solidFill>
              </a:rPr>
              <a:t>สัญญาชัด = ขนานได้ปลอดภัย</a:t>
            </a:r>
          </a:p>
        </p:txBody>
      </p:sp>
      <p:sp>
        <p:nvSpPr>
          <p:cNvPr id="126" name="Shape 126"/>
          <p:cNvSpPr/>
          <p:nvPr/>
        </p:nvSpPr>
        <p:spPr>
          <a:xfrm>
            <a:off x="841248" y="4599432"/>
            <a:ext cx="3611880" cy="713232"/>
          </a:xfrm>
          <a:prstGeom prst="rect">
            <a:avLst/>
          </a:prstGeom>
          <a:solidFill>
            <a:srgbClr val="FFFFFF"/>
          </a:solidFill>
          <a:ln w="12700">
            <a:solidFill>
              <a:srgbClr val="DCE6F5"/>
            </a:solidFill>
          </a:ln>
        </p:spPr>
        <p:txBody>
          <a:bodyPr wrap="square" lIns="109728" tIns="73152" rIns="109728" bIns="73152" anchor="t">
            <a:normAutofit/>
          </a:bodyPr>
          <a:lstStyle/>
          <a:p>
            <a:endParaRPr lang="en-US" sz="1000"/>
          </a:p>
        </p:txBody>
      </p:sp>
      <p:sp>
        <p:nvSpPr>
          <p:cNvPr id="127" name="Shape 127"/>
          <p:cNvSpPr/>
          <p:nvPr/>
        </p:nvSpPr>
        <p:spPr>
          <a:xfrm>
            <a:off x="4572000" y="4599432"/>
            <a:ext cx="2788920" cy="713232"/>
          </a:xfrm>
          <a:prstGeom prst="rect">
            <a:avLst/>
          </a:prstGeom>
          <a:solidFill>
            <a:srgbClr val="FFFFFF"/>
          </a:solidFill>
          <a:ln w="12700">
            <a:solidFill>
              <a:srgbClr val="DCE6F5"/>
            </a:solidFill>
          </a:ln>
        </p:spPr>
        <p:txBody>
          <a:bodyPr wrap="square" lIns="109728" tIns="73152" rIns="109728" bIns="73152" anchor="t">
            <a:normAutofit/>
          </a:bodyPr>
          <a:lstStyle/>
          <a:p>
            <a:endParaRPr lang="en-US" sz="1000"/>
          </a:p>
        </p:txBody>
      </p:sp>
      <p:sp>
        <p:nvSpPr>
          <p:cNvPr id="128" name="Shape 128"/>
          <p:cNvSpPr/>
          <p:nvPr/>
        </p:nvSpPr>
        <p:spPr>
          <a:xfrm>
            <a:off x="7498079" y="4599432"/>
            <a:ext cx="3858768" cy="713232"/>
          </a:xfrm>
          <a:prstGeom prst="rect">
            <a:avLst/>
          </a:prstGeom>
          <a:solidFill>
            <a:srgbClr val="FFFFFF"/>
          </a:solidFill>
          <a:ln w="12700">
            <a:solidFill>
              <a:srgbClr val="DCE6F5"/>
            </a:solidFill>
          </a:ln>
        </p:spPr>
        <p:txBody>
          <a:bodyPr wrap="square" lIns="109728" tIns="73152" rIns="109728" bIns="73152" anchor="t">
            <a:normAutofit/>
          </a:bodyPr>
          <a:lstStyle/>
          <a:p>
            <a:endParaRPr lang="en-US" sz="1000"/>
          </a:p>
        </p:txBody>
      </p:sp>
      <p:sp>
        <p:nvSpPr>
          <p:cNvPr id="129" name="Shape 129"/>
          <p:cNvSpPr/>
          <p:nvPr/>
        </p:nvSpPr>
        <p:spPr>
          <a:xfrm>
            <a:off x="1005840" y="4599432"/>
            <a:ext cx="3337560" cy="713232"/>
          </a:xfrm>
          <a:prstGeom prst="rect">
            <a:avLst/>
          </a:prstGeom>
          <a:noFill/>
          <a:ln>
            <a:noFill/>
          </a:ln>
        </p:spPr>
        <p:txBody>
          <a:bodyPr wrap="square" lIns="0" tIns="0" rIns="0" bIns="0" anchor="ctr">
            <a:normAutofit/>
          </a:bodyPr>
          <a:lstStyle/>
          <a:p>
            <a:pPr marL="0" indent="0" algn="l">
              <a:spcBef>
                <a:spcPts val="0"/>
              </a:spcBef>
              <a:buNone/>
            </a:pPr>
            <a:r>
              <a:rPr lang="th-TH" sz="1400" b="0" i="0" dirty="0">
                <a:solidFill>
                  <a:srgbClr val="0D1B2A"/>
                </a:solidFill>
              </a:rPr>
              <a:t>แก้บั๊กจุดเดียว ต้องไล่สถานะต่อเนื่อง</a:t>
            </a:r>
          </a:p>
        </p:txBody>
      </p:sp>
      <p:sp>
        <p:nvSpPr>
          <p:cNvPr id="130" name="Shape 130"/>
          <p:cNvSpPr/>
          <p:nvPr/>
        </p:nvSpPr>
        <p:spPr>
          <a:xfrm>
            <a:off x="4709160" y="4754880"/>
            <a:ext cx="2514600" cy="402336"/>
          </a:xfrm>
          <a:prstGeom prst="roundRect">
            <a:avLst>
              <a:gd name="adj" fmla="val 50000"/>
            </a:avLst>
          </a:prstGeom>
          <a:solidFill>
            <a:srgbClr val="D92D20"/>
          </a:solidFill>
          <a:ln>
            <a:noFill/>
          </a:ln>
        </p:spPr>
        <p:txBody>
          <a:bodyPr wrap="square" lIns="36576" tIns="36576" rIns="36576" bIns="36576" anchor="ctr">
            <a:normAutofit/>
          </a:bodyPr>
          <a:lstStyle/>
          <a:p>
            <a:pPr marL="0" indent="0" algn="ctr">
              <a:spcBef>
                <a:spcPts val="0"/>
              </a:spcBef>
              <a:buNone/>
            </a:pPr>
            <a:r>
              <a:rPr lang="th-TH" sz="1250" b="1" i="0" dirty="0">
                <a:solidFill>
                  <a:srgbClr val="FFFFFF"/>
                </a:solidFill>
              </a:rPr>
              <a:t>อย่าตั้งทีม</a:t>
            </a:r>
          </a:p>
        </p:txBody>
      </p:sp>
      <p:sp>
        <p:nvSpPr>
          <p:cNvPr id="131" name="Shape 131"/>
          <p:cNvSpPr/>
          <p:nvPr/>
        </p:nvSpPr>
        <p:spPr>
          <a:xfrm>
            <a:off x="7662671" y="4599432"/>
            <a:ext cx="3584448" cy="713232"/>
          </a:xfrm>
          <a:prstGeom prst="rect">
            <a:avLst/>
          </a:prstGeom>
          <a:noFill/>
          <a:ln>
            <a:noFill/>
          </a:ln>
        </p:spPr>
        <p:txBody>
          <a:bodyPr wrap="square" lIns="0" tIns="0" rIns="0" bIns="0" anchor="ctr">
            <a:normAutofit/>
          </a:bodyPr>
          <a:lstStyle/>
          <a:p>
            <a:pPr marL="0" indent="0" algn="l">
              <a:spcBef>
                <a:spcPts val="0"/>
              </a:spcBef>
              <a:buNone/>
            </a:pPr>
            <a:r>
              <a:rPr lang="th-TH" sz="1350" b="0" i="0" dirty="0">
                <a:solidFill>
                  <a:srgbClr val="4C5B6B"/>
                </a:solidFill>
              </a:rPr>
              <a:t>Multi-agent บวมโดยไม่จำเป็น</a:t>
            </a:r>
          </a:p>
        </p:txBody>
      </p:sp>
      <p:sp>
        <p:nvSpPr>
          <p:cNvPr id="132" name="Shape 132"/>
          <p:cNvSpPr/>
          <p:nvPr/>
        </p:nvSpPr>
        <p:spPr>
          <a:xfrm>
            <a:off x="841248" y="5440680"/>
            <a:ext cx="10515600" cy="502920"/>
          </a:xfrm>
          <a:prstGeom prst="roundRect">
            <a:avLst>
              <a:gd name="adj" fmla="val 20000"/>
            </a:avLst>
          </a:prstGeom>
          <a:solidFill>
            <a:srgbClr val="FFF4ED"/>
          </a:solidFill>
          <a:ln>
            <a:noFill/>
          </a:ln>
        </p:spPr>
        <p:txBody>
          <a:bodyPr wrap="square" lIns="182880" tIns="73152" rIns="182880" bIns="73152" anchor="ctr">
            <a:normAutofit/>
          </a:bodyPr>
          <a:lstStyle/>
          <a:p>
            <a:pPr marL="0" indent="0" algn="l">
              <a:spcBef>
                <a:spcPts val="0"/>
              </a:spcBef>
              <a:buNone/>
            </a:pPr>
            <a:r>
              <a:rPr lang="th-TH" sz="1300" b="1" i="0" dirty="0">
                <a:solidFill>
                  <a:srgbClr val="B93815"/>
                </a:solidFill>
              </a:rPr>
              <a:t>Subagent ที่ขนานกันโดยไม่มี “สัญญากลาง” (spec/contract) จะตัดสินใจขัดแย้งกันเอง เช่น ตั้งชื่อ API คนละแบบ</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Lab สาธิต 2 นาที: หาไฟล์ที่เสี่ยงที่สุด (Module 1)</a:t>
            </a:r>
          </a:p>
        </p:txBody>
      </p:sp>
      <p:sp>
        <p:nvSpPr>
          <p:cNvPr id="3" name="Content Placeholder 2"/>
          <p:cNvSpPr>
            <a:spLocks noGrp="1"/>
          </p:cNvSpPr>
          <p:nvPr>
            <p:ph sz="quarter" idx="12"/>
          </p:nvPr>
        </p:nvSpPr>
        <p:spPr>
          <a:xfrm>
            <a:off x="841248" y="1600200"/>
            <a:ext cx="4937760" cy="4389120"/>
          </a:xfrm>
        </p:spPr>
        <p:txBody>
          <a:bodyPr/>
          <a:lstStyle/>
          <a:p>
            <a:pPr marL="0" indent="0" algn="l">
              <a:spcBef>
                <a:spcPts val="0"/>
              </a:spcBef>
              <a:buNone/>
            </a:pPr>
            <a:r>
              <a:rPr lang="th-TH" sz="1600" b="1" i="0" dirty="0">
                <a:solidFill>
                  <a:srgbClr val="005CFF"/>
                </a:solidFill>
              </a:rPr>
              <a:t>⏱ 10 นาที · 🎯 เป้าหมาย</a:t>
            </a:r>
          </a:p>
          <a:p>
            <a:pPr marL="0" indent="0" algn="l">
              <a:spcBef>
                <a:spcPts val="200"/>
              </a:spcBef>
              <a:buNone/>
            </a:pPr>
            <a:r>
              <a:rPr lang="th-TH" sz="1350" b="0" i="0" dirty="0">
                <a:solidFill>
                  <a:srgbClr val="0D1B2A"/>
                </a:solidFill>
              </a:rPr>
              <a:t>บอกไฟล์ที่เสี่ยงที่สุด 1 ไฟล์ และบอกว่างานต่อไปควร swarm หรือ sequential</a:t>
            </a:r>
          </a:p>
          <a:p>
            <a:pPr marL="0" indent="0" algn="l">
              <a:spcBef>
                <a:spcPts val="1000"/>
              </a:spcBef>
              <a:buNone/>
            </a:pPr>
            <a:r>
              <a:rPr lang="th-TH" sz="1600" b="1" i="0" dirty="0">
                <a:solidFill>
                  <a:srgbClr val="005CFF"/>
                </a:solidFill>
              </a:rPr>
              <a:t>ขั้นตอน (ทำใน TUI)</a:t>
            </a:r>
          </a:p>
          <a:p>
            <a:pPr marL="0" indent="0" algn="l">
              <a:spcBef>
                <a:spcPts val="200"/>
              </a:spcBef>
              <a:buNone/>
            </a:pPr>
            <a:r>
              <a:rPr lang="th-TH" sz="1350" b="0" i="0" dirty="0">
                <a:solidFill>
                  <a:srgbClr val="0D1B2A"/>
                </a:solidFill>
              </a:rPr>
              <a:t>1. เปิด PowerShell → cd sandbox/sales-insight → claude</a:t>
            </a:r>
          </a:p>
          <a:p>
            <a:pPr marL="0" indent="0" algn="l">
              <a:spcBef>
                <a:spcPts val="200"/>
              </a:spcBef>
              <a:buNone/>
            </a:pPr>
            <a:r>
              <a:rPr lang="th-TH" sz="1350" b="0" i="0" dirty="0">
                <a:solidFill>
                  <a:srgbClr val="0D1B2A"/>
                </a:solidFill>
              </a:rPr>
              <a:t>2. วาง prompt EN หรือ TH — เลือกอย่างใดอย่างหนึ่ง</a:t>
            </a:r>
          </a:p>
          <a:p>
            <a:pPr marL="0" indent="0" algn="l">
              <a:spcBef>
                <a:spcPts val="200"/>
              </a:spcBef>
              <a:buNone/>
            </a:pPr>
            <a:r>
              <a:rPr lang="th-TH" sz="1350" b="0" i="0" dirty="0">
                <a:solidFill>
                  <a:srgbClr val="0D1B2A"/>
                </a:solidFill>
              </a:rPr>
              <a:t>3. ถามต่อ 1 ประโยค: งานที่เหลือควร swarm หรือ sequential</a:t>
            </a:r>
          </a:p>
          <a:p>
            <a:pPr marL="0" indent="0" algn="l">
              <a:spcBef>
                <a:spcPts val="1000"/>
              </a:spcBef>
              <a:buNone/>
            </a:pPr>
            <a:r>
              <a:rPr lang="th-TH" sz="1600" b="1" i="0" dirty="0">
                <a:solidFill>
                  <a:srgbClr val="B93815"/>
                </a:solidFill>
              </a:rPr>
              <a:t>ผลที่คาดหวัง</a:t>
            </a:r>
          </a:p>
          <a:p>
            <a:pPr marL="285750" indent="-285750" algn="l">
              <a:spcBef>
                <a:spcPts val="250"/>
              </a:spcBef>
              <a:buFont typeface="Arial"/>
              <a:buChar char="•"/>
            </a:pPr>
            <a:r>
              <a:rPr lang="th-TH" sz="1300" b="0" i="0" dirty="0">
                <a:solidFill>
                  <a:srgbClr val="0D1B2A"/>
                </a:solidFill>
              </a:rPr>
              <a:t>คำตอบ ≤ 80 คำ ชี้ไฟล์จริง เช่น server.js หรือ data/sales.csv พร้อมเหตุผล 1 ข้อ</a:t>
            </a:r>
          </a:p>
          <a:p>
            <a:pPr marL="285750" indent="-285750" algn="l">
              <a:spcBef>
                <a:spcPts val="250"/>
              </a:spcBef>
              <a:buFont typeface="Arial"/>
              <a:buChar char="•"/>
            </a:pPr>
            <a:r>
              <a:rPr lang="th-TH" sz="1300" b="0" i="0" dirty="0">
                <a:solidFill>
                  <a:srgbClr val="0D1B2A"/>
                </a:solidFill>
              </a:rPr>
              <a:t>อ่านหลายไฟล์ขนานได้ · แก้ quality gate ต้องรู้ผลการอ่านก่อน จึงต่อคิว</a:t>
            </a:r>
          </a:p>
          <a:p>
            <a:pPr marL="0" indent="0" algn="l">
              <a:spcBef>
                <a:spcPts val="1000"/>
              </a:spcBef>
              <a:buNone/>
            </a:pPr>
            <a:r>
              <a:rPr lang="th-TH" sz="1600" b="1" i="0" dirty="0">
                <a:solidFill>
                  <a:srgbClr val="B93815"/>
                </a:solidFill>
              </a:rPr>
              <a:t>✅ Checkpoint</a:t>
            </a:r>
          </a:p>
          <a:p>
            <a:pPr marL="285750" indent="-285750" algn="l">
              <a:spcBef>
                <a:spcPts val="250"/>
              </a:spcBef>
              <a:buFont typeface="Arial"/>
              <a:buChar char="•"/>
            </a:pPr>
            <a:r>
              <a:rPr lang="th-TH" sz="1300" b="0" i="0" dirty="0">
                <a:solidFill>
                  <a:srgbClr val="0D1B2A"/>
                </a:solidFill>
              </a:rPr>
              <a:t>☑ เปิด claude จาก sandbox/sales-insight ไม่ใช่รากดิสก์</a:t>
            </a:r>
          </a:p>
        </p:txBody>
      </p:sp>
      <p:pic>
        <p:nvPicPr>
          <p:cNvPr id="4" name="Picture 3" descr="m1-answer-full.png"/>
          <p:cNvPicPr>
            <a:picLocks noChangeAspect="1"/>
          </p:cNvPicPr>
          <p:nvPr/>
        </p:nvPicPr>
        <p:blipFill>
          <a:blip r:embed="rId4"/>
          <a:stretch>
            <a:fillRect/>
          </a:stretch>
        </p:blipFill>
        <p:spPr>
          <a:xfrm>
            <a:off x="6035040" y="1682496"/>
            <a:ext cx="5303520" cy="2899812"/>
          </a:xfrm>
          <a:prstGeom prst="rect">
            <a:avLst/>
          </a:prstGeom>
        </p:spPr>
      </p:pic>
      <p:sp>
        <p:nvSpPr>
          <p:cNvPr id="6" name="TextBox 5"/>
          <p:cNvSpPr txBox="1"/>
          <p:nvPr/>
        </p:nvSpPr>
        <p:spPr>
          <a:xfrm>
            <a:off x="838200" y="6350000"/>
            <a:ext cx="10515600" cy="320000"/>
          </a:xfrm>
          <a:prstGeom prst="rect">
            <a:avLst/>
          </a:prstGeom>
          <a:noFill/>
        </p:spPr>
        <p:txBody>
          <a:bodyPr wrap="none">
            <a:spAutoFit/>
          </a:bodyPr>
          <a:lstStyle/>
          <a:p>
            <a:r>
              <a:rPr sz="1000"/>
              <a:t>จับภาพจริงจาก TUI (interactive) · Claude Code 2.1.310 · sandbox/sales-insight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Module 2 · Environment Setup</a:t>
            </a:r>
          </a:p>
        </p:txBody>
      </p:sp>
      <p:sp>
        <p:nvSpPr>
          <p:cNvPr id="3" name="Text Placeholder 2"/>
          <p:cNvSpPr>
            <a:spLocks noGrp="1"/>
          </p:cNvSpPr>
          <p:nvPr>
            <p:ph type="body" idx="1"/>
          </p:nvPr>
        </p:nvSpPr>
        <p:spPr/>
        <p:txBody>
          <a:bodyPr/>
          <a:lstStyle/>
          <a:p>
            <a:r>
              <a:rPr lang="th-TH" dirty="0"/>
              <a:t>เครื่องพร้อมใช้ Claude Code 100% ภายใน ~30 นาที</a:t>
            </a:r>
          </a:p>
        </p:txBody>
      </p:sp>
      <p:sp>
        <p:nvSpPr>
          <p:cNvPr id="5" name="Text Placeholder 4"/>
          <p:cNvSpPr>
            <a:spLocks noGrp="1"/>
          </p:cNvSpPr>
          <p:nvPr>
            <p:ph type="body" idx="14"/>
          </p:nvPr>
        </p:nvSpPr>
        <p:spPr/>
        <p:txBody>
          <a:bodyPr/>
          <a:lstStyle/>
          <a:p>
            <a:r>
              <a:rPr lang="th-TH" dirty="0"/>
              <a:t>วันที่ 1 · เช้า · ⏱ ~30 นาที</a:t>
            </a:r>
          </a:p>
        </p:txBody>
      </p:sp>
      <p:pic>
        <p:nvPicPr>
          <p:cNvPr id="11" name="Picture Placeholder 10" descr="The image depicts a black silhouette of a shape with a vibrant, curved, and colorful lip.&#10;&#10;AI-generated content may be incorrect.">
            <a:extLst>
              <a:ext uri="{FF2B5EF4-FFF2-40B4-BE49-F238E27FC236}">
                <a16:creationId xmlns:a16="http://schemas.microsoft.com/office/drawing/2014/main" id="{CD689C34-14E5-38E1-E20D-9887C2E38F65}"/>
              </a:ext>
            </a:extLst>
          </p:cNvPr>
          <p:cNvPicPr>
            <a:picLocks noGrp="1" noChangeAspect="1"/>
          </p:cNvPicPr>
          <p:nvPr>
            <p:ph type="pic" sz="quarter" idx="13"/>
          </p:nvPr>
        </p:nvPicPr>
        <p:blipFill>
          <a:blip r:embed="rId3"/>
          <a:srcRect t="3167" b="3167"/>
          <a:stretch/>
        </p:blipFill>
        <p:spPr>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ติดตั้ง Claude Code CLI แล้วใช้ 2 โหมด</a:t>
            </a:r>
          </a:p>
        </p:txBody>
      </p:sp>
      <p:sp>
        <p:nvSpPr>
          <p:cNvPr id="3" name="Content Placeholder 2"/>
          <p:cNvSpPr>
            <a:spLocks noGrp="1"/>
          </p:cNvSpPr>
          <p:nvPr>
            <p:ph sz="quarter" idx="12"/>
          </p:nvPr>
        </p:nvSpPr>
        <p:spPr/>
        <p:txBody>
          <a:bodyPr wrap="square" anchor="t">
            <a:noAutofit/>
          </a:bodyPr>
          <a:lstStyle/>
          <a:p>
            <a:pPr marL="0" indent="0" algn="l">
              <a:spcBef>
                <a:spcPts val="0"/>
              </a:spcBef>
              <a:buNone/>
            </a:pPr>
            <a:r>
              <a:rPr lang="th-TH" sz="1800" b="1" i="0" dirty="0">
                <a:solidFill>
                  <a:srgbClr val="005CFF"/>
                </a:solidFill>
              </a:rPr>
              <a:t>ขั้นที่ 1 · Native Install (แนะนำ · อัปเดตอัตโนมัติ)</a:t>
            </a:r>
          </a:p>
          <a:p>
            <a:pPr marL="200000" indent="0" algn="l">
              <a:spcBef>
                <a:spcPts val="100"/>
              </a:spcBef>
              <a:buNone/>
            </a:pPr>
            <a:r>
              <a:rPr lang="th-TH" sz="1300" b="0" i="0" dirty="0">
                <a:solidFill>
                  <a:srgbClr val="4C5B6B"/>
                </a:solidFill>
              </a:rPr>
              <a:t>macOS / Linux / WSL</a:t>
            </a:r>
          </a:p>
          <a:p>
            <a:pPr marL="200000" indent="0" algn="l">
              <a:spcBef>
                <a:spcPts val="300"/>
              </a:spcBef>
              <a:buNone/>
            </a:pPr>
            <a:r>
              <a:rPr lang="th-TH" sz="1300" b="0" i="0" dirty="0">
                <a:solidFill>
                  <a:srgbClr val="0D1B2A"/>
                </a:solidFill>
                <a:latin typeface="Consolas"/>
                <a:cs typeface="Consolas"/>
              </a:rPr>
              <a:t>curl -fsSL https://claude.ai/install.sh | bash</a:t>
            </a:r>
          </a:p>
          <a:p>
            <a:pPr marL="200000" indent="0" algn="l">
              <a:spcBef>
                <a:spcPts val="100"/>
              </a:spcBef>
              <a:buNone/>
            </a:pPr>
            <a:r>
              <a:rPr lang="th-TH" sz="1300" b="0" i="0" dirty="0">
                <a:solidFill>
                  <a:srgbClr val="4C5B6B"/>
                </a:solidFill>
              </a:rPr>
              <a:t>Windows PowerShell</a:t>
            </a:r>
          </a:p>
          <a:p>
            <a:pPr marL="200000" indent="0" algn="l">
              <a:spcBef>
                <a:spcPts val="300"/>
              </a:spcBef>
              <a:buNone/>
            </a:pPr>
            <a:r>
              <a:rPr lang="th-TH" sz="1300" b="0" i="0" dirty="0">
                <a:solidFill>
                  <a:srgbClr val="0D1B2A"/>
                </a:solidFill>
                <a:latin typeface="Consolas"/>
                <a:cs typeface="Consolas"/>
              </a:rPr>
              <a:t>irm https://claude.ai/install.ps1 | iex</a:t>
            </a:r>
          </a:p>
          <a:p>
            <a:pPr marL="200000" indent="0" algn="l">
              <a:spcBef>
                <a:spcPts val="100"/>
              </a:spcBef>
              <a:buNone/>
            </a:pPr>
            <a:r>
              <a:rPr lang="th-TH" sz="1300" b="0" i="0" dirty="0">
                <a:solidFill>
                  <a:srgbClr val="4C5B6B"/>
                </a:solidFill>
              </a:rPr>
              <a:t>ทางเลือก: brew · winget · npm (Node.js 22+, ห้าม sudo)</a:t>
            </a:r>
          </a:p>
          <a:p>
            <a:pPr marL="0" indent="0" algn="l">
              <a:spcBef>
                <a:spcPts val="1300"/>
              </a:spcBef>
              <a:buNone/>
            </a:pPr>
            <a:r>
              <a:rPr lang="th-TH" sz="1800" b="1" i="0" dirty="0">
                <a:solidFill>
                  <a:srgbClr val="005CFF"/>
                </a:solidFill>
              </a:rPr>
              <a:t>ขั้นที่ 2 · ตรวจ แล้วล็อกอิน</a:t>
            </a:r>
          </a:p>
          <a:p>
            <a:pPr marL="200000" indent="0" algn="l">
              <a:spcBef>
                <a:spcPts val="100"/>
              </a:spcBef>
              <a:buNone/>
            </a:pPr>
            <a:r>
              <a:rPr lang="th-TH" sz="1300" b="0" i="0" dirty="0">
                <a:solidFill>
                  <a:srgbClr val="0D1B2A"/>
                </a:solidFill>
                <a:latin typeface="Consolas"/>
                <a:cs typeface="Consolas"/>
              </a:rPr>
              <a:t>claude --version   # ≥ 2.1.296</a:t>
            </a:r>
          </a:p>
          <a:p>
            <a:pPr marL="200000" indent="0" algn="l">
              <a:spcBef>
                <a:spcPts val="100"/>
              </a:spcBef>
              <a:buNone/>
            </a:pPr>
            <a:r>
              <a:rPr lang="th-TH" sz="1300" b="0" i="0" dirty="0">
                <a:solidFill>
                  <a:srgbClr val="0D1B2A"/>
                </a:solidFill>
                <a:latin typeface="Consolas"/>
                <a:cs typeface="Consolas"/>
              </a:rPr>
              <a:t>claude doctor      # ตรวจการติดตั้ง</a:t>
            </a:r>
          </a:p>
          <a:p>
            <a:pPr marL="200000" indent="0" algn="l">
              <a:spcBef>
                <a:spcPts val="300"/>
              </a:spcBef>
              <a:buNone/>
            </a:pPr>
            <a:r>
              <a:rPr lang="th-TH" sz="1500" b="0" i="0" dirty="0">
                <a:solidFill>
                  <a:srgbClr val="0D1B2A"/>
                </a:solidFill>
              </a:rPr>
              <a:t>พิมพ์ claude → login ผ่านเบราว์เซอร์ · /status · /exit</a:t>
            </a:r>
          </a:p>
          <a:p>
            <a:pPr marL="0" indent="0" algn="l">
              <a:spcBef>
                <a:spcPts val="1300"/>
              </a:spcBef>
              <a:buNone/>
            </a:pPr>
            <a:r>
              <a:rPr lang="th-TH" sz="1800" b="1" i="0" dirty="0">
                <a:solidFill>
                  <a:srgbClr val="005CFF"/>
                </a:solidFill>
              </a:rPr>
              <a:t>2 โหมด: TUI คือโหมดหลักของทุก Lab</a:t>
            </a:r>
          </a:p>
          <a:p>
            <a:pPr marL="200000" indent="0" algn="l">
              <a:spcBef>
                <a:spcPts val="300"/>
              </a:spcBef>
              <a:buNone/>
            </a:pPr>
            <a:r>
              <a:rPr lang="th-TH" sz="1500" b="1" i="0" dirty="0">
                <a:solidFill>
                  <a:srgbClr val="0D1B2A"/>
                </a:solidFill>
              </a:rPr>
              <a:t>TUI: </a:t>
            </a:r>
            <a:r>
              <a:rPr lang="th-TH" sz="1500" b="0" i="0" dirty="0">
                <a:solidFill>
                  <a:srgbClr val="0D1B2A"/>
                </a:solidFill>
              </a:rPr>
              <a:t>claude — เห็น tool calls และกดอนุญาตเอง (ทุก Lab)</a:t>
            </a:r>
          </a:p>
          <a:p>
            <a:pPr marL="200000" indent="0" algn="l">
              <a:spcBef>
                <a:spcPts val="200"/>
              </a:spcBef>
              <a:buNone/>
            </a:pPr>
            <a:r>
              <a:rPr lang="th-TH" sz="1500" b="1" i="0" dirty="0">
                <a:solidFill>
                  <a:srgbClr val="0D1B2A"/>
                </a:solidFill>
              </a:rPr>
              <a:t>Headless: </a:t>
            </a:r>
            <a:r>
              <a:rPr lang="th-TH" sz="1500" b="0" i="0" dirty="0">
                <a:solidFill>
                  <a:srgbClr val="0D1B2A"/>
                </a:solidFill>
              </a:rPr>
              <a:t>claude -p "โจทย์" — (print mode) เฉพาะขั้นที่ Lab ระบุ --allowedTools ให้</a:t>
            </a:r>
          </a:p>
        </p:txBody>
      </p:sp>
      <p:pic>
        <p:nvPicPr>
          <p:cNvPr id="4" name="Picture Placeholder 3" descr="code.jpg"/>
          <p:cNvPicPr>
            <a:picLocks noGrp="1" noChangeAspect="1"/>
          </p:cNvPicPr>
          <p:nvPr>
            <p:ph type="pic" sz="quarter" idx="13"/>
          </p:nvPr>
        </p:nvPicPr>
        <p:blipFill>
          <a:blip r:embed="rId3"/>
          <a:srcRect l="11702" r="11702"/>
          <a:stretch>
            <a:fillRect/>
          </a:stretch>
        </p:blipFill>
        <p:spPr/>
      </p:pic>
    </p:spTree>
    <p:extLst>
      <p:ext uri="{BB962C8B-B14F-4D97-AF65-F5344CB8AC3E}">
        <p14:creationId xmlns:p14="http://schemas.microsoft.com/office/powerpoint/2010/main" val="2232663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87C616-065A-641E-184E-98CA4BED8418}"/>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4124EBD3-339E-BFF5-CC6E-723A0DC19C41}"/>
              </a:ext>
            </a:extLst>
          </p:cNvPr>
          <p:cNvSpPr>
            <a:spLocks noGrp="1"/>
          </p:cNvSpPr>
          <p:nvPr>
            <p:ph type="sldNum" sz="quarter" idx="4"/>
          </p:nvPr>
        </p:nvSpPr>
        <p:spPr/>
        <p:txBody>
          <a:bodyPr/>
          <a:lstStyle/>
          <a:p>
            <a:fld id="{7B973119-0BF9-7444-941C-BCE2AFE6BE2E}" type="slidenum">
              <a:rPr lang="en-TH" smtClean="0"/>
              <a:pPr/>
              <a:t>19</a:t>
            </a:fld>
            <a:endParaRPr lang="en-TH"/>
          </a:p>
        </p:txBody>
      </p:sp>
      <p:sp>
        <p:nvSpPr>
          <p:cNvPr id="104" name="Title 1"/>
          <p:cNvSpPr>
            <a:spLocks noGrp="1"/>
          </p:cNvSpPr>
          <p:nvPr>
            <p:ph type="title"/>
          </p:nvPr>
        </p:nvSpPr>
        <p:spPr/>
        <p:txBody>
          <a:bodyPr>
            <a:normAutofit/>
          </a:bodyPr>
          <a:lstStyle/>
          <a:p>
            <a:r>
              <a:rPr lang="th-TH" dirty="0"/>
              <a:t>Lab 0 ตรวจเครื่อง: 4 ขั้นก่อนเริ่ม Workshop 1</a:t>
            </a:r>
          </a:p>
        </p:txBody>
      </p:sp>
      <p:sp>
        <p:nvSpPr>
          <p:cNvPr id="105" name="Shape 105"/>
          <p:cNvSpPr/>
          <p:nvPr/>
        </p:nvSpPr>
        <p:spPr>
          <a:xfrm>
            <a:off x="1463040" y="2331720"/>
            <a:ext cx="9235440" cy="45720"/>
          </a:xfrm>
          <a:prstGeom prst="rect">
            <a:avLst/>
          </a:prstGeom>
          <a:solidFill>
            <a:srgbClr val="C9D6E8"/>
          </a:solidFill>
          <a:ln>
            <a:noFill/>
          </a:ln>
        </p:spPr>
        <p:txBody>
          <a:bodyPr wrap="square" lIns="109728" tIns="73152" rIns="109728" bIns="73152" anchor="t">
            <a:normAutofit fontScale="25000" lnSpcReduction="20000"/>
          </a:bodyPr>
          <a:lstStyle/>
          <a:p>
            <a:endParaRPr lang="en-US" sz="1000"/>
          </a:p>
        </p:txBody>
      </p:sp>
      <p:sp>
        <p:nvSpPr>
          <p:cNvPr id="106" name="Shape 106"/>
          <p:cNvSpPr/>
          <p:nvPr/>
        </p:nvSpPr>
        <p:spPr>
          <a:xfrm>
            <a:off x="1188720" y="1847088"/>
            <a:ext cx="1005840" cy="100584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1500" b="0" i="0" dirty="0">
                <a:solidFill>
                  <a:srgbClr val="FFFFFF"/>
                </a:solidFill>
              </a:rPr>
              <a:t>CLI</a:t>
            </a:r>
          </a:p>
        </p:txBody>
      </p:sp>
      <p:sp>
        <p:nvSpPr>
          <p:cNvPr id="107" name="Shape 107"/>
          <p:cNvSpPr/>
          <p:nvPr/>
        </p:nvSpPr>
        <p:spPr>
          <a:xfrm>
            <a:off x="1508760" y="1627632"/>
            <a:ext cx="365760" cy="36576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1200" b="1" i="0" dirty="0">
                <a:solidFill>
                  <a:srgbClr val="FFFFFF"/>
                </a:solidFill>
              </a:rPr>
              <a:t>1</a:t>
            </a:r>
          </a:p>
        </p:txBody>
      </p:sp>
      <p:sp>
        <p:nvSpPr>
          <p:cNvPr id="108" name="Shape 108"/>
          <p:cNvSpPr/>
          <p:nvPr/>
        </p:nvSpPr>
        <p:spPr>
          <a:xfrm>
            <a:off x="365760" y="3017520"/>
            <a:ext cx="2651760" cy="146304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0D1B2A"/>
                </a:solidFill>
              </a:rPr>
              <a:t>ตรวจรุ่น + คีย์</a:t>
            </a:r>
          </a:p>
          <a:p>
            <a:pPr marL="0" indent="0" algn="ctr">
              <a:spcBef>
                <a:spcPts val="300"/>
              </a:spcBef>
              <a:buNone/>
            </a:pPr>
            <a:r>
              <a:rPr lang="th-TH" sz="1250" b="0" i="0" dirty="0">
                <a:solidFill>
                  <a:srgbClr val="4C5B6B"/>
                </a:solidFill>
              </a:rPr>
              <a:t>PowerShell: node · git · claude --version · echo $env:ANTHROPIC_API_KEY ต้องว่าง</a:t>
            </a:r>
          </a:p>
        </p:txBody>
      </p:sp>
      <p:sp>
        <p:nvSpPr>
          <p:cNvPr id="109" name="Shape 109"/>
          <p:cNvSpPr/>
          <p:nvPr/>
        </p:nvSpPr>
        <p:spPr>
          <a:xfrm>
            <a:off x="4114800" y="1847088"/>
            <a:ext cx="1005840" cy="100584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1500" b="0" i="0" dirty="0">
                <a:solidFill>
                  <a:srgbClr val="FFFFFF"/>
                </a:solidFill>
              </a:rPr>
              <a:t>/status</a:t>
            </a:r>
          </a:p>
        </p:txBody>
      </p:sp>
      <p:sp>
        <p:nvSpPr>
          <p:cNvPr id="110" name="Shape 110"/>
          <p:cNvSpPr/>
          <p:nvPr/>
        </p:nvSpPr>
        <p:spPr>
          <a:xfrm>
            <a:off x="4434840" y="1627632"/>
            <a:ext cx="365760" cy="36576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1200" b="1" i="0" dirty="0">
                <a:solidFill>
                  <a:srgbClr val="FFFFFF"/>
                </a:solidFill>
              </a:rPr>
              <a:t>2</a:t>
            </a:r>
          </a:p>
        </p:txBody>
      </p:sp>
      <p:sp>
        <p:nvSpPr>
          <p:cNvPr id="111" name="Shape 111"/>
          <p:cNvSpPr/>
          <p:nvPr/>
        </p:nvSpPr>
        <p:spPr>
          <a:xfrm>
            <a:off x="3291840" y="3017520"/>
            <a:ext cx="2651760" cy="146304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0D1B2A"/>
                </a:solidFill>
              </a:rPr>
              <a:t>ล็อกอินใน TUI</a:t>
            </a:r>
          </a:p>
          <a:p>
            <a:pPr marL="0" indent="0" algn="ctr">
              <a:spcBef>
                <a:spcPts val="300"/>
              </a:spcBef>
              <a:buNone/>
            </a:pPr>
            <a:r>
              <a:rPr lang="th-TH" sz="1250" b="0" i="0" dirty="0">
                <a:solidFill>
                  <a:srgbClr val="4C5B6B"/>
                </a:solidFill>
              </a:rPr>
              <a:t>claude → /status เห็นบัญชีคลาส ไม่ใช่โหมด API key → /exit</a:t>
            </a:r>
          </a:p>
        </p:txBody>
      </p:sp>
      <p:sp>
        <p:nvSpPr>
          <p:cNvPr id="112" name="Shape 112"/>
          <p:cNvSpPr/>
          <p:nvPr/>
        </p:nvSpPr>
        <p:spPr>
          <a:xfrm>
            <a:off x="7040880" y="1847088"/>
            <a:ext cx="1005840" cy="100584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1500" b="0" i="0" dirty="0">
                <a:solidFill>
                  <a:srgbClr val="FFFFFF"/>
                </a:solidFill>
              </a:rPr>
              <a:t>verify</a:t>
            </a:r>
          </a:p>
        </p:txBody>
      </p:sp>
      <p:sp>
        <p:nvSpPr>
          <p:cNvPr id="113" name="Shape 113"/>
          <p:cNvSpPr/>
          <p:nvPr/>
        </p:nvSpPr>
        <p:spPr>
          <a:xfrm>
            <a:off x="7360920" y="1627632"/>
            <a:ext cx="365760" cy="36576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1200" b="1" i="0" dirty="0">
                <a:solidFill>
                  <a:srgbClr val="FFFFFF"/>
                </a:solidFill>
              </a:rPr>
              <a:t>3</a:t>
            </a:r>
          </a:p>
        </p:txBody>
      </p:sp>
      <p:sp>
        <p:nvSpPr>
          <p:cNvPr id="114" name="Shape 114"/>
          <p:cNvSpPr/>
          <p:nvPr/>
        </p:nvSpPr>
        <p:spPr>
          <a:xfrm>
            <a:off x="6217920" y="3017520"/>
            <a:ext cx="2651760" cy="146304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0D1B2A"/>
                </a:solidFill>
              </a:rPr>
              <a:t>สคริปต์ตรวจ</a:t>
            </a:r>
          </a:p>
          <a:p>
            <a:pPr marL="0" indent="0" algn="ctr">
              <a:spcBef>
                <a:spcPts val="300"/>
              </a:spcBef>
              <a:buNone/>
            </a:pPr>
            <a:r>
              <a:rPr lang="th-TH" sz="1250" b="0" i="0" dirty="0">
                <a:solidFill>
                  <a:srgbClr val="4C5B6B"/>
                </a:solidFill>
              </a:rPr>
              <a:t>node scripts/verify-setup.mjs → verify-setup: passed</a:t>
            </a:r>
          </a:p>
        </p:txBody>
      </p:sp>
      <p:sp>
        <p:nvSpPr>
          <p:cNvPr id="115" name="Shape 115"/>
          <p:cNvSpPr/>
          <p:nvPr/>
        </p:nvSpPr>
        <p:spPr>
          <a:xfrm>
            <a:off x="9966960" y="1847088"/>
            <a:ext cx="1005840" cy="1005840"/>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500" b="0" i="0" dirty="0">
                <a:solidFill>
                  <a:srgbClr val="FFFFFF"/>
                </a:solidFill>
              </a:rPr>
              <a:t>exit 2</a:t>
            </a:r>
          </a:p>
        </p:txBody>
      </p:sp>
      <p:sp>
        <p:nvSpPr>
          <p:cNvPr id="116" name="Shape 116"/>
          <p:cNvSpPr/>
          <p:nvPr/>
        </p:nvSpPr>
        <p:spPr>
          <a:xfrm>
            <a:off x="10287000" y="1627632"/>
            <a:ext cx="365760" cy="36576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1200" b="1" i="0" dirty="0">
                <a:solidFill>
                  <a:srgbClr val="FFFFFF"/>
                </a:solidFill>
              </a:rPr>
              <a:t>4</a:t>
            </a:r>
          </a:p>
        </p:txBody>
      </p:sp>
      <p:sp>
        <p:nvSpPr>
          <p:cNvPr id="117" name="Shape 117"/>
          <p:cNvSpPr/>
          <p:nvPr/>
        </p:nvSpPr>
        <p:spPr>
          <a:xfrm>
            <a:off x="9144000" y="3017520"/>
            <a:ext cx="2651760" cy="146304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0D1B2A"/>
                </a:solidFill>
              </a:rPr>
              <a:t>เปิดแอป + gate</a:t>
            </a:r>
          </a:p>
          <a:p>
            <a:pPr marL="0" indent="0" algn="ctr">
              <a:spcBef>
                <a:spcPts val="300"/>
              </a:spcBef>
              <a:buNone/>
            </a:pPr>
            <a:r>
              <a:rPr lang="th-TH" sz="1250" b="0" i="0" dirty="0">
                <a:solidFill>
                  <a:srgbClr val="4C5B6B"/>
                </a:solidFill>
              </a:rPr>
              <a:t>node server.js → 127.0.0.1:3000 · Ctrl+C แล้วรัน quality gate → exit 2</a:t>
            </a:r>
          </a:p>
        </p:txBody>
      </p:sp>
      <p:sp>
        <p:nvSpPr>
          <p:cNvPr id="118" name="Shape 118"/>
          <p:cNvSpPr/>
          <p:nvPr/>
        </p:nvSpPr>
        <p:spPr>
          <a:xfrm>
            <a:off x="841248" y="4572000"/>
            <a:ext cx="10515600" cy="1325880"/>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9" name="Shape 119"/>
          <p:cNvSpPr/>
          <p:nvPr/>
        </p:nvSpPr>
        <p:spPr>
          <a:xfrm>
            <a:off x="1051560" y="4645152"/>
            <a:ext cx="2743200" cy="365760"/>
          </a:xfrm>
          <a:prstGeom prst="rect">
            <a:avLst/>
          </a:prstGeom>
          <a:noFill/>
          <a:ln>
            <a:noFill/>
          </a:ln>
        </p:spPr>
        <p:txBody>
          <a:bodyPr wrap="square" lIns="0" tIns="0" rIns="0" bIns="0" anchor="t">
            <a:normAutofit/>
          </a:bodyPr>
          <a:lstStyle/>
          <a:p>
            <a:pPr marL="0" indent="0" algn="l">
              <a:spcBef>
                <a:spcPts val="0"/>
              </a:spcBef>
              <a:buNone/>
            </a:pPr>
            <a:r>
              <a:rPr lang="th-TH" sz="1400" b="1" i="0" dirty="0">
                <a:solidFill>
                  <a:srgbClr val="005CFF"/>
                </a:solidFill>
              </a:rPr>
              <a:t>✅ Checkpoint (⏱ 25 นาที)</a:t>
            </a:r>
          </a:p>
        </p:txBody>
      </p:sp>
      <p:sp>
        <p:nvSpPr>
          <p:cNvPr id="120" name="Shape 120"/>
          <p:cNvSpPr/>
          <p:nvPr/>
        </p:nvSpPr>
        <p:spPr>
          <a:xfrm>
            <a:off x="1051560" y="5029200"/>
            <a:ext cx="5120640" cy="365760"/>
          </a:xfrm>
          <a:prstGeom prst="rect">
            <a:avLst/>
          </a:prstGeom>
          <a:noFill/>
          <a:ln>
            <a:noFill/>
          </a:ln>
        </p:spPr>
        <p:txBody>
          <a:bodyPr wrap="square" lIns="0" tIns="0" rIns="0" bIns="0" anchor="t">
            <a:normAutofit/>
          </a:bodyPr>
          <a:lstStyle/>
          <a:p>
            <a:pPr marL="0" indent="0" algn="l">
              <a:spcBef>
                <a:spcPts val="0"/>
              </a:spcBef>
              <a:buNone/>
            </a:pPr>
            <a:r>
              <a:rPr lang="th-TH" sz="1300" b="1" i="0" dirty="0">
                <a:solidFill>
                  <a:srgbClr val="12B76A"/>
                </a:solidFill>
              </a:rPr>
              <a:t>☑ </a:t>
            </a:r>
            <a:r>
              <a:rPr lang="th-TH" sz="1300" b="0" i="0" dirty="0">
                <a:solidFill>
                  <a:srgbClr val="0D1B2A"/>
                </a:solidFill>
              </a:rPr>
              <a:t>claude --version ≥ 2.1.296 · ANTHROPIC_API_KEY ว่าง</a:t>
            </a:r>
          </a:p>
        </p:txBody>
      </p:sp>
      <p:sp>
        <p:nvSpPr>
          <p:cNvPr id="121" name="Shape 121"/>
          <p:cNvSpPr/>
          <p:nvPr/>
        </p:nvSpPr>
        <p:spPr>
          <a:xfrm>
            <a:off x="6263640" y="5029200"/>
            <a:ext cx="5120640" cy="365760"/>
          </a:xfrm>
          <a:prstGeom prst="rect">
            <a:avLst/>
          </a:prstGeom>
          <a:noFill/>
          <a:ln>
            <a:noFill/>
          </a:ln>
        </p:spPr>
        <p:txBody>
          <a:bodyPr wrap="square" lIns="0" tIns="0" rIns="0" bIns="0" anchor="t">
            <a:normAutofit/>
          </a:bodyPr>
          <a:lstStyle/>
          <a:p>
            <a:pPr marL="0" indent="0" algn="l">
              <a:spcBef>
                <a:spcPts val="0"/>
              </a:spcBef>
              <a:buNone/>
            </a:pPr>
            <a:r>
              <a:rPr lang="th-TH" sz="1300" b="1" i="0" dirty="0">
                <a:solidFill>
                  <a:srgbClr val="12B76A"/>
                </a:solidFill>
              </a:rPr>
              <a:t>☑ </a:t>
            </a:r>
            <a:r>
              <a:rPr lang="th-TH" sz="1300" b="0" i="0" dirty="0">
                <a:solidFill>
                  <a:srgbClr val="0D1B2A"/>
                </a:solidFill>
              </a:rPr>
              <a:t>node scripts/verify-setup.mjs ผ่าน</a:t>
            </a:r>
          </a:p>
        </p:txBody>
      </p:sp>
      <p:sp>
        <p:nvSpPr>
          <p:cNvPr id="122" name="Shape 122"/>
          <p:cNvSpPr/>
          <p:nvPr/>
        </p:nvSpPr>
        <p:spPr>
          <a:xfrm>
            <a:off x="1051560" y="5413248"/>
            <a:ext cx="5120640" cy="365760"/>
          </a:xfrm>
          <a:prstGeom prst="rect">
            <a:avLst/>
          </a:prstGeom>
          <a:noFill/>
          <a:ln>
            <a:noFill/>
          </a:ln>
        </p:spPr>
        <p:txBody>
          <a:bodyPr wrap="square" lIns="0" tIns="0" rIns="0" bIns="0" anchor="t">
            <a:normAutofit/>
          </a:bodyPr>
          <a:lstStyle/>
          <a:p>
            <a:pPr marL="0" indent="0" algn="l">
              <a:spcBef>
                <a:spcPts val="0"/>
              </a:spcBef>
              <a:buNone/>
            </a:pPr>
            <a:r>
              <a:rPr lang="th-TH" sz="1300" b="1" i="0" dirty="0">
                <a:solidFill>
                  <a:srgbClr val="12B76A"/>
                </a:solidFill>
              </a:rPr>
              <a:t>☑ </a:t>
            </a:r>
            <a:r>
              <a:rPr lang="th-TH" sz="1300" b="0" i="0" dirty="0">
                <a:solidFill>
                  <a:srgbClr val="0D1B2A"/>
                </a:solidFill>
              </a:rPr>
              <a:t>เปิด 127.0.0.1:3000 ได้ แล้วปิดเซิร์ฟเวอร์</a:t>
            </a:r>
          </a:p>
        </p:txBody>
      </p:sp>
      <p:sp>
        <p:nvSpPr>
          <p:cNvPr id="123" name="Shape 123"/>
          <p:cNvSpPr/>
          <p:nvPr/>
        </p:nvSpPr>
        <p:spPr>
          <a:xfrm>
            <a:off x="6263640" y="5413248"/>
            <a:ext cx="5120640" cy="365760"/>
          </a:xfrm>
          <a:prstGeom prst="rect">
            <a:avLst/>
          </a:prstGeom>
          <a:noFill/>
          <a:ln>
            <a:noFill/>
          </a:ln>
        </p:spPr>
        <p:txBody>
          <a:bodyPr wrap="square" lIns="0" tIns="0" rIns="0" bIns="0" anchor="t">
            <a:normAutofit/>
          </a:bodyPr>
          <a:lstStyle/>
          <a:p>
            <a:pPr marL="0" indent="0" algn="l">
              <a:spcBef>
                <a:spcPts val="0"/>
              </a:spcBef>
              <a:buNone/>
            </a:pPr>
            <a:r>
              <a:rPr lang="th-TH" sz="1300" b="1" i="0" dirty="0">
                <a:solidFill>
                  <a:srgbClr val="12B76A"/>
                </a:solidFill>
              </a:rPr>
              <a:t>☑ </a:t>
            </a:r>
            <a:r>
              <a:rPr lang="th-TH" sz="1300" b="0" i="0" dirty="0">
                <a:solidFill>
                  <a:srgbClr val="0D1B2A"/>
                </a:solidFill>
              </a:rPr>
              <a:t>quality gate = exit 2 โดยไม่แก้ไฟล์ (ตั้งใจ)</a:t>
            </a:r>
          </a:p>
        </p:txBody>
      </p:sp>
    </p:spTree>
    <p:extLst>
      <p:ext uri="{BB962C8B-B14F-4D97-AF65-F5344CB8AC3E}">
        <p14:creationId xmlns:p14="http://schemas.microsoft.com/office/powerpoint/2010/main" val="1285099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ตามไม่ทัน? Catch-up ทีละ Workshop</a:t>
            </a:r>
          </a:p>
        </p:txBody>
      </p:sp>
      <p:sp>
        <p:nvSpPr>
          <p:cNvPr id="105" name="Shape 105"/>
          <p:cNvSpPr/>
          <p:nvPr/>
        </p:nvSpPr>
        <p:spPr>
          <a:xfrm>
            <a:off x="841248" y="1600200"/>
            <a:ext cx="2404872" cy="457200"/>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400" b="1" i="0" dirty="0">
                <a:solidFill>
                  <a:srgbClr val="FFFFFF"/>
                </a:solidFill>
              </a:rPr>
              <a:t>คำสั่ง (ราก repo)</a:t>
            </a:r>
          </a:p>
        </p:txBody>
      </p:sp>
      <p:sp>
        <p:nvSpPr>
          <p:cNvPr id="106" name="Shape 106"/>
          <p:cNvSpPr/>
          <p:nvPr/>
        </p:nvSpPr>
        <p:spPr>
          <a:xfrm>
            <a:off x="3291840" y="1600200"/>
            <a:ext cx="4206240" cy="457200"/>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400" b="1" i="0" dirty="0">
                <a:solidFill>
                  <a:srgbClr val="FFFFFF"/>
                </a:solidFill>
              </a:rPr>
              <a:t>คัดลอกอะไรเข้า sandbox/sales-insight</a:t>
            </a:r>
          </a:p>
        </p:txBody>
      </p:sp>
      <p:sp>
        <p:nvSpPr>
          <p:cNvPr id="107" name="Shape 107"/>
          <p:cNvSpPr/>
          <p:nvPr/>
        </p:nvSpPr>
        <p:spPr>
          <a:xfrm>
            <a:off x="7543800" y="1600200"/>
            <a:ext cx="3813048" cy="457200"/>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400" b="1" i="0" dirty="0">
                <a:solidFill>
                  <a:srgbClr val="FFFFFF"/>
                </a:solidFill>
              </a:rPr>
              <a:t>ใช้เมื่อ</a:t>
            </a:r>
          </a:p>
        </p:txBody>
      </p:sp>
      <p:sp>
        <p:nvSpPr>
          <p:cNvPr id="108" name="Shape 108"/>
          <p:cNvSpPr/>
          <p:nvPr/>
        </p:nvSpPr>
        <p:spPr>
          <a:xfrm>
            <a:off x="841248" y="2103120"/>
            <a:ext cx="2404872"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300" b="0" i="0" dirty="0">
                <a:solidFill>
                  <a:srgbClr val="005CFF"/>
                </a:solidFill>
                <a:latin typeface="Consolas"/>
                <a:cs typeface="Consolas"/>
              </a:rPr>
              <a:t>catch-up.js w1</a:t>
            </a:r>
          </a:p>
        </p:txBody>
      </p:sp>
      <p:sp>
        <p:nvSpPr>
          <p:cNvPr id="109" name="Shape 109"/>
          <p:cNvSpPr/>
          <p:nvPr/>
        </p:nvSpPr>
        <p:spPr>
          <a:xfrm>
            <a:off x="3291840" y="2103120"/>
            <a:ext cx="420624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100" b="0" i="0" dirty="0">
                <a:solidFill>
                  <a:srgbClr val="0D1B2A"/>
                </a:solidFill>
                <a:latin typeface="Consolas"/>
                <a:cs typeface="Consolas"/>
              </a:rPr>
              <a:t>docs/EXPLORATION-REPORT.md</a:t>
            </a:r>
          </a:p>
        </p:txBody>
      </p:sp>
      <p:sp>
        <p:nvSpPr>
          <p:cNvPr id="110" name="Shape 110"/>
          <p:cNvSpPr/>
          <p:nvPr/>
        </p:nvSpPr>
        <p:spPr>
          <a:xfrm>
            <a:off x="7543800" y="2103120"/>
            <a:ext cx="3813048"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ก่อนเริ่ม Workshop 2</a:t>
            </a:r>
          </a:p>
        </p:txBody>
      </p:sp>
      <p:sp>
        <p:nvSpPr>
          <p:cNvPr id="111" name="Shape 111"/>
          <p:cNvSpPr/>
          <p:nvPr/>
        </p:nvSpPr>
        <p:spPr>
          <a:xfrm>
            <a:off x="841248" y="2651760"/>
            <a:ext cx="2404872"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300" b="0" i="0" dirty="0">
                <a:solidFill>
                  <a:srgbClr val="005CFF"/>
                </a:solidFill>
                <a:latin typeface="Consolas"/>
                <a:cs typeface="Consolas"/>
              </a:rPr>
              <a:t>catch-up.js w2</a:t>
            </a:r>
          </a:p>
        </p:txBody>
      </p:sp>
      <p:sp>
        <p:nvSpPr>
          <p:cNvPr id="112" name="Shape 112"/>
          <p:cNvSpPr/>
          <p:nvPr/>
        </p:nvSpPr>
        <p:spPr>
          <a:xfrm>
            <a:off x="3291840" y="2651760"/>
            <a:ext cx="420624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100" b="0" i="0" dirty="0">
                <a:solidFill>
                  <a:srgbClr val="0D1B2A"/>
                </a:solidFill>
                <a:latin typeface="Consolas"/>
                <a:cs typeface="Consolas"/>
              </a:rPr>
              <a:t>.claude/agents/data-researcher.md</a:t>
            </a:r>
          </a:p>
        </p:txBody>
      </p:sp>
      <p:sp>
        <p:nvSpPr>
          <p:cNvPr id="113" name="Shape 113"/>
          <p:cNvSpPr/>
          <p:nvPr/>
        </p:nvSpPr>
        <p:spPr>
          <a:xfrm>
            <a:off x="7543800" y="2651760"/>
            <a:ext cx="3813048"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ก่อน Module 5–6</a:t>
            </a:r>
          </a:p>
        </p:txBody>
      </p:sp>
      <p:sp>
        <p:nvSpPr>
          <p:cNvPr id="114" name="Shape 114"/>
          <p:cNvSpPr/>
          <p:nvPr/>
        </p:nvSpPr>
        <p:spPr>
          <a:xfrm>
            <a:off x="841248" y="3200400"/>
            <a:ext cx="2404872"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300" b="0" i="0" dirty="0">
                <a:solidFill>
                  <a:srgbClr val="005CFF"/>
                </a:solidFill>
                <a:latin typeface="Consolas"/>
                <a:cs typeface="Consolas"/>
              </a:rPr>
              <a:t>catch-up.js w3</a:t>
            </a:r>
          </a:p>
        </p:txBody>
      </p:sp>
      <p:sp>
        <p:nvSpPr>
          <p:cNvPr id="115" name="Shape 115"/>
          <p:cNvSpPr/>
          <p:nvPr/>
        </p:nvSpPr>
        <p:spPr>
          <a:xfrm>
            <a:off x="3291840" y="3200400"/>
            <a:ext cx="420624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100" b="0" i="0" dirty="0">
                <a:solidFill>
                  <a:srgbClr val="0D1B2A"/>
                </a:solidFill>
                <a:latin typeface="Consolas"/>
                <a:cs typeface="Consolas"/>
              </a:rPr>
              <a:t>mcp/sales-server.js</a:t>
            </a:r>
          </a:p>
        </p:txBody>
      </p:sp>
      <p:sp>
        <p:nvSpPr>
          <p:cNvPr id="116" name="Shape 116"/>
          <p:cNvSpPr/>
          <p:nvPr/>
        </p:nvSpPr>
        <p:spPr>
          <a:xfrm>
            <a:off x="7543800" y="3200400"/>
            <a:ext cx="3813048"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ก่อน Workshop 4</a:t>
            </a:r>
          </a:p>
        </p:txBody>
      </p:sp>
      <p:sp>
        <p:nvSpPr>
          <p:cNvPr id="117" name="Shape 117"/>
          <p:cNvSpPr/>
          <p:nvPr/>
        </p:nvSpPr>
        <p:spPr>
          <a:xfrm>
            <a:off x="841248" y="3749039"/>
            <a:ext cx="2404872"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300" b="0" i="0" dirty="0">
                <a:solidFill>
                  <a:srgbClr val="0D1B2A"/>
                </a:solidFill>
                <a:latin typeface="Consolas"/>
                <a:cs typeface="Consolas"/>
              </a:rPr>
              <a:t>catch-up.js w4</a:t>
            </a:r>
          </a:p>
        </p:txBody>
      </p:sp>
      <p:sp>
        <p:nvSpPr>
          <p:cNvPr id="118" name="Shape 118"/>
          <p:cNvSpPr/>
          <p:nvPr/>
        </p:nvSpPr>
        <p:spPr>
          <a:xfrm>
            <a:off x="3291840" y="3749039"/>
            <a:ext cx="4206240"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00" b="0" i="0" dirty="0">
                <a:solidFill>
                  <a:srgbClr val="0D1B2A"/>
                </a:solidFill>
                <a:latin typeface="Consolas"/>
                <a:cs typeface="Consolas"/>
              </a:rPr>
              <a:t>docs/DESIGN.md · scripts/clean-sales.js · docs/REVIEW.md</a:t>
            </a:r>
          </a:p>
        </p:txBody>
      </p:sp>
      <p:sp>
        <p:nvSpPr>
          <p:cNvPr id="119" name="Shape 119"/>
          <p:cNvSpPr/>
          <p:nvPr/>
        </p:nvSpPr>
        <p:spPr>
          <a:xfrm>
            <a:off x="7543800" y="3749039"/>
            <a:ext cx="3813048"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ก่อน Module 8–9</a:t>
            </a:r>
          </a:p>
        </p:txBody>
      </p:sp>
      <p:sp>
        <p:nvSpPr>
          <p:cNvPr id="120" name="Shape 120"/>
          <p:cNvSpPr/>
          <p:nvPr/>
        </p:nvSpPr>
        <p:spPr>
          <a:xfrm>
            <a:off x="841248" y="4297679"/>
            <a:ext cx="2404872"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300" b="0" i="0" dirty="0">
                <a:solidFill>
                  <a:srgbClr val="005CFF"/>
                </a:solidFill>
                <a:latin typeface="Consolas"/>
                <a:cs typeface="Consolas"/>
              </a:rPr>
              <a:t>catch-up.js w5</a:t>
            </a:r>
          </a:p>
        </p:txBody>
      </p:sp>
      <p:sp>
        <p:nvSpPr>
          <p:cNvPr id="121" name="Shape 121"/>
          <p:cNvSpPr/>
          <p:nvPr/>
        </p:nvSpPr>
        <p:spPr>
          <a:xfrm>
            <a:off x="3291840" y="4297679"/>
            <a:ext cx="4206240" cy="512064"/>
          </a:xfrm>
          <a:prstGeom prst="rect">
            <a:avLst/>
          </a:prstGeom>
          <a:solidFill>
            <a:srgbClr val="EAF2FF"/>
          </a:solidFill>
          <a:ln w="12700">
            <a:solidFill>
              <a:srgbClr val="DCE6F5"/>
            </a:solidFill>
          </a:ln>
        </p:spPr>
        <p:txBody>
          <a:bodyPr wrap="square" lIns="137160" tIns="73152" rIns="137160" bIns="73152" anchor="ctr">
            <a:normAutofit fontScale="92500"/>
          </a:bodyPr>
          <a:lstStyle/>
          <a:p>
            <a:pPr marL="0" indent="0" algn="l">
              <a:spcBef>
                <a:spcPts val="0"/>
              </a:spcBef>
              <a:buNone/>
            </a:pPr>
            <a:r>
              <a:rPr lang="th-TH" sz="1100" b="0" i="0" dirty="0">
                <a:solidFill>
                  <a:srgbClr val="0D1B2A"/>
                </a:solidFill>
                <a:latin typeface="Consolas"/>
                <a:cs typeface="Consolas"/>
              </a:rPr>
              <a:t>hooks · settings.json · cost-gate.js · sales.csv ที่สะอาด</a:t>
            </a:r>
          </a:p>
        </p:txBody>
      </p:sp>
      <p:sp>
        <p:nvSpPr>
          <p:cNvPr id="122" name="Shape 122"/>
          <p:cNvSpPr/>
          <p:nvPr/>
        </p:nvSpPr>
        <p:spPr>
          <a:xfrm>
            <a:off x="7543800" y="4297679"/>
            <a:ext cx="3813048"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ก่อน Capstone</a:t>
            </a:r>
          </a:p>
        </p:txBody>
      </p:sp>
      <p:sp>
        <p:nvSpPr>
          <p:cNvPr id="123" name="Shape 123"/>
          <p:cNvSpPr/>
          <p:nvPr/>
        </p:nvSpPr>
        <p:spPr>
          <a:xfrm>
            <a:off x="841248" y="4846320"/>
            <a:ext cx="2404872"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300" b="0" i="0" dirty="0">
                <a:solidFill>
                  <a:srgbClr val="005CFF"/>
                </a:solidFill>
                <a:latin typeface="Consolas"/>
                <a:cs typeface="Consolas"/>
              </a:rPr>
              <a:t>catch-up.js w6</a:t>
            </a:r>
          </a:p>
        </p:txBody>
      </p:sp>
      <p:sp>
        <p:nvSpPr>
          <p:cNvPr id="124" name="Shape 124"/>
          <p:cNvSpPr/>
          <p:nvPr/>
        </p:nvSpPr>
        <p:spPr>
          <a:xfrm>
            <a:off x="3291840" y="4846320"/>
            <a:ext cx="4206240" cy="512064"/>
          </a:xfrm>
          <a:prstGeom prst="rect">
            <a:avLst/>
          </a:prstGeom>
          <a:solidFill>
            <a:srgbClr val="EAF2FF"/>
          </a:solidFill>
          <a:ln w="12700">
            <a:solidFill>
              <a:srgbClr val="DCE6F5"/>
            </a:solidFill>
          </a:ln>
        </p:spPr>
        <p:txBody>
          <a:bodyPr wrap="square" lIns="137160" tIns="73152" rIns="137160" bIns="73152" anchor="ctr">
            <a:normAutofit lnSpcReduction="10000"/>
          </a:bodyPr>
          <a:lstStyle/>
          <a:p>
            <a:pPr marL="0" indent="0" algn="l">
              <a:spcBef>
                <a:spcPts val="0"/>
              </a:spcBef>
              <a:buNone/>
            </a:pPr>
            <a:r>
              <a:rPr lang="th-TH" sz="1100" b="0" i="0" dirty="0">
                <a:solidFill>
                  <a:srgbClr val="0D1B2A"/>
                </a:solidFill>
                <a:latin typeface="Consolas"/>
                <a:cs typeface="Consolas"/>
              </a:rPr>
              <a:t>ทีม 5 บทบาท · PRODUCT-SPEC · EXECUTIVE-SUMMARY · vercel.json</a:t>
            </a:r>
          </a:p>
        </p:txBody>
      </p:sp>
      <p:sp>
        <p:nvSpPr>
          <p:cNvPr id="125" name="Shape 125"/>
          <p:cNvSpPr/>
          <p:nvPr/>
        </p:nvSpPr>
        <p:spPr>
          <a:xfrm>
            <a:off x="7543800" y="4846320"/>
            <a:ext cx="3813048"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ก่อน Module 11</a:t>
            </a:r>
          </a:p>
        </p:txBody>
      </p:sp>
      <p:sp>
        <p:nvSpPr>
          <p:cNvPr id="126" name="Shape 126"/>
          <p:cNvSpPr/>
          <p:nvPr/>
        </p:nvSpPr>
        <p:spPr>
          <a:xfrm>
            <a:off x="841248" y="5394959"/>
            <a:ext cx="2404872"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300" b="0" i="0" dirty="0">
                <a:solidFill>
                  <a:srgbClr val="0D1B2A"/>
                </a:solidFill>
                <a:latin typeface="Consolas"/>
                <a:cs typeface="Consolas"/>
              </a:rPr>
              <a:t>check-solutions.mjs</a:t>
            </a:r>
          </a:p>
        </p:txBody>
      </p:sp>
      <p:sp>
        <p:nvSpPr>
          <p:cNvPr id="127" name="Shape 127"/>
          <p:cNvSpPr/>
          <p:nvPr/>
        </p:nvSpPr>
        <p:spPr>
          <a:xfrm>
            <a:off x="3291840" y="5394959"/>
            <a:ext cx="4206240"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00" b="0" i="0" dirty="0">
                <a:solidFill>
                  <a:srgbClr val="0D1B2A"/>
                </a:solidFill>
                <a:latin typeface="Consolas"/>
                <a:cs typeface="Consolas"/>
              </a:rPr>
              <a:t>ไม่คัดลอก — ตรวจคำตอบ w1–w6 ทั้งชุด</a:t>
            </a:r>
          </a:p>
        </p:txBody>
      </p:sp>
      <p:sp>
        <p:nvSpPr>
          <p:cNvPr id="128" name="Shape 128"/>
          <p:cNvSpPr/>
          <p:nvPr/>
        </p:nvSpPr>
        <p:spPr>
          <a:xfrm>
            <a:off x="7543800" y="5394959"/>
            <a:ext cx="3813048"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ผู้สอนตรวจก่อนคลาส</a:t>
            </a:r>
          </a:p>
        </p:txBody>
      </p:sp>
      <p:sp>
        <p:nvSpPr>
          <p:cNvPr id="129" name="Shape 129"/>
          <p:cNvSpPr/>
          <p:nvPr/>
        </p:nvSpPr>
        <p:spPr>
          <a:xfrm>
            <a:off x="841248" y="6062472"/>
            <a:ext cx="10515600" cy="274320"/>
          </a:xfrm>
          <a:prstGeom prst="rect">
            <a:avLst/>
          </a:prstGeom>
          <a:noFill/>
          <a:ln>
            <a:noFill/>
          </a:ln>
        </p:spPr>
        <p:txBody>
          <a:bodyPr wrap="square" lIns="0" tIns="0" rIns="0" bIns="0" anchor="t">
            <a:normAutofit/>
          </a:bodyPr>
          <a:lstStyle/>
          <a:p>
            <a:pPr marL="0" indent="0" algn="l">
              <a:spcBef>
                <a:spcPts val="0"/>
              </a:spcBef>
              <a:buNone/>
            </a:pPr>
            <a:r>
              <a:rPr lang="th-TH" sz="1100" b="0" i="0" dirty="0">
                <a:solidFill>
                  <a:srgbClr val="4C5B6B"/>
                </a:solidFill>
              </a:rPr>
              <a:t>เรียกด้วย node scripts/... แล้วอ่าน SOLUTION.md ในโฟลเดอร์ solutions/wN · w5 และ w6 เขียนทับ data/sales.csv ด้วยไฟล์ที่สะอาดแล้ว</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Workspace, Config JSON และ Feature Flags</a:t>
            </a:r>
          </a:p>
        </p:txBody>
      </p:sp>
      <p:sp>
        <p:nvSpPr>
          <p:cNvPr id="3" name="Content Placeholder 2"/>
          <p:cNvSpPr>
            <a:spLocks noGrp="1"/>
          </p:cNvSpPr>
          <p:nvPr>
            <p:ph sz="quarter" idx="12"/>
          </p:nvPr>
        </p:nvSpPr>
        <p:spPr/>
        <p:txBody>
          <a:bodyPr>
            <a:normAutofit/>
          </a:bodyPr>
          <a:lstStyle/>
          <a:p>
            <a:pPr marL="0" indent="0" algn="l">
              <a:spcBef>
                <a:spcPts val="0"/>
              </a:spcBef>
              <a:buNone/>
            </a:pPr>
            <a:r>
              <a:rPr lang="th-TH" sz="1800" b="1" i="0" dirty="0">
                <a:solidFill>
                  <a:srgbClr val="005CFF"/>
                </a:solidFill>
              </a:rPr>
              <a:t>ตั้งค่าที่ใช้ใน Module ถัดไป</a:t>
            </a:r>
          </a:p>
          <a:p>
            <a:pPr marL="285750" indent="-285750" algn="l">
              <a:spcBef>
                <a:spcPts val="700"/>
              </a:spcBef>
              <a:buFont typeface="Arial"/>
              <a:buChar char="•"/>
            </a:pPr>
            <a:r>
              <a:rPr lang="th-TH" sz="1450" b="0" i="0" dirty="0">
                <a:solidFill>
                  <a:srgbClr val="0D1B2A"/>
                </a:solidFill>
                <a:latin typeface="Consolas"/>
                <a:cs typeface="Consolas"/>
              </a:rPr>
              <a:t>~/.claude/settings.json</a:t>
            </a:r>
          </a:p>
          <a:p>
            <a:pPr marL="285750" indent="0" algn="l">
              <a:spcBef>
                <a:spcPts val="100"/>
              </a:spcBef>
              <a:buNone/>
            </a:pPr>
            <a:r>
              <a:rPr lang="th-TH" sz="1550" b="0" i="0" dirty="0">
                <a:solidFill>
                  <a:srgbClr val="4C5B6B"/>
                </a:solidFill>
              </a:rPr>
              <a:t>ตั้งค่าผู้ใช้รายเครื่อง · settings.local.json ไม่เข้า git</a:t>
            </a:r>
          </a:p>
          <a:p>
            <a:pPr marL="285750" indent="-285750" algn="l">
              <a:spcBef>
                <a:spcPts val="700"/>
              </a:spcBef>
              <a:buFont typeface="Arial"/>
              <a:buChar char="•"/>
            </a:pPr>
            <a:r>
              <a:rPr lang="th-TH" sz="1450" b="0" i="0" dirty="0">
                <a:solidFill>
                  <a:srgbClr val="0D1B2A"/>
                </a:solidFill>
                <a:latin typeface="Consolas"/>
                <a:cs typeface="Consolas"/>
              </a:rPr>
              <a:t>PORT</a:t>
            </a:r>
          </a:p>
          <a:p>
            <a:pPr marL="285750" indent="0" algn="l">
              <a:spcBef>
                <a:spcPts val="100"/>
              </a:spcBef>
              <a:buNone/>
            </a:pPr>
            <a:r>
              <a:rPr lang="th-TH" sz="1550" b="0" i="0" dirty="0">
                <a:solidFill>
                  <a:srgbClr val="4C5B6B"/>
                </a:solidFill>
              </a:rPr>
              <a:t>พอร์ตของ server.js และ quality gate (ค่าเริ่มต้น 3000)</a:t>
            </a:r>
          </a:p>
          <a:p>
            <a:pPr marL="285750" indent="-285750" algn="l">
              <a:spcBef>
                <a:spcPts val="700"/>
              </a:spcBef>
              <a:buFont typeface="Arial"/>
              <a:buChar char="•"/>
            </a:pPr>
            <a:r>
              <a:rPr lang="th-TH" sz="1450" b="0" i="0" dirty="0">
                <a:solidFill>
                  <a:srgbClr val="0D1B2A"/>
                </a:solidFill>
                <a:latin typeface="Consolas"/>
                <a:cs typeface="Consolas"/>
              </a:rPr>
              <a:t>CLAUDE_CODE_MAX_CONCURRENT_SUBAGENTS</a:t>
            </a:r>
          </a:p>
          <a:p>
            <a:pPr marL="285750" indent="0" algn="l">
              <a:spcBef>
                <a:spcPts val="100"/>
              </a:spcBef>
              <a:buNone/>
            </a:pPr>
            <a:r>
              <a:rPr lang="th-TH" sz="1550" b="0" i="0" dirty="0">
                <a:solidFill>
                  <a:srgbClr val="4C5B6B"/>
                </a:solidFill>
              </a:rPr>
              <a:t>จำนวนเอเจนต์ย่อยพร้อมกันสูงสุด · ว่าง = ค่าเริ่มต้น</a:t>
            </a:r>
          </a:p>
          <a:p>
            <a:pPr marL="285750" indent="-285750" algn="l">
              <a:spcBef>
                <a:spcPts val="700"/>
              </a:spcBef>
              <a:buFont typeface="Arial"/>
              <a:buChar char="•"/>
            </a:pPr>
            <a:r>
              <a:rPr lang="th-TH" sz="1450" b="0" i="0" dirty="0">
                <a:solidFill>
                  <a:srgbClr val="0D1B2A"/>
                </a:solidFill>
                <a:latin typeface="Consolas"/>
                <a:cs typeface="Consolas"/>
              </a:rPr>
              <a:t>CLAUDE_CODE_EXPERIMENTAL_AGENT_TEAMS=1</a:t>
            </a:r>
          </a:p>
          <a:p>
            <a:pPr marL="285750" indent="0" algn="l">
              <a:spcBef>
                <a:spcPts val="100"/>
              </a:spcBef>
              <a:buNone/>
            </a:pPr>
            <a:r>
              <a:rPr lang="th-TH" sz="1550" b="0" i="0" dirty="0">
                <a:solidFill>
                  <a:srgbClr val="4C5B6B"/>
                </a:solidFill>
              </a:rPr>
              <a:t>เฉพาะตอนผู้สอนสาธิตทีม</a:t>
            </a:r>
          </a:p>
          <a:p>
            <a:pPr marL="0" indent="0" algn="l">
              <a:spcBef>
                <a:spcPts val="1200"/>
              </a:spcBef>
              <a:buNone/>
            </a:pPr>
            <a:r>
              <a:rPr lang="th-TH" sz="1800" b="1" i="0" dirty="0">
                <a:solidFill>
                  <a:srgbClr val="005CFF"/>
                </a:solidFill>
              </a:rPr>
              <a:t>Workspace = sandbox/sales-insight</a:t>
            </a:r>
          </a:p>
          <a:p>
            <a:pPr marL="0" indent="0" algn="l">
              <a:spcBef>
                <a:spcPts val="300"/>
              </a:spcBef>
              <a:buNone/>
            </a:pPr>
            <a:r>
              <a:rPr lang="th-TH" sz="1350" b="0" i="0" dirty="0">
                <a:solidFill>
                  <a:srgbClr val="0D1B2A"/>
                </a:solidFill>
                <a:latin typeface="Consolas"/>
                <a:cs typeface="Consolas"/>
              </a:rPr>
              <a:t>data/ lib/ mcp/ scripts/ web/ server.js CLAUDE.md</a:t>
            </a:r>
          </a:p>
          <a:p>
            <a:pPr marL="0" indent="0" algn="l">
              <a:spcBef>
                <a:spcPts val="200"/>
              </a:spcBef>
              <a:buNone/>
            </a:pPr>
            <a:r>
              <a:rPr lang="th-TH" sz="1450" b="0" i="0" dirty="0">
                <a:solidFill>
                  <a:srgbClr val="4C5B6B"/>
                </a:solidFill>
              </a:rPr>
              <a:t>เปิด claude จากโฟลเดอร์แอปเท่านั้น · Windows ใช้ PowerShell</a:t>
            </a:r>
          </a:p>
        </p:txBody>
      </p:sp>
      <p:pic>
        <p:nvPicPr>
          <p:cNvPr id="8" name="Picture Placeholder 7">
            <a:extLst>
              <a:ext uri="{FF2B5EF4-FFF2-40B4-BE49-F238E27FC236}">
                <a16:creationId xmlns:a16="http://schemas.microsoft.com/office/drawing/2014/main" id="{8A41B612-12A1-0042-EBFE-F1DDE956B981}"/>
              </a:ext>
            </a:extLst>
          </p:cNvPr>
          <p:cNvPicPr>
            <a:picLocks noGrp="1" noChangeAspect="1"/>
          </p:cNvPicPr>
          <p:nvPr>
            <p:ph type="pic" sz="quarter" idx="13"/>
          </p:nvPr>
        </p:nvPicPr>
        <p:blipFill>
          <a:blip r:embed="rId3"/>
          <a:srcRect l="3220" r="3220"/>
          <a:stretch/>
        </p:blipFill>
        <p:spPr>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h-TH" dirty="0"/>
              <a:t>Module 3 · Swarm Pattern</a:t>
            </a:r>
          </a:p>
        </p:txBody>
      </p:sp>
      <p:sp>
        <p:nvSpPr>
          <p:cNvPr id="3" name="Text Placeholder 2"/>
          <p:cNvSpPr>
            <a:spLocks noGrp="1"/>
          </p:cNvSpPr>
          <p:nvPr>
            <p:ph type="body" idx="1"/>
          </p:nvPr>
        </p:nvSpPr>
        <p:spPr/>
        <p:txBody>
          <a:bodyPr>
            <a:normAutofit lnSpcReduction="10000"/>
          </a:bodyPr>
          <a:lstStyle/>
          <a:p>
            <a:r>
              <a:rPr lang="th-TH" dirty="0"/>
              <a:t>Parallel Execution: สั่งงาน Subagents หลายตัวขนานกันจาก Prompt เดียว</a:t>
            </a:r>
          </a:p>
        </p:txBody>
      </p:sp>
      <p:sp>
        <p:nvSpPr>
          <p:cNvPr id="5" name="Text Placeholder 4"/>
          <p:cNvSpPr>
            <a:spLocks noGrp="1"/>
          </p:cNvSpPr>
          <p:nvPr>
            <p:ph type="body" idx="14"/>
          </p:nvPr>
        </p:nvSpPr>
        <p:spPr/>
        <p:txBody>
          <a:bodyPr/>
          <a:lstStyle/>
          <a:p>
            <a:r>
              <a:rPr lang="th-TH" dirty="0"/>
              <a:t>วันที่ 1 · เช้า · ⏱ ~60 นาที · Workshop 1</a:t>
            </a:r>
          </a:p>
        </p:txBody>
      </p:sp>
      <p:pic>
        <p:nvPicPr>
          <p:cNvPr id="9" name="Picture Placeholder 8">
            <a:extLst>
              <a:ext uri="{FF2B5EF4-FFF2-40B4-BE49-F238E27FC236}">
                <a16:creationId xmlns:a16="http://schemas.microsoft.com/office/drawing/2014/main" id="{12C11CB3-3B50-831F-553D-64EE75719029}"/>
              </a:ext>
            </a:extLst>
          </p:cNvPr>
          <p:cNvPicPr>
            <a:picLocks noGrp="1" noChangeAspect="1"/>
          </p:cNvPicPr>
          <p:nvPr>
            <p:ph type="pic" sz="quarter" idx="13"/>
          </p:nvPr>
        </p:nvPicPr>
        <p:blipFill>
          <a:blip r:embed="rId3"/>
          <a:srcRect l="92" r="92"/>
          <a:stretch/>
        </p:blipFill>
        <p:spPr>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0" y="733916"/>
            <a:ext cx="10248900" cy="688485"/>
          </a:xfrm>
        </p:spPr>
        <p:txBody>
          <a:bodyPr anchor="ctr">
            <a:normAutofit/>
          </a:bodyPr>
          <a:lstStyle/>
          <a:p>
            <a:r>
              <a:rPr lang="th-TH" dirty="0"/>
              <a:t>Built-in Subagents ทำงานใน Isolated Context</a:t>
            </a:r>
          </a:p>
        </p:txBody>
      </p:sp>
      <p:sp>
        <p:nvSpPr>
          <p:cNvPr id="3" name="Content Placeholder 2"/>
          <p:cNvSpPr>
            <a:spLocks noGrp="1"/>
          </p:cNvSpPr>
          <p:nvPr>
            <p:ph sz="quarter" idx="12"/>
          </p:nvPr>
        </p:nvSpPr>
        <p:spPr>
          <a:xfrm>
            <a:off x="838200" y="1549400"/>
            <a:ext cx="5162550" cy="4498975"/>
          </a:xfrm>
        </p:spPr>
        <p:txBody>
          <a:bodyPr>
            <a:normAutofit/>
          </a:bodyPr>
          <a:lstStyle/>
          <a:p>
            <a:pPr marL="0" indent="0" algn="l">
              <a:spcBef>
                <a:spcPts val="0"/>
              </a:spcBef>
              <a:buNone/>
            </a:pPr>
            <a:r>
              <a:rPr lang="th-TH" sz="1950" b="1" i="0" dirty="0">
                <a:solidFill>
                  <a:srgbClr val="005CFF"/>
                </a:solidFill>
              </a:rPr>
              <a:t>Context แยก</a:t>
            </a:r>
          </a:p>
          <a:p>
            <a:pPr marL="0" indent="0" algn="l">
              <a:spcBef>
                <a:spcPts val="150"/>
              </a:spcBef>
              <a:buNone/>
            </a:pPr>
            <a:r>
              <a:rPr lang="th-TH" sz="1650" b="0" i="0" dirty="0">
                <a:solidFill>
                  <a:srgbClr val="0D1B2A"/>
                </a:solidFill>
              </a:rPr>
              <a:t>ไม่เห็นบทสนทนาหลัก ได้เฉพาะโจทย์ที่ Leader เขียนส่งให้</a:t>
            </a:r>
          </a:p>
          <a:p>
            <a:pPr marL="0" indent="0" algn="l">
              <a:spcBef>
                <a:spcPts val="1100"/>
              </a:spcBef>
              <a:buNone/>
            </a:pPr>
            <a:r>
              <a:rPr lang="th-TH" sz="1950" b="1" i="0" dirty="0">
                <a:solidFill>
                  <a:srgbClr val="005CFF"/>
                </a:solidFill>
              </a:rPr>
              <a:t>Tools ของตัวเอง</a:t>
            </a:r>
          </a:p>
          <a:p>
            <a:pPr marL="0" indent="0" algn="l">
              <a:spcBef>
                <a:spcPts val="150"/>
              </a:spcBef>
              <a:buNone/>
            </a:pPr>
            <a:r>
              <a:rPr lang="th-TH" sz="1650" b="0" i="0" dirty="0">
                <a:solidFill>
                  <a:srgbClr val="0D1B2A"/>
                </a:solidFill>
              </a:rPr>
              <a:t>เช่น Explore อ่านได้อย่างเดียว</a:t>
            </a:r>
          </a:p>
          <a:p>
            <a:pPr marL="0" indent="0" algn="l">
              <a:spcBef>
                <a:spcPts val="1100"/>
              </a:spcBef>
              <a:buNone/>
            </a:pPr>
            <a:r>
              <a:rPr lang="th-TH" sz="1950" b="1" i="0" dirty="0">
                <a:solidFill>
                  <a:srgbClr val="005CFF"/>
                </a:solidFill>
              </a:rPr>
              <a:t>ขอบเขตชัดเจน</a:t>
            </a:r>
          </a:p>
          <a:p>
            <a:pPr marL="0" indent="0" algn="l">
              <a:spcBef>
                <a:spcPts val="150"/>
              </a:spcBef>
              <a:buNone/>
            </a:pPr>
            <a:r>
              <a:rPr lang="th-TH" sz="1650" b="0" i="0" dirty="0">
                <a:solidFill>
                  <a:srgbClr val="0D1B2A"/>
                </a:solidFill>
              </a:rPr>
              <a:t>ทำจบแล้ว “สรุปผล” กลับมาเท่านั้น</a:t>
            </a:r>
          </a:p>
        </p:txBody>
      </p:sp>
      <p:sp>
        <p:nvSpPr>
          <p:cNvPr id="16" name="Footer Placeholder 4">
            <a:extLst>
              <a:ext uri="{FF2B5EF4-FFF2-40B4-BE49-F238E27FC236}">
                <a16:creationId xmlns:a16="http://schemas.microsoft.com/office/drawing/2014/main" id="{5084F689-CE1A-7A82-DE91-BA4954F5917B}"/>
              </a:ext>
            </a:extLst>
          </p:cNvPr>
          <p:cNvSpPr>
            <a:spLocks noGrp="1"/>
          </p:cNvSpPr>
          <p:nvPr>
            <p:ph type="ftr" sz="quarter" idx="3"/>
          </p:nvPr>
        </p:nvSpPr>
        <p:spPr>
          <a:xfrm>
            <a:off x="838202" y="6174245"/>
            <a:ext cx="4389253" cy="365125"/>
          </a:xfrm>
        </p:spPr>
        <p:txBody>
          <a:bodyPr/>
          <a:lstStyle/>
          <a:p>
            <a:pPr>
              <a:spcAft>
                <a:spcPts val="600"/>
              </a:spcAft>
            </a:pPr>
            <a:r>
              <a:rPr lang="en-US"/>
              <a:t>Copyright © 2026 9Expert Co., Ltd. All rights reserved.</a:t>
            </a:r>
            <a:endParaRPr lang="en-TH"/>
          </a:p>
        </p:txBody>
      </p:sp>
      <p:sp>
        <p:nvSpPr>
          <p:cNvPr id="17" name="Slide Number Placeholder 5">
            <a:extLst>
              <a:ext uri="{FF2B5EF4-FFF2-40B4-BE49-F238E27FC236}">
                <a16:creationId xmlns:a16="http://schemas.microsoft.com/office/drawing/2014/main" id="{675A9D21-E63D-CE5C-BEED-B0EB36647853}"/>
              </a:ext>
            </a:extLst>
          </p:cNvPr>
          <p:cNvSpPr>
            <a:spLocks noGrp="1"/>
          </p:cNvSpPr>
          <p:nvPr>
            <p:ph type="sldNum" sz="quarter" idx="4"/>
          </p:nvPr>
        </p:nvSpPr>
        <p:spPr>
          <a:xfrm>
            <a:off x="10182228" y="6167120"/>
            <a:ext cx="1171575" cy="365125"/>
          </a:xfrm>
        </p:spPr>
        <p:txBody>
          <a:bodyPr/>
          <a:lstStyle/>
          <a:p>
            <a:pPr>
              <a:spcAft>
                <a:spcPts val="600"/>
              </a:spcAft>
            </a:pPr>
            <a:fld id="{7B973119-0BF9-7444-941C-BCE2AFE6BE2E}" type="slidenum">
              <a:rPr lang="en-TH" smtClean="0"/>
              <a:t>23</a:t>
            </a:fld>
            <a:endParaRPr lang="en-TH"/>
          </a:p>
        </p:txBody>
      </p:sp>
      <p:sp>
        <p:nvSpPr>
          <p:cNvPr id="118" name="Shape 118"/>
          <p:cNvSpPr/>
          <p:nvPr/>
        </p:nvSpPr>
        <p:spPr>
          <a:xfrm>
            <a:off x="6309360" y="1645920"/>
            <a:ext cx="5029200" cy="914400"/>
          </a:xfrm>
          <a:prstGeom prst="roundRect">
            <a:avLst>
              <a:gd name="adj" fmla="val 12000"/>
            </a:avLst>
          </a:prstGeom>
          <a:solidFill>
            <a:srgbClr val="0D1B2A"/>
          </a:solidFill>
          <a:ln>
            <a:noFill/>
          </a:ln>
        </p:spPr>
        <p:txBody>
          <a:bodyPr wrap="square" lIns="109728" tIns="73152" rIns="109728" bIns="73152" anchor="ctr">
            <a:normAutofit/>
          </a:bodyPr>
          <a:lstStyle/>
          <a:p>
            <a:pPr marL="0" indent="0" algn="ctr">
              <a:spcBef>
                <a:spcPts val="0"/>
              </a:spcBef>
              <a:buNone/>
            </a:pPr>
            <a:r>
              <a:rPr lang="th-TH" sz="1600" b="1" i="0" dirty="0">
                <a:solidFill>
                  <a:srgbClr val="FFFFFF"/>
                </a:solidFill>
              </a:rPr>
              <a:t>บทสนทนาหลัก · Leader</a:t>
            </a:r>
          </a:p>
          <a:p>
            <a:pPr marL="0" indent="0" algn="ctr">
              <a:spcBef>
                <a:spcPts val="0"/>
              </a:spcBef>
              <a:buNone/>
            </a:pPr>
            <a:r>
              <a:rPr lang="th-TH" sz="1150" b="0" i="0" dirty="0">
                <a:solidFill>
                  <a:srgbClr val="C9D6E8"/>
                </a:solidFill>
              </a:rPr>
              <a:t>ส่งโจทย์ลง ↓   รับสรุปกลับ ↑</a:t>
            </a:r>
          </a:p>
        </p:txBody>
      </p:sp>
      <p:cxnSp>
        <p:nvCxnSpPr>
          <p:cNvPr id="119" name="Arrow 119"/>
          <p:cNvCxnSpPr/>
          <p:nvPr/>
        </p:nvCxnSpPr>
        <p:spPr>
          <a:xfrm>
            <a:off x="6858000" y="2560320"/>
            <a:ext cx="0" cy="685800"/>
          </a:xfrm>
          <a:prstGeom prst="straightConnector1">
            <a:avLst/>
          </a:prstGeom>
          <a:ln w="19050">
            <a:solidFill>
              <a:srgbClr val="005CFF"/>
            </a:solidFill>
            <a:tailEnd type="triangle" w="med" len="med"/>
          </a:ln>
        </p:spPr>
      </p:cxnSp>
      <p:cxnSp>
        <p:nvCxnSpPr>
          <p:cNvPr id="120" name="Arrow 120"/>
          <p:cNvCxnSpPr/>
          <p:nvPr/>
        </p:nvCxnSpPr>
        <p:spPr>
          <a:xfrm flipV="1">
            <a:off x="7360920" y="2560320"/>
            <a:ext cx="0" cy="685800"/>
          </a:xfrm>
          <a:prstGeom prst="straightConnector1">
            <a:avLst/>
          </a:prstGeom>
          <a:ln w="19050">
            <a:solidFill>
              <a:srgbClr val="12B76A"/>
            </a:solidFill>
            <a:tailEnd type="triangle" w="med" len="med"/>
          </a:ln>
        </p:spPr>
      </p:cxnSp>
      <p:sp>
        <p:nvSpPr>
          <p:cNvPr id="121" name="Shape 121"/>
          <p:cNvSpPr/>
          <p:nvPr/>
        </p:nvSpPr>
        <p:spPr>
          <a:xfrm>
            <a:off x="6309360" y="3291840"/>
            <a:ext cx="1600200" cy="2286000"/>
          </a:xfrm>
          <a:prstGeom prst="roundRect">
            <a:avLst>
              <a:gd name="adj" fmla="val 10000"/>
            </a:avLst>
          </a:prstGeom>
          <a:solidFill>
            <a:srgbClr val="F3F7FD"/>
          </a:solidFill>
          <a:ln w="12700">
            <a:solidFill>
              <a:srgbClr val="2486FF"/>
            </a:solidFill>
            <a:prstDash val="dash"/>
          </a:ln>
        </p:spPr>
        <p:txBody>
          <a:bodyPr wrap="square" lIns="91440" tIns="73152" rIns="91440" bIns="73152" anchor="t">
            <a:normAutofit/>
          </a:bodyPr>
          <a:lstStyle/>
          <a:p>
            <a:pPr marL="0" indent="0" algn="ctr">
              <a:spcBef>
                <a:spcPts val="0"/>
              </a:spcBef>
              <a:buNone/>
            </a:pPr>
            <a:r>
              <a:rPr lang="th-TH" sz="1400" b="1" i="0" dirty="0">
                <a:solidFill>
                  <a:srgbClr val="005CFF"/>
                </a:solidFill>
              </a:rPr>
              <a:t>Explore</a:t>
            </a:r>
          </a:p>
          <a:p>
            <a:pPr marL="0" indent="0" algn="ctr">
              <a:spcBef>
                <a:spcPts val="150"/>
              </a:spcBef>
              <a:buNone/>
            </a:pPr>
            <a:r>
              <a:rPr lang="th-TH" sz="1000" b="0" i="1" dirty="0">
                <a:solidFill>
                  <a:srgbClr val="4C5B6B"/>
                </a:solidFill>
              </a:rPr>
              <a:t>isolated context</a:t>
            </a:r>
          </a:p>
          <a:p>
            <a:pPr marL="0" indent="0" algn="ctr">
              <a:spcBef>
                <a:spcPts val="400"/>
              </a:spcBef>
              <a:buNone/>
            </a:pPr>
            <a:r>
              <a:rPr lang="th-TH" sz="1150" b="0" i="0" dirty="0">
                <a:solidFill>
                  <a:srgbClr val="0D1B2A"/>
                </a:solidFill>
              </a:rPr>
              <a:t>อ่าน / ค้น / สรุป ห้ามแก้ไข</a:t>
            </a:r>
          </a:p>
        </p:txBody>
      </p:sp>
      <p:cxnSp>
        <p:nvCxnSpPr>
          <p:cNvPr id="122" name="Arrow 122"/>
          <p:cNvCxnSpPr/>
          <p:nvPr/>
        </p:nvCxnSpPr>
        <p:spPr>
          <a:xfrm>
            <a:off x="8567928" y="2560320"/>
            <a:ext cx="0" cy="685800"/>
          </a:xfrm>
          <a:prstGeom prst="straightConnector1">
            <a:avLst/>
          </a:prstGeom>
          <a:ln w="19050">
            <a:solidFill>
              <a:srgbClr val="005CFF"/>
            </a:solidFill>
            <a:tailEnd type="triangle" w="med" len="med"/>
          </a:ln>
        </p:spPr>
      </p:cxnSp>
      <p:cxnSp>
        <p:nvCxnSpPr>
          <p:cNvPr id="123" name="Arrow 123"/>
          <p:cNvCxnSpPr/>
          <p:nvPr/>
        </p:nvCxnSpPr>
        <p:spPr>
          <a:xfrm flipV="1">
            <a:off x="9070848" y="2560320"/>
            <a:ext cx="0" cy="685800"/>
          </a:xfrm>
          <a:prstGeom prst="straightConnector1">
            <a:avLst/>
          </a:prstGeom>
          <a:ln w="19050">
            <a:solidFill>
              <a:srgbClr val="12B76A"/>
            </a:solidFill>
            <a:tailEnd type="triangle" w="med" len="med"/>
          </a:ln>
        </p:spPr>
      </p:cxnSp>
      <p:sp>
        <p:nvSpPr>
          <p:cNvPr id="124" name="Shape 124"/>
          <p:cNvSpPr/>
          <p:nvPr/>
        </p:nvSpPr>
        <p:spPr>
          <a:xfrm>
            <a:off x="8019288" y="3291840"/>
            <a:ext cx="1600200" cy="2286000"/>
          </a:xfrm>
          <a:prstGeom prst="roundRect">
            <a:avLst>
              <a:gd name="adj" fmla="val 10000"/>
            </a:avLst>
          </a:prstGeom>
          <a:solidFill>
            <a:srgbClr val="F3F7FD"/>
          </a:solidFill>
          <a:ln w="12700">
            <a:solidFill>
              <a:srgbClr val="2486FF"/>
            </a:solidFill>
            <a:prstDash val="dash"/>
          </a:ln>
        </p:spPr>
        <p:txBody>
          <a:bodyPr wrap="square" lIns="91440" tIns="73152" rIns="91440" bIns="73152" anchor="t">
            <a:normAutofit/>
          </a:bodyPr>
          <a:lstStyle/>
          <a:p>
            <a:pPr marL="0" indent="0" algn="ctr">
              <a:spcBef>
                <a:spcPts val="0"/>
              </a:spcBef>
              <a:buNone/>
            </a:pPr>
            <a:r>
              <a:rPr lang="th-TH" sz="1400" b="1" i="0" dirty="0">
                <a:solidFill>
                  <a:srgbClr val="005CFF"/>
                </a:solidFill>
              </a:rPr>
              <a:t>Plan</a:t>
            </a:r>
          </a:p>
          <a:p>
            <a:pPr marL="0" indent="0" algn="ctr">
              <a:spcBef>
                <a:spcPts val="150"/>
              </a:spcBef>
              <a:buNone/>
            </a:pPr>
            <a:r>
              <a:rPr lang="th-TH" sz="1000" b="0" i="1" dirty="0">
                <a:solidFill>
                  <a:srgbClr val="4C5B6B"/>
                </a:solidFill>
              </a:rPr>
              <a:t>isolated context</a:t>
            </a:r>
          </a:p>
          <a:p>
            <a:pPr marL="0" indent="0" algn="ctr">
              <a:spcBef>
                <a:spcPts val="400"/>
              </a:spcBef>
              <a:buNone/>
            </a:pPr>
            <a:r>
              <a:rPr lang="th-TH" sz="1150" b="0" i="0" dirty="0">
                <a:solidFill>
                  <a:srgbClr val="0D1B2A"/>
                </a:solidFill>
              </a:rPr>
              <a:t>ค้นคว้าใน Plan Mode ก่อนเสนอแผน</a:t>
            </a:r>
          </a:p>
        </p:txBody>
      </p:sp>
      <p:cxnSp>
        <p:nvCxnSpPr>
          <p:cNvPr id="125" name="Arrow 125"/>
          <p:cNvCxnSpPr/>
          <p:nvPr/>
        </p:nvCxnSpPr>
        <p:spPr>
          <a:xfrm>
            <a:off x="10277856" y="2560320"/>
            <a:ext cx="0" cy="685800"/>
          </a:xfrm>
          <a:prstGeom prst="straightConnector1">
            <a:avLst/>
          </a:prstGeom>
          <a:ln w="19050">
            <a:solidFill>
              <a:srgbClr val="005CFF"/>
            </a:solidFill>
            <a:tailEnd type="triangle" w="med" len="med"/>
          </a:ln>
        </p:spPr>
      </p:cxnSp>
      <p:cxnSp>
        <p:nvCxnSpPr>
          <p:cNvPr id="126" name="Arrow 126"/>
          <p:cNvCxnSpPr/>
          <p:nvPr/>
        </p:nvCxnSpPr>
        <p:spPr>
          <a:xfrm flipV="1">
            <a:off x="10780776" y="2560320"/>
            <a:ext cx="0" cy="685800"/>
          </a:xfrm>
          <a:prstGeom prst="straightConnector1">
            <a:avLst/>
          </a:prstGeom>
          <a:ln w="19050">
            <a:solidFill>
              <a:srgbClr val="12B76A"/>
            </a:solidFill>
            <a:tailEnd type="triangle" w="med" len="med"/>
          </a:ln>
        </p:spPr>
      </p:cxnSp>
      <p:sp>
        <p:nvSpPr>
          <p:cNvPr id="127" name="Shape 127"/>
          <p:cNvSpPr/>
          <p:nvPr/>
        </p:nvSpPr>
        <p:spPr>
          <a:xfrm>
            <a:off x="9729216" y="3291840"/>
            <a:ext cx="1600200" cy="2286000"/>
          </a:xfrm>
          <a:prstGeom prst="roundRect">
            <a:avLst>
              <a:gd name="adj" fmla="val 10000"/>
            </a:avLst>
          </a:prstGeom>
          <a:solidFill>
            <a:srgbClr val="F3F7FD"/>
          </a:solidFill>
          <a:ln w="12700">
            <a:solidFill>
              <a:srgbClr val="2486FF"/>
            </a:solidFill>
            <a:prstDash val="dash"/>
          </a:ln>
        </p:spPr>
        <p:txBody>
          <a:bodyPr wrap="square" lIns="91440" tIns="73152" rIns="91440" bIns="73152" anchor="t">
            <a:normAutofit/>
          </a:bodyPr>
          <a:lstStyle/>
          <a:p>
            <a:pPr marL="0" indent="0" algn="ctr">
              <a:spcBef>
                <a:spcPts val="0"/>
              </a:spcBef>
              <a:buNone/>
            </a:pPr>
            <a:r>
              <a:rPr lang="th-TH" sz="1400" b="1" i="0" dirty="0">
                <a:solidFill>
                  <a:srgbClr val="005CFF"/>
                </a:solidFill>
              </a:rPr>
              <a:t>General-purpose</a:t>
            </a:r>
          </a:p>
          <a:p>
            <a:pPr marL="0" indent="0" algn="ctr">
              <a:spcBef>
                <a:spcPts val="150"/>
              </a:spcBef>
              <a:buNone/>
            </a:pPr>
            <a:r>
              <a:rPr lang="th-TH" sz="1000" b="0" i="1" dirty="0">
                <a:solidFill>
                  <a:srgbClr val="4C5B6B"/>
                </a:solidFill>
              </a:rPr>
              <a:t>isolated context</a:t>
            </a:r>
          </a:p>
          <a:p>
            <a:pPr marL="0" indent="0" algn="ctr">
              <a:spcBef>
                <a:spcPts val="400"/>
              </a:spcBef>
              <a:buNone/>
            </a:pPr>
            <a:r>
              <a:rPr lang="th-TH" sz="1150" b="0" i="0" dirty="0">
                <a:solidFill>
                  <a:srgbClr val="0D1B2A"/>
                </a:solidFill>
              </a:rPr>
              <a:t>ทำได้ทุกอย่าง รวมแก้ไฟล์</a:t>
            </a:r>
          </a:p>
        </p:txBody>
      </p:sp>
      <p:sp>
        <p:nvSpPr>
          <p:cNvPr id="128" name="Shape 128"/>
          <p:cNvSpPr/>
          <p:nvPr/>
        </p:nvSpPr>
        <p:spPr>
          <a:xfrm>
            <a:off x="6309360" y="5669280"/>
            <a:ext cx="5029200" cy="320040"/>
          </a:xfrm>
          <a:prstGeom prst="rect">
            <a:avLst/>
          </a:prstGeom>
          <a:noFill/>
          <a:ln>
            <a:noFill/>
          </a:ln>
        </p:spPr>
        <p:txBody>
          <a:bodyPr wrap="square" lIns="0" tIns="0" rIns="0" bIns="0" anchor="t">
            <a:normAutofit/>
          </a:bodyPr>
          <a:lstStyle/>
          <a:p>
            <a:pPr marL="0" indent="0" algn="ctr">
              <a:spcBef>
                <a:spcPts val="0"/>
              </a:spcBef>
              <a:buNone/>
            </a:pPr>
            <a:r>
              <a:rPr lang="th-TH" sz="1150" b="0" i="0" dirty="0">
                <a:solidFill>
                  <a:srgbClr val="4C5B6B"/>
                </a:solidFill>
              </a:rPr>
              <a:t>Subagent เห็นเฉพาะโจทย์ที่ได้รับ — context หลักไม่บวม</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Leader-first: ส่งโจทย์ระดับสูง ให้ Leader แตกงานเอง</a:t>
            </a:r>
          </a:p>
        </p:txBody>
      </p:sp>
      <p:sp>
        <p:nvSpPr>
          <p:cNvPr id="3" name="Content Placeholder 2"/>
          <p:cNvSpPr>
            <a:spLocks noGrp="1"/>
          </p:cNvSpPr>
          <p:nvPr>
            <p:ph sz="quarter" idx="12"/>
          </p:nvPr>
        </p:nvSpPr>
        <p:spPr/>
        <p:txBody>
          <a:bodyPr/>
          <a:lstStyle/>
          <a:p>
            <a:pPr marL="0" indent="0" algn="l">
              <a:spcBef>
                <a:spcPts val="0"/>
              </a:spcBef>
              <a:buNone/>
            </a:pPr>
            <a:r>
              <a:rPr lang="th-TH" sz="1800" b="1" i="0" dirty="0">
                <a:solidFill>
                  <a:srgbClr val="0D1B2A"/>
                </a:solidFill>
              </a:rPr>
              <a:t>Anatomy ของ prompt สั่ง Swarm ที่ดี</a:t>
            </a:r>
          </a:p>
          <a:p>
            <a:pPr marL="0" indent="0" algn="l">
              <a:spcBef>
                <a:spcPts val="700"/>
              </a:spcBef>
              <a:buNone/>
            </a:pPr>
            <a:r>
              <a:rPr lang="th-TH" sz="1800" b="1" i="0" dirty="0">
                <a:solidFill>
                  <a:srgbClr val="005CFF"/>
                </a:solidFill>
              </a:rPr>
              <a:t>1  </a:t>
            </a:r>
            <a:r>
              <a:rPr lang="th-TH" sz="1800" b="1" i="0" dirty="0">
                <a:solidFill>
                  <a:srgbClr val="0D1B2A"/>
                </a:solidFill>
              </a:rPr>
              <a:t>บริบท</a:t>
            </a:r>
            <a:r>
              <a:rPr lang="th-TH" sz="1550" b="0" i="0" dirty="0">
                <a:solidFill>
                  <a:srgbClr val="4C5B6B"/>
                </a:solidFill>
              </a:rPr>
              <a:t>  สิ่งที่ Leader ควรรู้ก่อน (แอปอะไร อยู่ไหน)</a:t>
            </a:r>
          </a:p>
          <a:p>
            <a:pPr marL="0" indent="0" algn="l">
              <a:spcBef>
                <a:spcPts val="700"/>
              </a:spcBef>
              <a:buNone/>
            </a:pPr>
            <a:r>
              <a:rPr lang="th-TH" sz="1800" b="1" i="0" dirty="0">
                <a:solidFill>
                  <a:srgbClr val="005CFF"/>
                </a:solidFill>
              </a:rPr>
              <a:t>2  </a:t>
            </a:r>
            <a:r>
              <a:rPr lang="th-TH" sz="1800" b="1" i="0" dirty="0">
                <a:solidFill>
                  <a:srgbClr val="0D1B2A"/>
                </a:solidFill>
              </a:rPr>
              <a:t>เป้าหมาย</a:t>
            </a:r>
            <a:r>
              <a:rPr lang="th-TH" sz="1550" b="0" i="0" dirty="0">
                <a:solidFill>
                  <a:srgbClr val="4C5B6B"/>
                </a:solidFill>
              </a:rPr>
              <a:t>  ผลลัพธ์สุดท้ายหน้าตาเป็นอย่างไร</a:t>
            </a:r>
          </a:p>
          <a:p>
            <a:pPr marL="0" indent="0" algn="l">
              <a:spcBef>
                <a:spcPts val="700"/>
              </a:spcBef>
              <a:buNone/>
            </a:pPr>
            <a:r>
              <a:rPr lang="th-TH" sz="1800" b="1" i="0" dirty="0">
                <a:solidFill>
                  <a:srgbClr val="005CFF"/>
                </a:solidFill>
              </a:rPr>
              <a:t>3  </a:t>
            </a:r>
            <a:r>
              <a:rPr lang="th-TH" sz="1800" b="1" i="0" dirty="0">
                <a:solidFill>
                  <a:srgbClr val="0D1B2A"/>
                </a:solidFill>
              </a:rPr>
              <a:t>การแตกงาน</a:t>
            </a:r>
            <a:r>
              <a:rPr lang="th-TH" sz="1550" b="0" i="0" dirty="0">
                <a:solidFill>
                  <a:srgbClr val="4C5B6B"/>
                </a:solidFill>
              </a:rPr>
              <a:t>  แบ่งกี่ส่วน แต่ละส่วนทำอะไร (หรือให้ Leader เสนอ)</a:t>
            </a:r>
          </a:p>
          <a:p>
            <a:pPr marL="0" indent="0" algn="l">
              <a:spcBef>
                <a:spcPts val="700"/>
              </a:spcBef>
              <a:buNone/>
            </a:pPr>
            <a:r>
              <a:rPr lang="th-TH" sz="1800" b="1" i="0" dirty="0">
                <a:solidFill>
                  <a:srgbClr val="005CFF"/>
                </a:solidFill>
              </a:rPr>
              <a:t>4  </a:t>
            </a:r>
            <a:r>
              <a:rPr lang="th-TH" sz="1800" b="1" i="0" dirty="0">
                <a:solidFill>
                  <a:srgbClr val="0D1B2A"/>
                </a:solidFill>
              </a:rPr>
              <a:t>รูปแบบผล</a:t>
            </a:r>
            <a:r>
              <a:rPr lang="th-TH" sz="1550" b="0" i="0" dirty="0">
                <a:solidFill>
                  <a:srgbClr val="4C5B6B"/>
                </a:solidFill>
              </a:rPr>
              <a:t>  รายงานรวมยาวเท่าไร โครงหน้าตาอย่างไร</a:t>
            </a:r>
          </a:p>
          <a:p>
            <a:pPr marL="0" indent="0" algn="l">
              <a:spcBef>
                <a:spcPts val="700"/>
              </a:spcBef>
              <a:buNone/>
            </a:pPr>
            <a:r>
              <a:rPr lang="th-TH" sz="1800" b="1" i="0" dirty="0">
                <a:solidFill>
                  <a:srgbClr val="005CFF"/>
                </a:solidFill>
              </a:rPr>
              <a:t>5  </a:t>
            </a:r>
            <a:r>
              <a:rPr lang="th-TH" sz="1800" b="1" i="0" dirty="0">
                <a:solidFill>
                  <a:srgbClr val="0D1B2A"/>
                </a:solidFill>
              </a:rPr>
              <a:t>ขอบเขต</a:t>
            </a:r>
            <a:r>
              <a:rPr lang="th-TH" sz="1550" b="0" i="0" dirty="0">
                <a:solidFill>
                  <a:srgbClr val="4C5B6B"/>
                </a:solidFill>
              </a:rPr>
              <a:t>  ห้ามทำอะไร เช่น แก้ไขไฟล์ รันคำสั่งเสี่ยง</a:t>
            </a:r>
          </a:p>
        </p:txBody>
      </p:sp>
      <p:pic>
        <p:nvPicPr>
          <p:cNvPr id="4" name="Picture Placeholder 3" descr="handoff-agents.png"/>
          <p:cNvPicPr>
            <a:picLocks noGrp="1" noChangeAspect="1"/>
          </p:cNvPicPr>
          <p:nvPr>
            <p:ph type="pic" sz="quarter" idx="13"/>
          </p:nvPr>
        </p:nvPicPr>
        <p:blipFill>
          <a:blip r:embed="rId3"/>
          <a:srcRect l="17727" r="17727"/>
          <a:stretch>
            <a:fillRect/>
          </a:stretch>
        </p:blip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Parallel Dispatching จาก Prompt เดียว</a:t>
            </a:r>
          </a:p>
        </p:txBody>
      </p:sp>
      <p:sp>
        <p:nvSpPr>
          <p:cNvPr id="3" name="Content Placeholder 2"/>
          <p:cNvSpPr>
            <a:spLocks noGrp="1"/>
          </p:cNvSpPr>
          <p:nvPr>
            <p:ph sz="quarter" idx="12"/>
          </p:nvPr>
        </p:nvSpPr>
        <p:spPr/>
        <p:txBody>
          <a:bodyPr/>
          <a:lstStyle/>
          <a:p>
            <a:pPr marL="0" indent="0" algn="l">
              <a:spcBef>
                <a:spcPts val="0"/>
              </a:spcBef>
              <a:buNone/>
            </a:pPr>
            <a:r>
              <a:rPr lang="th-TH" sz="1450" b="0" i="0" dirty="0">
                <a:solidFill>
                  <a:srgbClr val="005CFF"/>
                </a:solidFill>
                <a:latin typeface="Consolas"/>
                <a:cs typeface="Consolas"/>
              </a:rPr>
              <a:t>EN (แนะนำ) — วางใน TUI ครั้งเดียว</a:t>
            </a:r>
          </a:p>
          <a:p>
            <a:pPr marL="150000" indent="0" algn="l">
              <a:spcBef>
                <a:spcPts val="200"/>
              </a:spcBef>
              <a:buNone/>
            </a:pPr>
            <a:r>
              <a:rPr lang="th-TH" sz="1300" b="0" i="0" dirty="0">
                <a:solidFill>
                  <a:srgbClr val="0D1B2A"/>
                </a:solidFill>
                <a:latin typeface="Consolas"/>
                <a:cs typeface="Consolas"/>
              </a:rPr>
              <a:t>Dispatch 3 parallel Explore subagents on this Sales Insight app.</a:t>
            </a:r>
          </a:p>
          <a:p>
            <a:pPr marL="150000" indent="0" algn="l">
              <a:spcBef>
                <a:spcPts val="200"/>
              </a:spcBef>
              <a:buNone/>
            </a:pPr>
            <a:r>
              <a:rPr lang="th-TH" sz="1300" b="0" i="0" dirty="0">
                <a:solidFill>
                  <a:srgbClr val="0D1B2A"/>
                </a:solidFill>
                <a:latin typeface="Consolas"/>
                <a:cs typeface="Consolas"/>
              </a:rPr>
              <a:t>1) Map the runtime files and how to start the server.</a:t>
            </a:r>
          </a:p>
          <a:p>
            <a:pPr marL="150000" indent="0" algn="l">
              <a:spcBef>
                <a:spcPts val="200"/>
              </a:spcBef>
              <a:buNone/>
            </a:pPr>
            <a:r>
              <a:rPr lang="th-TH" sz="1300" b="0" i="0" dirty="0">
                <a:solidFill>
                  <a:srgbClr val="0D1B2A"/>
                </a:solidFill>
                <a:latin typeface="Consolas"/>
                <a:cs typeface="Consolas"/>
              </a:rPr>
              <a:t>2) Read data/README.md and the failure text from node scripts/quality-gate.js. Do not fix anything.</a:t>
            </a:r>
          </a:p>
          <a:p>
            <a:pPr marL="150000" indent="0" algn="l">
              <a:spcBef>
                <a:spcPts val="200"/>
              </a:spcBef>
              <a:buNone/>
            </a:pPr>
            <a:r>
              <a:rPr lang="th-TH" sz="1300" b="0" i="0" dirty="0">
                <a:solidFill>
                  <a:srgbClr val="0D1B2A"/>
                </a:solidFill>
                <a:latin typeface="Consolas"/>
                <a:cs typeface="Consolas"/>
              </a:rPr>
              <a:t>3) Trace GET /api/summary and POST /api/notes far enough to name the risky behavior.</a:t>
            </a:r>
          </a:p>
          <a:p>
            <a:pPr marL="150000" indent="0" algn="l">
              <a:spcBef>
                <a:spcPts val="200"/>
              </a:spcBef>
              <a:buNone/>
            </a:pPr>
            <a:r>
              <a:rPr lang="th-TH" sz="1300" b="0" i="0" dirty="0">
                <a:solidFill>
                  <a:srgbClr val="0D1B2A"/>
                </a:solidFill>
                <a:latin typeface="Consolas"/>
                <a:cs typeface="Consolas"/>
              </a:rPr>
              <a:t>Do not modify files. Return one report under 300 words with headings: structure, data quality, risks.</a:t>
            </a:r>
          </a:p>
          <a:p>
            <a:pPr marL="0" indent="0" algn="l">
              <a:spcBef>
                <a:spcPts val="700"/>
              </a:spcBef>
              <a:buNone/>
            </a:pPr>
            <a:r>
              <a:rPr lang="th-TH" sz="1400" b="0" i="0" dirty="0">
                <a:solidFill>
                  <a:srgbClr val="4C5B6B"/>
                </a:solidFill>
              </a:rPr>
              <a:t>ก้อน 1–3 อ่านไฟล์คนละชุด → ขนานได้ · จำกัดความยาว + ห้ามแก้ไฟล์</a:t>
            </a:r>
          </a:p>
        </p:txBody>
      </p:sp>
      <p:sp>
        <p:nvSpPr>
          <p:cNvPr id="4" name="Shape 105"/>
          <p:cNvSpPr/>
          <p:nvPr/>
        </p:nvSpPr>
        <p:spPr>
          <a:xfrm>
            <a:off x="6190488" y="1545336"/>
            <a:ext cx="5166360" cy="4498848"/>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0"/>
              </a:spcBef>
              <a:buNone/>
            </a:pPr>
            <a:r>
              <a:rPr lang="th-TH" sz="1100" b="1" i="0" dirty="0">
                <a:solidFill>
                  <a:srgbClr val="7FB5FA"/>
                </a:solidFill>
              </a:rPr>
              <a:t>TH (ใช้ได้</a:t>
            </a:r>
            <a:r>
              <a:rPr lang="th-TH" sz="1100" b="1" dirty="0">
                <a:solidFill>
                  <a:srgbClr val="7FB5FA"/>
                </a:solidFill>
              </a:rPr>
              <a:t>เหมือนกัน ทดสอบแล้ว</a:t>
            </a:r>
            <a:r>
              <a:rPr lang="th-TH" sz="1100" b="1" i="0" dirty="0">
                <a:solidFill>
                  <a:srgbClr val="7FB5FA"/>
                </a:solidFill>
              </a:rPr>
              <a:t>)</a:t>
            </a:r>
          </a:p>
          <a:p>
            <a:pPr marL="0" indent="0" algn="l">
              <a:spcBef>
                <a:spcPts val="100"/>
              </a:spcBef>
              <a:buNone/>
            </a:pPr>
            <a:r>
              <a:rPr lang="th-TH" sz="1150" b="0" i="0" dirty="0">
                <a:solidFill>
                  <a:srgbClr val="E6EDF7"/>
                </a:solidFill>
                <a:latin typeface="Consolas"/>
                <a:cs typeface="Consolas"/>
              </a:rPr>
              <a:t>ส่ง Explore subagent 3 ตัวทำพร้อมกัน</a:t>
            </a:r>
          </a:p>
          <a:p>
            <a:pPr marL="0" indent="0" algn="l">
              <a:spcBef>
                <a:spcPts val="100"/>
              </a:spcBef>
              <a:buNone/>
            </a:pPr>
            <a:r>
              <a:rPr lang="th-TH" sz="1150" b="0" i="0" dirty="0">
                <a:solidFill>
                  <a:srgbClr val="E6EDF7"/>
                </a:solidFill>
                <a:latin typeface="Consolas"/>
                <a:cs typeface="Consolas"/>
              </a:rPr>
              <a:t>ในแอป Sales Insight</a:t>
            </a:r>
          </a:p>
          <a:p>
            <a:pPr marL="0" indent="0" algn="l">
              <a:spcBef>
                <a:spcPts val="100"/>
              </a:spcBef>
              <a:buNone/>
            </a:pPr>
            <a:endParaRPr lang="th-TH" sz="1150" b="0" i="0" dirty="0">
              <a:solidFill>
                <a:srgbClr val="E6EDF7"/>
              </a:solidFill>
              <a:latin typeface="Consolas"/>
              <a:cs typeface="Consolas"/>
            </a:endParaRPr>
          </a:p>
          <a:p>
            <a:pPr marL="0" indent="0" algn="l">
              <a:spcBef>
                <a:spcPts val="100"/>
              </a:spcBef>
              <a:buNone/>
            </a:pPr>
            <a:r>
              <a:rPr lang="th-TH" sz="1150" b="0" i="0" dirty="0">
                <a:solidFill>
                  <a:srgbClr val="E6EDF7"/>
                </a:solidFill>
                <a:latin typeface="Consolas"/>
                <a:cs typeface="Consolas"/>
              </a:rPr>
              <a:t>1) แผนที่ไฟล์ที่ใช้รัน และวิธียกเซิร์ฟเวอร์</a:t>
            </a:r>
          </a:p>
          <a:p>
            <a:pPr marL="0" indent="0" algn="l">
              <a:spcBef>
                <a:spcPts val="100"/>
              </a:spcBef>
              <a:buNone/>
            </a:pPr>
            <a:r>
              <a:rPr lang="th-TH" sz="1150" b="0" i="0" dirty="0">
                <a:solidFill>
                  <a:srgbClr val="E6EDF7"/>
                </a:solidFill>
                <a:latin typeface="Consolas"/>
                <a:cs typeface="Consolas"/>
              </a:rPr>
              <a:t>2) อ่าน data/README.md และข้อความ FAIL</a:t>
            </a:r>
          </a:p>
          <a:p>
            <a:pPr marL="0" indent="0" algn="l">
              <a:spcBef>
                <a:spcPts val="100"/>
              </a:spcBef>
              <a:buNone/>
            </a:pPr>
            <a:r>
              <a:rPr lang="th-TH" sz="1150" b="0" i="0" dirty="0">
                <a:solidFill>
                  <a:srgbClr val="E6EDF7"/>
                </a:solidFill>
                <a:latin typeface="Consolas"/>
                <a:cs typeface="Consolas"/>
              </a:rPr>
              <a:t>   จาก node scripts/quality-gate.js ห้ามแก้</a:t>
            </a:r>
          </a:p>
          <a:p>
            <a:pPr marL="0" indent="0" algn="l">
              <a:spcBef>
                <a:spcPts val="100"/>
              </a:spcBef>
              <a:buNone/>
            </a:pPr>
            <a:r>
              <a:rPr lang="th-TH" sz="1150" b="0" i="0" dirty="0">
                <a:solidFill>
                  <a:srgbClr val="E6EDF7"/>
                </a:solidFill>
                <a:latin typeface="Consolas"/>
                <a:cs typeface="Consolas"/>
              </a:rPr>
              <a:t>3) ไล่ GET /api/summary กับ POST /api/notes</a:t>
            </a:r>
          </a:p>
          <a:p>
            <a:pPr marL="0" indent="0" algn="l">
              <a:spcBef>
                <a:spcPts val="100"/>
              </a:spcBef>
              <a:buNone/>
            </a:pPr>
            <a:r>
              <a:rPr lang="th-TH" sz="1150" b="0" i="0" dirty="0">
                <a:solidFill>
                  <a:srgbClr val="E6EDF7"/>
                </a:solidFill>
                <a:latin typeface="Consolas"/>
                <a:cs typeface="Consolas"/>
              </a:rPr>
              <a:t>   พอให้ชี้พฤติกรรมที่เสี่ยง</a:t>
            </a:r>
          </a:p>
          <a:p>
            <a:pPr marL="0" indent="0" algn="l">
              <a:spcBef>
                <a:spcPts val="100"/>
              </a:spcBef>
              <a:buNone/>
            </a:pPr>
            <a:endParaRPr lang="th-TH" sz="1150" b="0" i="0" dirty="0">
              <a:solidFill>
                <a:srgbClr val="E6EDF7"/>
              </a:solidFill>
              <a:latin typeface="Consolas"/>
              <a:cs typeface="Consolas"/>
            </a:endParaRPr>
          </a:p>
          <a:p>
            <a:pPr marL="0" indent="0" algn="l">
              <a:spcBef>
                <a:spcPts val="100"/>
              </a:spcBef>
              <a:buNone/>
            </a:pPr>
            <a:r>
              <a:rPr lang="th-TH" sz="1150" b="0" i="0" dirty="0">
                <a:solidFill>
                  <a:srgbClr val="E6EDF7"/>
                </a:solidFill>
                <a:latin typeface="Consolas"/>
                <a:cs typeface="Consolas"/>
              </a:rPr>
              <a:t>ห้ามแก้ไขไฟล์ ส่งรายงานเดียวไม่เกิน 300 คำ</a:t>
            </a:r>
          </a:p>
          <a:p>
            <a:pPr marL="0" indent="0" algn="l">
              <a:spcBef>
                <a:spcPts val="100"/>
              </a:spcBef>
              <a:buNone/>
            </a:pPr>
            <a:r>
              <a:rPr lang="th-TH" sz="1150" b="0" i="0" dirty="0">
                <a:solidFill>
                  <a:srgbClr val="E6EDF7"/>
                </a:solidFill>
                <a:latin typeface="Consolas"/>
                <a:cs typeface="Consolas"/>
              </a:rPr>
              <a:t>มีหัวข้อ โครงสร้าง, คุณภาพข้อมูล, จุดเสี่ยง</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รวมผลกลับ Leader — และสัญญาณว่าแบ่งงานผิด</a:t>
            </a:r>
          </a:p>
        </p:txBody>
      </p:sp>
      <p:pic>
        <p:nvPicPr>
          <p:cNvPr id="8" name="Picture Placeholder 7">
            <a:extLst>
              <a:ext uri="{FF2B5EF4-FFF2-40B4-BE49-F238E27FC236}">
                <a16:creationId xmlns:a16="http://schemas.microsoft.com/office/drawing/2014/main" id="{9975593B-19CA-B927-30E9-3531B50A4111}"/>
              </a:ext>
            </a:extLst>
          </p:cNvPr>
          <p:cNvPicPr>
            <a:picLocks noGrp="1" noChangeAspect="1"/>
          </p:cNvPicPr>
          <p:nvPr>
            <p:ph type="pic" sz="quarter" idx="13"/>
          </p:nvPr>
        </p:nvPicPr>
        <p:blipFill>
          <a:blip r:embed="rId3"/>
          <a:srcRect l="3220" r="3220"/>
          <a:stretch/>
        </p:blipFill>
        <p:spPr>
          <a:xfrm>
            <a:off x="9829800" y="1572768"/>
            <a:ext cx="1508760" cy="1508760"/>
          </a:xfrm>
          <a:prstGeom prst="rect">
            <a:avLst/>
          </a:prstGeom>
        </p:spPr>
      </p:pic>
      <p:sp>
        <p:nvSpPr>
          <p:cNvPr id="109" name="Shape 109"/>
          <p:cNvSpPr/>
          <p:nvPr/>
        </p:nvSpPr>
        <p:spPr>
          <a:xfrm>
            <a:off x="841248" y="1600200"/>
            <a:ext cx="8778240" cy="822960"/>
          </a:xfrm>
          <a:prstGeom prst="rect">
            <a:avLst/>
          </a:prstGeom>
          <a:noFill/>
          <a:ln>
            <a:noFill/>
          </a:ln>
        </p:spPr>
        <p:txBody>
          <a:bodyPr wrap="square" lIns="0" tIns="0" rIns="0" bIns="0" anchor="ctr">
            <a:normAutofit/>
          </a:bodyPr>
          <a:lstStyle/>
          <a:p>
            <a:pPr marL="0" indent="0" algn="l">
              <a:spcBef>
                <a:spcPts val="0"/>
              </a:spcBef>
              <a:buNone/>
            </a:pPr>
            <a:r>
              <a:rPr lang="th-TH" sz="1500" b="1" i="0" dirty="0">
                <a:solidFill>
                  <a:srgbClr val="005CFF"/>
                </a:solidFill>
              </a:rPr>
              <a:t>Result Aggregation: </a:t>
            </a:r>
            <a:r>
              <a:rPr lang="th-TH" sz="1450" b="0" i="0" dirty="0">
                <a:solidFill>
                  <a:srgbClr val="0D1B2A"/>
                </a:solidFill>
              </a:rPr>
              <a:t>leader รวมเป็นรายงานเดียว 3 หัวข้อ — structure · data quality · risks — สิ่งที่กลับมาคือบทสรุป ไม่ใช่เนื้อไฟล์เต็ม</a:t>
            </a:r>
          </a:p>
        </p:txBody>
      </p:sp>
      <p:sp>
        <p:nvSpPr>
          <p:cNvPr id="110" name="Shape 110"/>
          <p:cNvSpPr/>
          <p:nvPr/>
        </p:nvSpPr>
        <p:spPr>
          <a:xfrm>
            <a:off x="841248" y="3200400"/>
            <a:ext cx="3520440" cy="411480"/>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350" b="1" i="0" dirty="0">
                <a:solidFill>
                  <a:srgbClr val="FFFFFF"/>
                </a:solidFill>
              </a:rPr>
              <a:t>สัญญาณ</a:t>
            </a:r>
          </a:p>
        </p:txBody>
      </p:sp>
      <p:sp>
        <p:nvSpPr>
          <p:cNvPr id="111" name="Shape 111"/>
          <p:cNvSpPr/>
          <p:nvPr/>
        </p:nvSpPr>
        <p:spPr>
          <a:xfrm>
            <a:off x="4434840" y="3200400"/>
            <a:ext cx="3401568" cy="411480"/>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350" b="1" i="0" dirty="0">
                <a:solidFill>
                  <a:srgbClr val="FFFFFF"/>
                </a:solidFill>
              </a:rPr>
              <a:t>หมายความว่า</a:t>
            </a:r>
          </a:p>
        </p:txBody>
      </p:sp>
      <p:sp>
        <p:nvSpPr>
          <p:cNvPr id="112" name="Shape 112"/>
          <p:cNvSpPr/>
          <p:nvPr/>
        </p:nvSpPr>
        <p:spPr>
          <a:xfrm>
            <a:off x="7909560" y="3200400"/>
            <a:ext cx="3447288" cy="411480"/>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350" b="1" i="0" dirty="0">
                <a:solidFill>
                  <a:srgbClr val="FFFFFF"/>
                </a:solidFill>
              </a:rPr>
              <a:t>แก้อย่างไร</a:t>
            </a:r>
          </a:p>
        </p:txBody>
      </p:sp>
      <p:sp>
        <p:nvSpPr>
          <p:cNvPr id="113" name="Shape 113"/>
          <p:cNvSpPr/>
          <p:nvPr/>
        </p:nvSpPr>
        <p:spPr>
          <a:xfrm>
            <a:off x="841248" y="3657600"/>
            <a:ext cx="3520440" cy="429768"/>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00" b="1" i="0" dirty="0">
                <a:solidFill>
                  <a:srgbClr val="D92D20"/>
                </a:solidFill>
              </a:rPr>
              <a:t>Agent ส่งข้อความหากันบ่อยมาก</a:t>
            </a:r>
          </a:p>
        </p:txBody>
      </p:sp>
      <p:sp>
        <p:nvSpPr>
          <p:cNvPr id="114" name="Shape 114"/>
          <p:cNvSpPr/>
          <p:nvPr/>
        </p:nvSpPr>
        <p:spPr>
          <a:xfrm>
            <a:off x="4434840" y="3657600"/>
            <a:ext cx="3401568" cy="429768"/>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00" b="0" i="0" dirty="0">
                <a:solidFill>
                  <a:srgbClr val="0D1B2A"/>
                </a:solidFill>
              </a:rPr>
              <a:t>สองส่วนผูกกันแน่นเกินจะแยก</a:t>
            </a:r>
          </a:p>
        </p:txBody>
      </p:sp>
      <p:sp>
        <p:nvSpPr>
          <p:cNvPr id="115" name="Shape 115"/>
          <p:cNvSpPr/>
          <p:nvPr/>
        </p:nvSpPr>
        <p:spPr>
          <a:xfrm>
            <a:off x="7909560" y="3657600"/>
            <a:ext cx="3447288" cy="429768"/>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00" b="0" i="0" dirty="0">
                <a:solidFill>
                  <a:srgbClr val="0D1B2A"/>
                </a:solidFill>
              </a:rPr>
              <a:t>รวมเป็นตัวเดียว</a:t>
            </a:r>
          </a:p>
        </p:txBody>
      </p:sp>
      <p:sp>
        <p:nvSpPr>
          <p:cNvPr id="116" name="Shape 116"/>
          <p:cNvSpPr/>
          <p:nvPr/>
        </p:nvSpPr>
        <p:spPr>
          <a:xfrm>
            <a:off x="841248" y="4114800"/>
            <a:ext cx="3520440" cy="429768"/>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00" b="1" i="0" dirty="0">
                <a:solidFill>
                  <a:srgbClr val="D92D20"/>
                </a:solidFill>
              </a:rPr>
              <a:t>ไฟล์ชนกัน</a:t>
            </a:r>
          </a:p>
        </p:txBody>
      </p:sp>
      <p:sp>
        <p:nvSpPr>
          <p:cNvPr id="117" name="Shape 117"/>
          <p:cNvSpPr/>
          <p:nvPr/>
        </p:nvSpPr>
        <p:spPr>
          <a:xfrm>
            <a:off x="4434840" y="4114800"/>
            <a:ext cx="3401568" cy="429768"/>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00" b="0" i="0" dirty="0">
                <a:solidFill>
                  <a:srgbClr val="0D1B2A"/>
                </a:solidFill>
              </a:rPr>
              <a:t>เจ้าของไฟล์ไม่ชัด</a:t>
            </a:r>
          </a:p>
        </p:txBody>
      </p:sp>
      <p:sp>
        <p:nvSpPr>
          <p:cNvPr id="118" name="Shape 118"/>
          <p:cNvSpPr/>
          <p:nvPr/>
        </p:nvSpPr>
        <p:spPr>
          <a:xfrm>
            <a:off x="7909560" y="4114800"/>
            <a:ext cx="3447288" cy="429768"/>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00" b="0" i="0" dirty="0">
                <a:solidFill>
                  <a:srgbClr val="0D1B2A"/>
                </a:solidFill>
              </a:rPr>
              <a:t>แบ่งใหม่ตามไฟล์ หรือแยก worktree</a:t>
            </a:r>
          </a:p>
        </p:txBody>
      </p:sp>
      <p:sp>
        <p:nvSpPr>
          <p:cNvPr id="119" name="Shape 119"/>
          <p:cNvSpPr/>
          <p:nvPr/>
        </p:nvSpPr>
        <p:spPr>
          <a:xfrm>
            <a:off x="841248" y="4572000"/>
            <a:ext cx="3520440" cy="429768"/>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00" b="1" i="0" dirty="0">
                <a:solidFill>
                  <a:srgbClr val="D92D20"/>
                </a:solidFill>
              </a:rPr>
              <a:t>รอกันเป็นทอด</a:t>
            </a:r>
          </a:p>
        </p:txBody>
      </p:sp>
      <p:sp>
        <p:nvSpPr>
          <p:cNvPr id="120" name="Shape 120"/>
          <p:cNvSpPr/>
          <p:nvPr/>
        </p:nvSpPr>
        <p:spPr>
          <a:xfrm>
            <a:off x="4434840" y="4572000"/>
            <a:ext cx="3401568" cy="429768"/>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00" b="0" i="0" dirty="0">
                <a:solidFill>
                  <a:srgbClr val="0D1B2A"/>
                </a:solidFill>
              </a:rPr>
              <a:t>งานเรียงลำดับ ไม่ได้ขนานจริง</a:t>
            </a:r>
          </a:p>
        </p:txBody>
      </p:sp>
      <p:sp>
        <p:nvSpPr>
          <p:cNvPr id="121" name="Shape 121"/>
          <p:cNvSpPr/>
          <p:nvPr/>
        </p:nvSpPr>
        <p:spPr>
          <a:xfrm>
            <a:off x="7909560" y="4572000"/>
            <a:ext cx="3447288" cy="429768"/>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00" b="0" i="0" dirty="0">
                <a:solidFill>
                  <a:srgbClr val="0D1B2A"/>
                </a:solidFill>
              </a:rPr>
              <a:t>ทำในตัวเดียว หรือเรียงเป็นชั้น</a:t>
            </a:r>
          </a:p>
        </p:txBody>
      </p:sp>
      <p:sp>
        <p:nvSpPr>
          <p:cNvPr id="122" name="Shape 122"/>
          <p:cNvSpPr/>
          <p:nvPr/>
        </p:nvSpPr>
        <p:spPr>
          <a:xfrm>
            <a:off x="841248" y="5029200"/>
            <a:ext cx="3520440" cy="429768"/>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00" b="1" i="0" dirty="0">
                <a:solidFill>
                  <a:srgbClr val="D92D20"/>
                </a:solidFill>
              </a:rPr>
              <a:t>ผลไม่ต่อกัน</a:t>
            </a:r>
          </a:p>
        </p:txBody>
      </p:sp>
      <p:sp>
        <p:nvSpPr>
          <p:cNvPr id="123" name="Shape 123"/>
          <p:cNvSpPr/>
          <p:nvPr/>
        </p:nvSpPr>
        <p:spPr>
          <a:xfrm>
            <a:off x="4434840" y="5029200"/>
            <a:ext cx="3401568" cy="429768"/>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00" b="0" i="0" dirty="0">
                <a:solidFill>
                  <a:srgbClr val="0D1B2A"/>
                </a:solidFill>
              </a:rPr>
              <a:t>ไม่มีสัญญาที่จุดเชื่อม</a:t>
            </a:r>
          </a:p>
        </p:txBody>
      </p:sp>
      <p:sp>
        <p:nvSpPr>
          <p:cNvPr id="124" name="Shape 124"/>
          <p:cNvSpPr/>
          <p:nvPr/>
        </p:nvSpPr>
        <p:spPr>
          <a:xfrm>
            <a:off x="7909560" y="5029200"/>
            <a:ext cx="3447288" cy="429768"/>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00" b="0" i="0" dirty="0">
                <a:solidFill>
                  <a:srgbClr val="0D1B2A"/>
                </a:solidFill>
              </a:rPr>
              <a:t>เขียนสัญญากลางก่อนแบ่งงาน</a:t>
            </a:r>
          </a:p>
        </p:txBody>
      </p:sp>
      <p:sp>
        <p:nvSpPr>
          <p:cNvPr id="125" name="Shape 125"/>
          <p:cNvSpPr/>
          <p:nvPr/>
        </p:nvSpPr>
        <p:spPr>
          <a:xfrm>
            <a:off x="841248" y="5486400"/>
            <a:ext cx="3520440" cy="429768"/>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00" b="1" i="0" dirty="0">
                <a:solidFill>
                  <a:srgbClr val="D92D20"/>
                </a:solidFill>
              </a:rPr>
              <a:t>ทำงานบนสมมติฐานผิด</a:t>
            </a:r>
          </a:p>
        </p:txBody>
      </p:sp>
      <p:sp>
        <p:nvSpPr>
          <p:cNvPr id="126" name="Shape 126"/>
          <p:cNvSpPr/>
          <p:nvPr/>
        </p:nvSpPr>
        <p:spPr>
          <a:xfrm>
            <a:off x="4434840" y="5486400"/>
            <a:ext cx="3401568" cy="429768"/>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00" b="0" i="0" dirty="0">
                <a:solidFill>
                  <a:srgbClr val="0D1B2A"/>
                </a:solidFill>
              </a:rPr>
              <a:t>ข้อความมอบงานขาดบริบท</a:t>
            </a:r>
          </a:p>
        </p:txBody>
      </p:sp>
      <p:sp>
        <p:nvSpPr>
          <p:cNvPr id="127" name="Shape 127"/>
          <p:cNvSpPr/>
          <p:nvPr/>
        </p:nvSpPr>
        <p:spPr>
          <a:xfrm>
            <a:off x="7909560" y="5486400"/>
            <a:ext cx="3447288" cy="429768"/>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00" b="0" i="0" dirty="0">
                <a:solidFill>
                  <a:srgbClr val="0D1B2A"/>
                </a:solidFill>
              </a:rPr>
              <a:t>เติมบริบทใน task หรือใช้ fork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Workshop 1: สำรวจแอป Sales Insight แบบขนาน</a:t>
            </a:r>
          </a:p>
        </p:txBody>
      </p:sp>
      <p:sp>
        <p:nvSpPr>
          <p:cNvPr id="3" name="Content Placeholder 2"/>
          <p:cNvSpPr>
            <a:spLocks noGrp="1"/>
          </p:cNvSpPr>
          <p:nvPr>
            <p:ph sz="quarter" idx="12"/>
          </p:nvPr>
        </p:nvSpPr>
        <p:spPr/>
        <p:txBody>
          <a:bodyPr/>
          <a:lstStyle/>
          <a:p>
            <a:pPr marL="0" indent="0" algn="l">
              <a:spcBef>
                <a:spcPts val="0"/>
              </a:spcBef>
              <a:buNone/>
            </a:pPr>
            <a:r>
              <a:rPr lang="th-TH" sz="1800" b="1" i="0" dirty="0">
                <a:solidFill>
                  <a:srgbClr val="005CFF"/>
                </a:solidFill>
              </a:rPr>
              <a:t>โจทย์ ⏱ 35 นาที: </a:t>
            </a:r>
            <a:r>
              <a:rPr lang="th-TH" sz="1700" b="0" i="0" dirty="0">
                <a:solidFill>
                  <a:srgbClr val="0D1B2A"/>
                </a:solidFill>
              </a:rPr>
              <a:t>prompt เดียว ได้รายงานเดียวครบโครงสร้าง คุณภาพข้อมูล จุดเสี่ยง — ไม่แก้ไฟล์</a:t>
            </a:r>
          </a:p>
          <a:p>
            <a:pPr marL="0" indent="0" algn="l">
              <a:spcBef>
                <a:spcPts val="1100"/>
              </a:spcBef>
              <a:buNone/>
            </a:pPr>
            <a:r>
              <a:rPr lang="th-TH" sz="1800" b="1" i="0" dirty="0">
                <a:solidFill>
                  <a:srgbClr val="005CFF"/>
                </a:solidFill>
              </a:rPr>
              <a:t>ผลที่คาดหวัง</a:t>
            </a:r>
          </a:p>
          <a:p>
            <a:pPr marL="0" indent="0" algn="l">
              <a:spcBef>
                <a:spcPts val="900"/>
              </a:spcBef>
              <a:buNone/>
            </a:pPr>
            <a:r>
              <a:rPr lang="th-TH" sz="1500" b="0" i="1" dirty="0">
                <a:solidFill>
                  <a:srgbClr val="4C5B6B"/>
                </a:solidFill>
              </a:rPr>
              <a:t>leader เรียกเอเจนต์ย่อยหลายตัว แล้วตอบรายงานเดียว 3 หัวข้อ อ้าง server.js, data/sales.csv, scripts/quality-gate.js</a:t>
            </a:r>
          </a:p>
          <a:p>
            <a:pPr marL="0" indent="0" algn="l">
              <a:spcBef>
                <a:spcPts val="1100"/>
              </a:spcBef>
              <a:buNone/>
            </a:pPr>
            <a:r>
              <a:rPr lang="th-TH" sz="1800" b="1" i="0" dirty="0">
                <a:solidFill>
                  <a:srgbClr val="005CFF"/>
                </a:solidFill>
              </a:rPr>
              <a:t>✅ Checkpoint</a:t>
            </a:r>
          </a:p>
          <a:p>
            <a:pPr marL="0" indent="0" algn="l">
              <a:spcBef>
                <a:spcPts val="350"/>
              </a:spcBef>
              <a:buNone/>
            </a:pPr>
            <a:r>
              <a:rPr lang="th-TH" sz="1600" b="1" i="0" dirty="0">
                <a:solidFill>
                  <a:srgbClr val="12B76A"/>
                </a:solidFill>
              </a:rPr>
              <a:t>☑  </a:t>
            </a:r>
            <a:r>
              <a:rPr lang="th-TH" sz="1600" b="0" i="0" dirty="0">
                <a:solidFill>
                  <a:srgbClr val="0D1B2A"/>
                </a:solidFill>
              </a:rPr>
              <a:t>ใช้ prompt เดียว ไม่ถามทีละชิ้นสามรอบ</a:t>
            </a:r>
          </a:p>
          <a:p>
            <a:pPr marL="0" indent="0" algn="l">
              <a:spcBef>
                <a:spcPts val="350"/>
              </a:spcBef>
              <a:buNone/>
            </a:pPr>
            <a:r>
              <a:rPr lang="th-TH" sz="1600" b="1" i="0" dirty="0">
                <a:solidFill>
                  <a:srgbClr val="12B76A"/>
                </a:solidFill>
              </a:rPr>
              <a:t>☑  </a:t>
            </a:r>
            <a:r>
              <a:rPr lang="th-TH" sz="1600" b="0" i="0" dirty="0">
                <a:solidFill>
                  <a:srgbClr val="0D1B2A"/>
                </a:solidFill>
              </a:rPr>
              <a:t>รายงานมีสามหัวข้อ อ่านจบในห้านาที</a:t>
            </a:r>
          </a:p>
          <a:p>
            <a:pPr marL="0" indent="0" algn="l">
              <a:spcBef>
                <a:spcPts val="350"/>
              </a:spcBef>
              <a:buNone/>
            </a:pPr>
            <a:r>
              <a:rPr lang="th-TH" sz="1600" b="1" i="0" dirty="0">
                <a:solidFill>
                  <a:srgbClr val="12B76A"/>
                </a:solidFill>
              </a:rPr>
              <a:t>☑  </a:t>
            </a:r>
            <a:r>
              <a:rPr lang="th-TH" sz="1600" b="0" i="0" dirty="0">
                <a:solidFill>
                  <a:srgbClr val="0D1B2A"/>
                </a:solidFill>
              </a:rPr>
              <a:t>ระบุ /api/summary และ /api/notes</a:t>
            </a:r>
          </a:p>
          <a:p>
            <a:pPr marL="0" indent="0" algn="l">
              <a:spcBef>
                <a:spcPts val="350"/>
              </a:spcBef>
              <a:buNone/>
            </a:pPr>
            <a:r>
              <a:rPr lang="th-TH" sz="1600" b="1" i="0" dirty="0">
                <a:solidFill>
                  <a:srgbClr val="12B76A"/>
                </a:solidFill>
              </a:rPr>
              <a:t>☑  </a:t>
            </a:r>
            <a:r>
              <a:rPr lang="th-TH" sz="1600" b="0" i="0" dirty="0">
                <a:solidFill>
                  <a:srgbClr val="0D1B2A"/>
                </a:solidFill>
              </a:rPr>
              <a:t>git status --short ไม่มีความแก้จากเอเจนต์</a:t>
            </a:r>
          </a:p>
          <a:p>
            <a:pPr marL="0" indent="0" algn="l">
              <a:spcBef>
                <a:spcPts val="350"/>
              </a:spcBef>
              <a:buNone/>
            </a:pPr>
            <a:r>
              <a:rPr lang="th-TH" sz="1600" b="1" i="0" dirty="0">
                <a:solidFill>
                  <a:srgbClr val="12B76A"/>
                </a:solidFill>
              </a:rPr>
              <a:t>☑  </a:t>
            </a:r>
            <a:r>
              <a:rPr lang="th-TH" sz="1600" b="0" i="0" dirty="0">
                <a:solidFill>
                  <a:srgbClr val="0D1B2A"/>
                </a:solidFill>
              </a:rPr>
              <a:t>รัน quality gate เอง → ยังแดง (exit 2)</a:t>
            </a:r>
          </a:p>
        </p:txBody>
      </p:sp>
      <p:pic>
        <p:nvPicPr>
          <p:cNvPr id="4" name="Picture Placeholder 3" descr="swarm-ceiling.png"/>
          <p:cNvPicPr>
            <a:picLocks noGrp="1" noChangeAspect="1"/>
          </p:cNvPicPr>
          <p:nvPr>
            <p:ph type="pic" sz="quarter" idx="13"/>
          </p:nvPr>
        </p:nvPicPr>
        <p:blipFill>
          <a:blip r:embed="rId3"/>
          <a:srcRect l="17727" r="17727"/>
          <a:stretch>
            <a:fillRect/>
          </a:stretch>
        </p:blip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Module 4 · Specialty Agents</a:t>
            </a:r>
          </a:p>
        </p:txBody>
      </p:sp>
      <p:sp>
        <p:nvSpPr>
          <p:cNvPr id="3" name="Text Placeholder 2"/>
          <p:cNvSpPr>
            <a:spLocks noGrp="1"/>
          </p:cNvSpPr>
          <p:nvPr>
            <p:ph type="body" idx="1"/>
          </p:nvPr>
        </p:nvSpPr>
        <p:spPr/>
        <p:txBody>
          <a:bodyPr>
            <a:normAutofit lnSpcReduction="10000"/>
          </a:bodyPr>
          <a:lstStyle/>
          <a:p>
            <a:r>
              <a:rPr lang="th-TH" dirty="0"/>
              <a:t>สร้าง Agent เฉพาะทางด้วย Markdown + YAML Frontmatter</a:t>
            </a:r>
          </a:p>
        </p:txBody>
      </p:sp>
      <p:sp>
        <p:nvSpPr>
          <p:cNvPr id="5" name="Text Placeholder 4"/>
          <p:cNvSpPr>
            <a:spLocks noGrp="1"/>
          </p:cNvSpPr>
          <p:nvPr>
            <p:ph type="body" idx="14"/>
          </p:nvPr>
        </p:nvSpPr>
        <p:spPr/>
        <p:txBody>
          <a:bodyPr/>
          <a:lstStyle/>
          <a:p>
            <a:r>
              <a:rPr lang="th-TH" dirty="0"/>
              <a:t>วันที่ 1 · บ่าย · ⏱ ~55 นาที · Workshop 2</a:t>
            </a:r>
          </a:p>
        </p:txBody>
      </p:sp>
      <p:pic>
        <p:nvPicPr>
          <p:cNvPr id="9" name="Picture Placeholder 8">
            <a:extLst>
              <a:ext uri="{FF2B5EF4-FFF2-40B4-BE49-F238E27FC236}">
                <a16:creationId xmlns:a16="http://schemas.microsoft.com/office/drawing/2014/main" id="{8C6E5DC3-ACBE-29A7-97FE-99B6BCE89B66}"/>
              </a:ext>
            </a:extLst>
          </p:cNvPr>
          <p:cNvPicPr>
            <a:picLocks noGrp="1" noChangeAspect="1"/>
          </p:cNvPicPr>
          <p:nvPr>
            <p:ph type="pic" sz="quarter" idx="13"/>
          </p:nvPr>
        </p:nvPicPr>
        <p:blipFill>
          <a:blip r:embed="rId3"/>
          <a:srcRect l="92" r="92"/>
          <a:stretch/>
        </p:blipFill>
        <p:spPr>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CLAUDE.md: คู่มือประจำบ้านของ Agent</a:t>
            </a:r>
          </a:p>
        </p:txBody>
      </p:sp>
      <p:sp>
        <p:nvSpPr>
          <p:cNvPr id="3" name="Content Placeholder 2"/>
          <p:cNvSpPr>
            <a:spLocks noGrp="1"/>
          </p:cNvSpPr>
          <p:nvPr>
            <p:ph sz="quarter" idx="12"/>
          </p:nvPr>
        </p:nvSpPr>
        <p:spPr/>
        <p:txBody>
          <a:bodyPr/>
          <a:lstStyle/>
          <a:p>
            <a:pPr marL="0" indent="0" algn="l">
              <a:spcBef>
                <a:spcPts val="0"/>
              </a:spcBef>
              <a:buNone/>
            </a:pPr>
            <a:r>
              <a:rPr lang="th-TH" sz="2000" b="1" i="0" dirty="0">
                <a:solidFill>
                  <a:srgbClr val="005CFF"/>
                </a:solidFill>
              </a:rPr>
              <a:t>เขียนอะไรลงไป</a:t>
            </a:r>
          </a:p>
          <a:p>
            <a:pPr marL="0" indent="0" algn="l">
              <a:spcBef>
                <a:spcPts val="200"/>
              </a:spcBef>
              <a:buNone/>
            </a:pPr>
            <a:r>
              <a:rPr lang="th-TH" sz="1750" b="0" i="0" dirty="0">
                <a:solidFill>
                  <a:srgbClr val="0D1B2A"/>
                </a:solidFill>
              </a:rPr>
              <a:t>แอปคืออะไร · ไฟล์หลักอยู่ไหน · กติกาที่ทุกเอเจนต์ต้องรู้</a:t>
            </a:r>
          </a:p>
          <a:p>
            <a:pPr marL="0" indent="0" algn="l">
              <a:spcBef>
                <a:spcPts val="1000"/>
              </a:spcBef>
              <a:buNone/>
            </a:pPr>
            <a:r>
              <a:rPr lang="th-TH" sz="2000" b="1" i="0" dirty="0">
                <a:solidFill>
                  <a:srgbClr val="005CFF"/>
                </a:solidFill>
              </a:rPr>
              <a:t>อยู่ 2 ระดับ</a:t>
            </a:r>
          </a:p>
          <a:p>
            <a:pPr marL="0" indent="0" algn="l">
              <a:spcBef>
                <a:spcPts val="200"/>
              </a:spcBef>
              <a:buNone/>
            </a:pPr>
            <a:r>
              <a:rPr lang="th-TH" sz="1650" b="0" i="0" dirty="0">
                <a:solidFill>
                  <a:srgbClr val="0D1B2A"/>
                </a:solidFill>
                <a:latin typeface="Consolas"/>
                <a:cs typeface="Consolas"/>
              </a:rPr>
              <a:t>./CLAUDE.md</a:t>
            </a:r>
            <a:r>
              <a:rPr lang="th-TH" sz="1750" b="0" i="0" dirty="0">
                <a:solidFill>
                  <a:srgbClr val="0D1B2A"/>
                </a:solidFill>
              </a:rPr>
              <a:t>  Project — ทีมแชร์ผ่าน Git</a:t>
            </a:r>
          </a:p>
          <a:p>
            <a:pPr marL="0" indent="0" algn="l">
              <a:spcBef>
                <a:spcPts val="150"/>
              </a:spcBef>
              <a:buNone/>
            </a:pPr>
            <a:r>
              <a:rPr lang="th-TH" sz="1650" b="0" i="0" dirty="0">
                <a:solidFill>
                  <a:srgbClr val="0D1B2A"/>
                </a:solidFill>
                <a:latin typeface="Consolas"/>
                <a:cs typeface="Consolas"/>
              </a:rPr>
              <a:t>~/.claude/CLAUDE.md</a:t>
            </a:r>
            <a:r>
              <a:rPr lang="th-TH" sz="1750" b="0" i="0" dirty="0">
                <a:solidFill>
                  <a:srgbClr val="0D1B2A"/>
                </a:solidFill>
              </a:rPr>
              <a:t>  Global — ระดับผู้ใช้</a:t>
            </a:r>
          </a:p>
          <a:p>
            <a:pPr marL="0" indent="0" algn="l">
              <a:spcBef>
                <a:spcPts val="1000"/>
              </a:spcBef>
              <a:buNone/>
            </a:pPr>
            <a:r>
              <a:rPr lang="th-TH" sz="2000" b="1" i="0" dirty="0">
                <a:solidFill>
                  <a:srgbClr val="005CFF"/>
                </a:solidFill>
              </a:rPr>
              <a:t>จาก sandbox/sales-insight/CLAUDE.md</a:t>
            </a:r>
          </a:p>
          <a:p>
            <a:pPr marL="0" indent="0" algn="l">
              <a:spcBef>
                <a:spcPts val="200"/>
              </a:spcBef>
              <a:buNone/>
            </a:pPr>
            <a:r>
              <a:rPr lang="th-TH" sz="1650" b="1" i="0" dirty="0">
                <a:solidFill>
                  <a:srgbClr val="0D1B2A"/>
                </a:solidFill>
              </a:rPr>
              <a:t>ห้าม: </a:t>
            </a:r>
            <a:r>
              <a:rPr lang="th-TH" sz="1650" b="0" i="0" dirty="0">
                <a:solidFill>
                  <a:srgbClr val="4C5B6B"/>
                </a:solidFill>
              </a:rPr>
              <a:t>เพิ่ม dependency — Node http ล้วน</a:t>
            </a:r>
          </a:p>
          <a:p>
            <a:pPr marL="0" indent="0" algn="l">
              <a:spcBef>
                <a:spcPts val="200"/>
              </a:spcBef>
              <a:buNone/>
            </a:pPr>
            <a:r>
              <a:rPr lang="th-TH" sz="1650" b="1" i="0" dirty="0">
                <a:solidFill>
                  <a:srgbClr val="0D1B2A"/>
                </a:solidFill>
              </a:rPr>
              <a:t>กติกา: </a:t>
            </a:r>
            <a:r>
              <a:rPr lang="th-TH" sz="1650" b="0" i="0" dirty="0">
                <a:solidFill>
                  <a:srgbClr val="4C5B6B"/>
                </a:solidFill>
              </a:rPr>
              <a:t>งานสำรวจห้ามแก้ไฟล์ · ห้ามคัดลอกค่า sk-</a:t>
            </a:r>
          </a:p>
          <a:p>
            <a:pPr marL="0" indent="0" algn="l">
              <a:spcBef>
                <a:spcPts val="200"/>
              </a:spcBef>
              <a:buNone/>
            </a:pPr>
            <a:r>
              <a:rPr lang="th-TH" sz="1650" b="1" i="0" dirty="0">
                <a:solidFill>
                  <a:srgbClr val="0D1B2A"/>
                </a:solidFill>
              </a:rPr>
              <a:t>ก่อนส่ง: </a:t>
            </a:r>
            <a:r>
              <a:rPr lang="th-TH" sz="1650" b="0" i="0" dirty="0">
                <a:solidFill>
                  <a:srgbClr val="4C5B6B"/>
                </a:solidFill>
              </a:rPr>
              <a:t>รัน quality gate แล้วรายงาน exit code จริง</a:t>
            </a:r>
          </a:p>
        </p:txBody>
      </p:sp>
      <p:pic>
        <p:nvPicPr>
          <p:cNvPr id="4" name="Picture Placeholder 3" descr="code.jpg"/>
          <p:cNvPicPr>
            <a:picLocks noGrp="1" noChangeAspect="1"/>
          </p:cNvPicPr>
          <p:nvPr>
            <p:ph type="pic" sz="quarter" idx="13"/>
          </p:nvPr>
        </p:nvPicPr>
        <p:blipFill>
          <a:blip r:embed="rId3"/>
          <a:srcRect l="11702" r="11702"/>
          <a:stretch>
            <a:fillRect/>
          </a:stretch>
        </p:blip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ไฟล์เดียว = Agent หนึ่งตัว ใน .claude/agents/</a:t>
            </a:r>
          </a:p>
        </p:txBody>
      </p:sp>
      <p:sp>
        <p:nvSpPr>
          <p:cNvPr id="3" name="Content Placeholder 2"/>
          <p:cNvSpPr>
            <a:spLocks noGrp="1"/>
          </p:cNvSpPr>
          <p:nvPr>
            <p:ph sz="quarter" idx="12"/>
          </p:nvPr>
        </p:nvSpPr>
        <p:spPr>
          <a:xfrm>
            <a:off x="841248" y="1600200"/>
            <a:ext cx="4846320" cy="4389120"/>
          </a:xfrm>
        </p:spPr>
        <p:txBody>
          <a:bodyPr/>
          <a:lstStyle/>
          <a:p>
            <a:pPr marL="0" indent="0" algn="l">
              <a:spcBef>
                <a:spcPts val="0"/>
              </a:spcBef>
              <a:buNone/>
            </a:pPr>
            <a:r>
              <a:rPr lang="th-TH" sz="1800" b="1" i="0" dirty="0">
                <a:solidFill>
                  <a:srgbClr val="005CFF"/>
                </a:solidFill>
              </a:rPr>
              <a:t>YAML Frontmatter</a:t>
            </a:r>
          </a:p>
          <a:p>
            <a:pPr marL="0" indent="0" algn="l">
              <a:spcBef>
                <a:spcPts val="150"/>
              </a:spcBef>
              <a:buNone/>
            </a:pPr>
            <a:r>
              <a:rPr lang="th-TH" sz="1500" b="0" i="0" dirty="0">
                <a:solidFill>
                  <a:srgbClr val="0D1B2A"/>
                </a:solidFill>
              </a:rPr>
              <a:t>ส่วนตั้งค่าระหว่างเส้น --- สองเส้น</a:t>
            </a:r>
          </a:p>
          <a:p>
            <a:pPr marL="0" indent="0" algn="l">
              <a:spcBef>
                <a:spcPts val="1000"/>
              </a:spcBef>
              <a:buNone/>
            </a:pPr>
            <a:r>
              <a:rPr lang="th-TH" sz="1800" b="1" i="0" dirty="0">
                <a:solidFill>
                  <a:srgbClr val="005CFF"/>
                </a:solidFill>
              </a:rPr>
              <a:t>Body = System Prompt</a:t>
            </a:r>
          </a:p>
          <a:p>
            <a:pPr marL="0" indent="0" algn="l">
              <a:spcBef>
                <a:spcPts val="150"/>
              </a:spcBef>
              <a:buNone/>
            </a:pPr>
            <a:r>
              <a:rPr lang="th-TH" sz="1500" b="0" i="0" dirty="0">
                <a:solidFill>
                  <a:srgbClr val="0D1B2A"/>
                </a:solidFill>
              </a:rPr>
              <a:t>บทบาท วิธีทำงาน รูปแบบผล และข้อห้าม</a:t>
            </a:r>
          </a:p>
          <a:p>
            <a:pPr marL="0" indent="0" algn="l">
              <a:spcBef>
                <a:spcPts val="1000"/>
              </a:spcBef>
              <a:buNone/>
            </a:pPr>
            <a:r>
              <a:rPr lang="th-TH" sz="1800" b="1" i="0" dirty="0">
                <a:solidFill>
                  <a:srgbClr val="005CFF"/>
                </a:solidFill>
              </a:rPr>
              <a:t>ฟิลด์บังคับมีแค่ 2</a:t>
            </a:r>
          </a:p>
          <a:p>
            <a:pPr marL="0" indent="0" algn="l">
              <a:spcBef>
                <a:spcPts val="150"/>
              </a:spcBef>
              <a:buNone/>
            </a:pPr>
            <a:r>
              <a:rPr lang="th-TH" sz="1500" b="0" i="0" dirty="0">
                <a:solidFill>
                  <a:srgbClr val="0D1B2A"/>
                </a:solidFill>
              </a:rPr>
              <a:t>name กับ description — ที่เหลือเลือกใส่</a:t>
            </a:r>
          </a:p>
          <a:p>
            <a:pPr marL="0" indent="0" algn="l">
              <a:spcBef>
                <a:spcPts val="1000"/>
              </a:spcBef>
              <a:buNone/>
            </a:pPr>
            <a:r>
              <a:rPr lang="th-TH" sz="1800" b="1" i="0" dirty="0">
                <a:solidFill>
                  <a:srgbClr val="005CFF"/>
                </a:solidFill>
              </a:rPr>
              <a:t>ไฟล์ = definition</a:t>
            </a:r>
          </a:p>
          <a:p>
            <a:pPr marL="0" indent="0" algn="l">
              <a:spcBef>
                <a:spcPts val="150"/>
              </a:spcBef>
              <a:buNone/>
            </a:pPr>
            <a:r>
              <a:rPr lang="th-TH" sz="1500" b="0" i="0" dirty="0">
                <a:solidFill>
                  <a:srgbClr val="0D1B2A"/>
                </a:solidFill>
              </a:rPr>
              <a:t>การ dispatch แต่ละครั้ง = instance</a:t>
            </a:r>
          </a:p>
        </p:txBody>
      </p:sp>
      <p:sp>
        <p:nvSpPr>
          <p:cNvPr id="105" name="Shape 105"/>
          <p:cNvSpPr/>
          <p:nvPr/>
        </p:nvSpPr>
        <p:spPr>
          <a:xfrm>
            <a:off x="5989320" y="1600200"/>
            <a:ext cx="5349240" cy="434340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0"/>
              </a:spcBef>
              <a:buNone/>
            </a:pPr>
            <a:r>
              <a:rPr lang="th-TH" sz="1100" b="1" i="0" dirty="0">
                <a:solidFill>
                  <a:srgbClr val="7FB5FA"/>
                </a:solidFill>
              </a:rPr>
              <a:t>.claude/agents/data-researcher.md</a:t>
            </a:r>
          </a:p>
          <a:p>
            <a:pPr marL="0" indent="0" algn="l">
              <a:spcBef>
                <a:spcPts val="100"/>
              </a:spcBef>
              <a:buNone/>
            </a:pPr>
            <a:r>
              <a:rPr lang="th-TH" sz="1150" b="0" i="0" dirty="0">
                <a:solidFill>
                  <a:srgbClr val="7FB5FA"/>
                </a:solidFill>
                <a:latin typeface="Consolas"/>
                <a:cs typeface="Consolas"/>
              </a:rPr>
              <a:t>---</a:t>
            </a:r>
          </a:p>
          <a:p>
            <a:pPr marL="0" indent="0" algn="l">
              <a:spcBef>
                <a:spcPts val="100"/>
              </a:spcBef>
              <a:buNone/>
            </a:pPr>
            <a:r>
              <a:rPr lang="th-TH" sz="1150" b="0" i="0" dirty="0">
                <a:solidFill>
                  <a:srgbClr val="FFD089"/>
                </a:solidFill>
                <a:latin typeface="Consolas"/>
                <a:cs typeface="Consolas"/>
              </a:rPr>
              <a:t>name: data-researcher</a:t>
            </a:r>
          </a:p>
          <a:p>
            <a:pPr marL="0" indent="0" algn="l">
              <a:spcBef>
                <a:spcPts val="100"/>
              </a:spcBef>
              <a:buNone/>
            </a:pPr>
            <a:r>
              <a:rPr lang="th-TH" sz="1150" b="0" i="0" dirty="0">
                <a:solidFill>
                  <a:srgbClr val="FFD089"/>
                </a:solidFill>
                <a:latin typeface="Consolas"/>
                <a:cs typeface="Consolas"/>
              </a:rPr>
              <a:t>description: Researches how the Sales</a:t>
            </a:r>
          </a:p>
          <a:p>
            <a:pPr marL="0" indent="0" algn="l">
              <a:spcBef>
                <a:spcPts val="100"/>
              </a:spcBef>
              <a:buNone/>
            </a:pPr>
            <a:r>
              <a:rPr lang="th-TH" sz="1150" b="0" i="0" dirty="0">
                <a:solidFill>
                  <a:srgbClr val="E6EDF7"/>
                </a:solidFill>
                <a:latin typeface="Consolas"/>
                <a:cs typeface="Consolas"/>
              </a:rPr>
              <a:t>  Insight code and sales.csv behave. Use</a:t>
            </a:r>
          </a:p>
          <a:p>
            <a:pPr marL="0" indent="0" algn="l">
              <a:spcBef>
                <a:spcPts val="100"/>
              </a:spcBef>
              <a:buNone/>
            </a:pPr>
            <a:r>
              <a:rPr lang="th-TH" sz="1150" b="0" i="0" dirty="0">
                <a:solidFill>
                  <a:srgbClr val="E6EDF7"/>
                </a:solidFill>
                <a:latin typeface="Consolas"/>
                <a:cs typeface="Consolas"/>
              </a:rPr>
              <a:t>  proactively for "how does this work?"</a:t>
            </a:r>
          </a:p>
          <a:p>
            <a:pPr marL="0" indent="0" algn="l">
              <a:spcBef>
                <a:spcPts val="100"/>
              </a:spcBef>
              <a:buNone/>
            </a:pPr>
            <a:r>
              <a:rPr lang="th-TH" sz="1150" b="0" i="0" dirty="0">
                <a:solidFill>
                  <a:srgbClr val="E6EDF7"/>
                </a:solidFill>
                <a:latin typeface="Consolas"/>
                <a:cs typeface="Consolas"/>
              </a:rPr>
              <a:t>  or data-quality questions. Read-only.</a:t>
            </a:r>
          </a:p>
          <a:p>
            <a:pPr marL="0" indent="0" algn="l">
              <a:spcBef>
                <a:spcPts val="100"/>
              </a:spcBef>
              <a:buNone/>
            </a:pPr>
            <a:r>
              <a:rPr lang="th-TH" sz="1150" b="0" i="0" dirty="0">
                <a:solidFill>
                  <a:srgbClr val="FFD089"/>
                </a:solidFill>
                <a:latin typeface="Consolas"/>
                <a:cs typeface="Consolas"/>
              </a:rPr>
              <a:t>tools: Read, Grep, Glob</a:t>
            </a:r>
          </a:p>
          <a:p>
            <a:pPr marL="0" indent="0" algn="l">
              <a:spcBef>
                <a:spcPts val="100"/>
              </a:spcBef>
              <a:buNone/>
            </a:pPr>
            <a:r>
              <a:rPr lang="th-TH" sz="1150" b="0" i="0" dirty="0">
                <a:solidFill>
                  <a:srgbClr val="FFD089"/>
                </a:solidFill>
                <a:latin typeface="Consolas"/>
                <a:cs typeface="Consolas"/>
              </a:rPr>
              <a:t>model: sonnet</a:t>
            </a:r>
          </a:p>
          <a:p>
            <a:pPr marL="0" indent="0" algn="l">
              <a:spcBef>
                <a:spcPts val="100"/>
              </a:spcBef>
              <a:buNone/>
            </a:pPr>
            <a:r>
              <a:rPr lang="th-TH" sz="1150" b="0" i="0" dirty="0">
                <a:solidFill>
                  <a:srgbClr val="7FB5FA"/>
                </a:solidFill>
                <a:latin typeface="Consolas"/>
                <a:cs typeface="Consolas"/>
              </a:rPr>
              <a:t>---</a:t>
            </a:r>
          </a:p>
          <a:p>
            <a:pPr marL="0" indent="0" algn="l">
              <a:spcBef>
                <a:spcPts val="100"/>
              </a:spcBef>
              <a:buNone/>
            </a:pPr>
            <a:r>
              <a:rPr lang="th-TH" sz="1150" b="0" i="0" dirty="0">
                <a:solidFill>
                  <a:srgbClr val="8CE0A6"/>
                </a:solidFill>
                <a:latin typeface="Consolas"/>
                <a:cs typeface="Consolas"/>
              </a:rPr>
              <a:t>## Method</a:t>
            </a:r>
          </a:p>
          <a:p>
            <a:pPr marL="0" indent="0" algn="l">
              <a:spcBef>
                <a:spcPts val="100"/>
              </a:spcBef>
              <a:buNone/>
            </a:pPr>
            <a:r>
              <a:rPr lang="th-TH" sz="1150" b="0" i="0" dirty="0">
                <a:solidFill>
                  <a:srgbClr val="E6EDF7"/>
                </a:solidFill>
                <a:latin typeface="Consolas"/>
                <a:cs typeface="Consolas"/>
              </a:rPr>
              <a:t>- Search before answering. Cite path:line.</a:t>
            </a:r>
          </a:p>
          <a:p>
            <a:pPr marL="0" indent="0" algn="l">
              <a:spcBef>
                <a:spcPts val="100"/>
              </a:spcBef>
              <a:buNone/>
            </a:pPr>
            <a:r>
              <a:rPr lang="th-TH" sz="1150" b="0" i="0" dirty="0">
                <a:solidFill>
                  <a:srgbClr val="8CE0A6"/>
                </a:solidFill>
                <a:latin typeface="Consolas"/>
                <a:cs typeface="Consolas"/>
              </a:rPr>
              <a:t>## Output format</a:t>
            </a:r>
          </a:p>
          <a:p>
            <a:pPr marL="0" indent="0" algn="l">
              <a:spcBef>
                <a:spcPts val="100"/>
              </a:spcBef>
              <a:buNone/>
            </a:pPr>
            <a:r>
              <a:rPr lang="th-TH" sz="1150" b="0" i="0" dirty="0">
                <a:solidFill>
                  <a:srgbClr val="E6EDF7"/>
                </a:solidFill>
                <a:latin typeface="Consolas"/>
                <a:cs typeface="Consolas"/>
              </a:rPr>
              <a:t>- Answer · Evidence · Risks</a:t>
            </a:r>
          </a:p>
          <a:p>
            <a:pPr marL="0" indent="0" algn="l">
              <a:spcBef>
                <a:spcPts val="100"/>
              </a:spcBef>
              <a:buNone/>
            </a:pPr>
            <a:r>
              <a:rPr lang="th-TH" sz="1150" b="0" i="0" dirty="0">
                <a:solidFill>
                  <a:srgbClr val="8CE0A6"/>
                </a:solidFill>
                <a:latin typeface="Consolas"/>
                <a:cs typeface="Consolas"/>
              </a:rPr>
              <a:t>## Constraints</a:t>
            </a:r>
          </a:p>
          <a:p>
            <a:pPr marL="0" indent="0" algn="l">
              <a:spcBef>
                <a:spcPts val="100"/>
              </a:spcBef>
              <a:buNone/>
            </a:pPr>
            <a:r>
              <a:rPr lang="th-TH" sz="1150" b="0" i="0" dirty="0">
                <a:solidFill>
                  <a:srgbClr val="E6EDF7"/>
                </a:solidFill>
                <a:latin typeface="Consolas"/>
                <a:cs typeface="Consolas"/>
              </a:rPr>
              <a:t>- Read-only. No Edit, Write, or Bash.</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Frontmatter Parameters ที่ใช้บ่อย</a:t>
            </a:r>
          </a:p>
        </p:txBody>
      </p:sp>
      <p:sp>
        <p:nvSpPr>
          <p:cNvPr id="105" name="Shape 105"/>
          <p:cNvSpPr/>
          <p:nvPr/>
        </p:nvSpPr>
        <p:spPr>
          <a:xfrm>
            <a:off x="841248" y="1600200"/>
            <a:ext cx="2404872" cy="457200"/>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400" b="1" i="0" dirty="0">
                <a:solidFill>
                  <a:srgbClr val="FFFFFF"/>
                </a:solidFill>
              </a:rPr>
              <a:t>Field</a:t>
            </a:r>
          </a:p>
        </p:txBody>
      </p:sp>
      <p:sp>
        <p:nvSpPr>
          <p:cNvPr id="106" name="Shape 106"/>
          <p:cNvSpPr/>
          <p:nvPr/>
        </p:nvSpPr>
        <p:spPr>
          <a:xfrm>
            <a:off x="3291840" y="1600200"/>
            <a:ext cx="4206240" cy="457200"/>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400" b="1" i="0" dirty="0">
                <a:solidFill>
                  <a:srgbClr val="FFFFFF"/>
                </a:solidFill>
              </a:rPr>
              <a:t>ค่า</a:t>
            </a:r>
          </a:p>
        </p:txBody>
      </p:sp>
      <p:sp>
        <p:nvSpPr>
          <p:cNvPr id="107" name="Shape 107"/>
          <p:cNvSpPr/>
          <p:nvPr/>
        </p:nvSpPr>
        <p:spPr>
          <a:xfrm>
            <a:off x="7543800" y="1600200"/>
            <a:ext cx="3813048" cy="457200"/>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400" b="1" i="0" dirty="0">
                <a:solidFill>
                  <a:srgbClr val="FFFFFF"/>
                </a:solidFill>
              </a:rPr>
              <a:t>หน้าที่</a:t>
            </a:r>
          </a:p>
        </p:txBody>
      </p:sp>
      <p:sp>
        <p:nvSpPr>
          <p:cNvPr id="108" name="Shape 108"/>
          <p:cNvSpPr/>
          <p:nvPr/>
        </p:nvSpPr>
        <p:spPr>
          <a:xfrm>
            <a:off x="841248" y="2103120"/>
            <a:ext cx="2404872"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300" b="0" i="0" dirty="0">
                <a:solidFill>
                  <a:srgbClr val="005CFF"/>
                </a:solidFill>
                <a:latin typeface="Consolas"/>
                <a:cs typeface="Consolas"/>
              </a:rPr>
              <a:t>name</a:t>
            </a:r>
          </a:p>
        </p:txBody>
      </p:sp>
      <p:sp>
        <p:nvSpPr>
          <p:cNvPr id="109" name="Shape 109"/>
          <p:cNvSpPr/>
          <p:nvPr/>
        </p:nvSpPr>
        <p:spPr>
          <a:xfrm>
            <a:off x="3291840" y="2103120"/>
            <a:ext cx="420624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100" b="0" i="0" dirty="0">
                <a:solidFill>
                  <a:srgbClr val="0D1B2A"/>
                </a:solidFill>
                <a:latin typeface="Consolas"/>
                <a:cs typeface="Consolas"/>
              </a:rPr>
              <a:t>kebab-case ไม่ซ้ำ</a:t>
            </a:r>
          </a:p>
        </p:txBody>
      </p:sp>
      <p:sp>
        <p:nvSpPr>
          <p:cNvPr id="110" name="Shape 110"/>
          <p:cNvSpPr/>
          <p:nvPr/>
        </p:nvSpPr>
        <p:spPr>
          <a:xfrm>
            <a:off x="7543800" y="2103120"/>
            <a:ext cx="3813048"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ชื่อ agent (บังคับ)</a:t>
            </a:r>
          </a:p>
        </p:txBody>
      </p:sp>
      <p:sp>
        <p:nvSpPr>
          <p:cNvPr id="111" name="Shape 111"/>
          <p:cNvSpPr/>
          <p:nvPr/>
        </p:nvSpPr>
        <p:spPr>
          <a:xfrm>
            <a:off x="841248" y="2651760"/>
            <a:ext cx="2404872"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300" b="0" i="0" dirty="0">
                <a:solidFill>
                  <a:srgbClr val="005CFF"/>
                </a:solidFill>
                <a:latin typeface="Consolas"/>
                <a:cs typeface="Consolas"/>
              </a:rPr>
              <a:t>description</a:t>
            </a:r>
          </a:p>
        </p:txBody>
      </p:sp>
      <p:sp>
        <p:nvSpPr>
          <p:cNvPr id="112" name="Shape 112"/>
          <p:cNvSpPr/>
          <p:nvPr/>
        </p:nvSpPr>
        <p:spPr>
          <a:xfrm>
            <a:off x="3291840" y="2651760"/>
            <a:ext cx="420624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100" b="0" i="0" dirty="0">
                <a:solidFill>
                  <a:srgbClr val="0D1B2A"/>
                </a:solidFill>
                <a:latin typeface="Consolas"/>
                <a:cs typeface="Consolas"/>
              </a:rPr>
              <a:t>สั้น ขึ้นต้น Use proactively</a:t>
            </a:r>
          </a:p>
        </p:txBody>
      </p:sp>
      <p:sp>
        <p:nvSpPr>
          <p:cNvPr id="113" name="Shape 113"/>
          <p:cNvSpPr/>
          <p:nvPr/>
        </p:nvSpPr>
        <p:spPr>
          <a:xfrm>
            <a:off x="7543800" y="2651760"/>
            <a:ext cx="3813048"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หัวใจของ auto-delegation (บังคับ)</a:t>
            </a:r>
          </a:p>
        </p:txBody>
      </p:sp>
      <p:sp>
        <p:nvSpPr>
          <p:cNvPr id="114" name="Shape 114"/>
          <p:cNvSpPr/>
          <p:nvPr/>
        </p:nvSpPr>
        <p:spPr>
          <a:xfrm>
            <a:off x="841248" y="3200400"/>
            <a:ext cx="2404872"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300" b="0" i="0" dirty="0">
                <a:solidFill>
                  <a:srgbClr val="005CFF"/>
                </a:solidFill>
                <a:latin typeface="Consolas"/>
                <a:cs typeface="Consolas"/>
              </a:rPr>
              <a:t>tools</a:t>
            </a:r>
          </a:p>
        </p:txBody>
      </p:sp>
      <p:sp>
        <p:nvSpPr>
          <p:cNvPr id="115" name="Shape 115"/>
          <p:cNvSpPr/>
          <p:nvPr/>
        </p:nvSpPr>
        <p:spPr>
          <a:xfrm>
            <a:off x="3291840" y="3200400"/>
            <a:ext cx="420624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100" b="0" i="0" dirty="0">
                <a:solidFill>
                  <a:srgbClr val="0D1B2A"/>
                </a:solidFill>
                <a:latin typeface="Consolas"/>
                <a:cs typeface="Consolas"/>
              </a:rPr>
              <a:t>Read, Grep, Glob</a:t>
            </a:r>
          </a:p>
        </p:txBody>
      </p:sp>
      <p:sp>
        <p:nvSpPr>
          <p:cNvPr id="116" name="Shape 116"/>
          <p:cNvSpPr/>
          <p:nvPr/>
        </p:nvSpPr>
        <p:spPr>
          <a:xfrm>
            <a:off x="7543800" y="3200400"/>
            <a:ext cx="3813048"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allowlist — ไม่ใส่ = ได้ทุกเครื่องมือ</a:t>
            </a:r>
          </a:p>
        </p:txBody>
      </p:sp>
      <p:sp>
        <p:nvSpPr>
          <p:cNvPr id="117" name="Shape 117"/>
          <p:cNvSpPr/>
          <p:nvPr/>
        </p:nvSpPr>
        <p:spPr>
          <a:xfrm>
            <a:off x="841248" y="3749039"/>
            <a:ext cx="2404872"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300" b="0" i="0" dirty="0">
                <a:solidFill>
                  <a:srgbClr val="0D1B2A"/>
                </a:solidFill>
                <a:latin typeface="Consolas"/>
                <a:cs typeface="Consolas"/>
              </a:rPr>
              <a:t>disallowedTools</a:t>
            </a:r>
          </a:p>
        </p:txBody>
      </p:sp>
      <p:sp>
        <p:nvSpPr>
          <p:cNvPr id="118" name="Shape 118"/>
          <p:cNvSpPr/>
          <p:nvPr/>
        </p:nvSpPr>
        <p:spPr>
          <a:xfrm>
            <a:off x="3291840" y="3749039"/>
            <a:ext cx="4206240"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00" b="0" i="0" dirty="0">
                <a:solidFill>
                  <a:srgbClr val="0D1B2A"/>
                </a:solidFill>
                <a:latin typeface="Consolas"/>
                <a:cs typeface="Consolas"/>
              </a:rPr>
              <a:t>WebFetch, WebSearch</a:t>
            </a:r>
          </a:p>
        </p:txBody>
      </p:sp>
      <p:sp>
        <p:nvSpPr>
          <p:cNvPr id="119" name="Shape 119"/>
          <p:cNvSpPr/>
          <p:nvPr/>
        </p:nvSpPr>
        <p:spPr>
          <a:xfrm>
            <a:off x="7543800" y="3749039"/>
            <a:ext cx="3813048"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denylist — ชื่อซ้ำทั้งสองรายการ = หลุดออก</a:t>
            </a:r>
          </a:p>
        </p:txBody>
      </p:sp>
      <p:sp>
        <p:nvSpPr>
          <p:cNvPr id="120" name="Shape 120"/>
          <p:cNvSpPr/>
          <p:nvPr/>
        </p:nvSpPr>
        <p:spPr>
          <a:xfrm>
            <a:off x="841248" y="4297679"/>
            <a:ext cx="2404872"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300" b="0" i="0" dirty="0">
                <a:solidFill>
                  <a:srgbClr val="005CFF"/>
                </a:solidFill>
                <a:latin typeface="Consolas"/>
                <a:cs typeface="Consolas"/>
              </a:rPr>
              <a:t>model</a:t>
            </a:r>
          </a:p>
        </p:txBody>
      </p:sp>
      <p:sp>
        <p:nvSpPr>
          <p:cNvPr id="121" name="Shape 121"/>
          <p:cNvSpPr/>
          <p:nvPr/>
        </p:nvSpPr>
        <p:spPr>
          <a:xfrm>
            <a:off x="3291840" y="4297679"/>
            <a:ext cx="420624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100" b="0" i="0" dirty="0">
                <a:solidFill>
                  <a:srgbClr val="0D1B2A"/>
                </a:solidFill>
                <a:latin typeface="Consolas"/>
                <a:cs typeface="Consolas"/>
              </a:rPr>
              <a:t>haiku / sonnet / opus (ชื่อตระกูล)</a:t>
            </a:r>
          </a:p>
        </p:txBody>
      </p:sp>
      <p:sp>
        <p:nvSpPr>
          <p:cNvPr id="122" name="Shape 122"/>
          <p:cNvSpPr/>
          <p:nvPr/>
        </p:nvSpPr>
        <p:spPr>
          <a:xfrm>
            <a:off x="7543800" y="4297679"/>
            <a:ext cx="3813048"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Model routing</a:t>
            </a:r>
          </a:p>
        </p:txBody>
      </p:sp>
      <p:sp>
        <p:nvSpPr>
          <p:cNvPr id="123" name="Shape 123"/>
          <p:cNvSpPr/>
          <p:nvPr/>
        </p:nvSpPr>
        <p:spPr>
          <a:xfrm>
            <a:off x="841248" y="4846320"/>
            <a:ext cx="2404872"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300" b="0" i="0" dirty="0">
                <a:solidFill>
                  <a:srgbClr val="005CFF"/>
                </a:solidFill>
                <a:latin typeface="Consolas"/>
                <a:cs typeface="Consolas"/>
              </a:rPr>
              <a:t>permissionMode</a:t>
            </a:r>
          </a:p>
        </p:txBody>
      </p:sp>
      <p:sp>
        <p:nvSpPr>
          <p:cNvPr id="124" name="Shape 124"/>
          <p:cNvSpPr/>
          <p:nvPr/>
        </p:nvSpPr>
        <p:spPr>
          <a:xfrm>
            <a:off x="3291840" y="4846320"/>
            <a:ext cx="420624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100" b="0" i="0" dirty="0">
                <a:solidFill>
                  <a:srgbClr val="0D1B2A"/>
                </a:solidFill>
                <a:latin typeface="Consolas"/>
                <a:cs typeface="Consolas"/>
              </a:rPr>
              <a:t>เช่น plan</a:t>
            </a:r>
          </a:p>
        </p:txBody>
      </p:sp>
      <p:sp>
        <p:nvSpPr>
          <p:cNvPr id="125" name="Shape 125"/>
          <p:cNvSpPr/>
          <p:nvPr/>
        </p:nvSpPr>
        <p:spPr>
          <a:xfrm>
            <a:off x="7543800" y="4846320"/>
            <a:ext cx="3813048"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มีผลเมื่อเซสชันหลักยังเป็น default</a:t>
            </a:r>
          </a:p>
        </p:txBody>
      </p:sp>
      <p:sp>
        <p:nvSpPr>
          <p:cNvPr id="126" name="Shape 126"/>
          <p:cNvSpPr/>
          <p:nvPr/>
        </p:nvSpPr>
        <p:spPr>
          <a:xfrm>
            <a:off x="841248" y="5394959"/>
            <a:ext cx="2404872"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300" b="0" i="0" dirty="0">
                <a:solidFill>
                  <a:srgbClr val="0D1B2A"/>
                </a:solidFill>
                <a:latin typeface="Consolas"/>
                <a:cs typeface="Consolas"/>
              </a:rPr>
              <a:t>skills · memory</a:t>
            </a:r>
          </a:p>
        </p:txBody>
      </p:sp>
      <p:sp>
        <p:nvSpPr>
          <p:cNvPr id="127" name="Shape 127"/>
          <p:cNvSpPr/>
          <p:nvPr/>
        </p:nvSpPr>
        <p:spPr>
          <a:xfrm>
            <a:off x="3291840" y="5394959"/>
            <a:ext cx="4206240"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00" b="0" i="0" dirty="0">
                <a:solidFill>
                  <a:srgbClr val="0D1B2A"/>
                </a:solidFill>
                <a:latin typeface="Consolas"/>
                <a:cs typeface="Consolas"/>
              </a:rPr>
              <a:t>release-checklist · project</a:t>
            </a:r>
          </a:p>
        </p:txBody>
      </p:sp>
      <p:sp>
        <p:nvSpPr>
          <p:cNvPr id="128" name="Shape 128"/>
          <p:cNvSpPr/>
          <p:nvPr/>
        </p:nvSpPr>
        <p:spPr>
          <a:xfrm>
            <a:off x="7543800" y="5394959"/>
            <a:ext cx="3813048"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preload skill · จำข้ามเซสชัน</a:t>
            </a:r>
          </a:p>
        </p:txBody>
      </p:sp>
      <p:sp>
        <p:nvSpPr>
          <p:cNvPr id="129" name="Shape 129"/>
          <p:cNvSpPr/>
          <p:nvPr/>
        </p:nvSpPr>
        <p:spPr>
          <a:xfrm>
            <a:off x="841248" y="6062472"/>
            <a:ext cx="10515600" cy="274320"/>
          </a:xfrm>
          <a:prstGeom prst="rect">
            <a:avLst/>
          </a:prstGeom>
          <a:noFill/>
          <a:ln>
            <a:noFill/>
          </a:ln>
        </p:spPr>
        <p:txBody>
          <a:bodyPr wrap="square" lIns="0" tIns="0" rIns="0" bIns="0" anchor="t">
            <a:normAutofit/>
          </a:bodyPr>
          <a:lstStyle/>
          <a:p>
            <a:pPr marL="0" indent="0" algn="l">
              <a:spcBef>
                <a:spcPts val="0"/>
              </a:spcBef>
              <a:buNone/>
            </a:pPr>
            <a:r>
              <a:rPr lang="th-TH" sz="1100" b="0" i="0" dirty="0">
                <a:solidFill>
                  <a:srgbClr val="4C5B6B"/>
                </a:solidFill>
              </a:rPr>
              <a:t>กับดัก permissionMode: เปิดเซสชันหลักด้วยโหมดยอมรับอัตโนมัติ → เอเจนต์ย่อยใช้โหมดนั้นตาม ค่าที่เขียนไว้ถูกเมินโดยไม่เตือน</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A1FB8C-623B-9D86-02ED-4FABCE3DC188}"/>
              </a:ext>
            </a:extLst>
          </p:cNvPr>
          <p:cNvSpPr>
            <a:spLocks noGrp="1"/>
          </p:cNvSpPr>
          <p:nvPr>
            <p:ph type="title"/>
          </p:nvPr>
        </p:nvSpPr>
        <p:spPr/>
        <p:txBody>
          <a:bodyPr>
            <a:normAutofit fontScale="90000"/>
          </a:bodyPr>
          <a:lstStyle/>
          <a:p>
            <a:r>
              <a:rPr lang="en-US" dirty="0"/>
              <a:t>Lab 0 · </a:t>
            </a:r>
            <a:r>
              <a:rPr lang="th-TH" dirty="0"/>
              <a:t>จับหน้าจอจริง (1/2) — ตรวจรุ่น + คีย์ + สคริปต์ตรวจ</a:t>
            </a:r>
            <a:br>
              <a:rPr lang="th-TH" dirty="0"/>
            </a:br>
            <a:endParaRPr lang="en-US" dirty="0"/>
          </a:p>
        </p:txBody>
      </p:sp>
      <p:sp>
        <p:nvSpPr>
          <p:cNvPr id="7" name="TextBox 6"/>
          <p:cNvSpPr txBox="1"/>
          <p:nvPr/>
        </p:nvSpPr>
        <p:spPr>
          <a:xfrm>
            <a:off x="838200" y="6350000"/>
            <a:ext cx="10515600" cy="320000"/>
          </a:xfrm>
          <a:prstGeom prst="rect">
            <a:avLst/>
          </a:prstGeom>
          <a:noFill/>
        </p:spPr>
        <p:txBody>
          <a:bodyPr wrap="none">
            <a:spAutoFit/>
          </a:bodyPr>
          <a:lstStyle/>
          <a:p>
            <a:r>
              <a:rPr sz="1000"/>
              <a:t>จับภาพจริงจาก TUI (interactive) · Claude Code 2.1.310 · sandbox/sales-insight</a:t>
            </a:r>
          </a:p>
        </p:txBody>
      </p:sp>
      <p:pic>
        <p:nvPicPr>
          <p:cNvPr id="10" name="Content Placeholder 9" descr="lab0-combo.png">
            <a:extLst>
              <a:ext uri="{FF2B5EF4-FFF2-40B4-BE49-F238E27FC236}">
                <a16:creationId xmlns:a16="http://schemas.microsoft.com/office/drawing/2014/main" id="{51361044-393B-ECD6-6B89-C6E58975FD40}"/>
              </a:ext>
            </a:extLst>
          </p:cNvPr>
          <p:cNvPicPr>
            <a:picLocks noGrp="1" noChangeAspect="1"/>
          </p:cNvPicPr>
          <p:nvPr>
            <p:ph sz="quarter" idx="12"/>
          </p:nvPr>
        </p:nvPicPr>
        <p:blipFill>
          <a:blip r:embed="rId2"/>
          <a:stretch>
            <a:fillRect/>
          </a:stretch>
        </p:blipFill>
        <p:spPr>
          <a:xfrm>
            <a:off x="1672263" y="1549400"/>
            <a:ext cx="8847473" cy="449421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Lab 0 · </a:t>
            </a:r>
            <a:r>
              <a:rPr lang="th-TH" dirty="0"/>
              <a:t>จับหน้าจอจริง (2/2) — </a:t>
            </a:r>
            <a:r>
              <a:rPr lang="en-US" dirty="0"/>
              <a:t>quality gate </a:t>
            </a:r>
            <a:r>
              <a:rPr lang="th-TH" dirty="0"/>
              <a:t>แดงตามออกแบบ (</a:t>
            </a:r>
            <a:r>
              <a:rPr lang="en-US" dirty="0"/>
              <a:t>exit 2)</a:t>
            </a:r>
            <a:endParaRPr dirty="0"/>
          </a:p>
        </p:txBody>
      </p:sp>
      <p:sp>
        <p:nvSpPr>
          <p:cNvPr id="6" name="TextBox 5"/>
          <p:cNvSpPr txBox="1"/>
          <p:nvPr/>
        </p:nvSpPr>
        <p:spPr>
          <a:xfrm>
            <a:off x="838200" y="6350000"/>
            <a:ext cx="10515600" cy="320000"/>
          </a:xfrm>
          <a:prstGeom prst="rect">
            <a:avLst/>
          </a:prstGeom>
          <a:noFill/>
        </p:spPr>
        <p:txBody>
          <a:bodyPr wrap="none">
            <a:spAutoFit/>
          </a:bodyPr>
          <a:lstStyle/>
          <a:p>
            <a:r>
              <a:rPr sz="1000"/>
              <a:t>จับภาพจริงจากเทอร์มินัล (นอก TUI) · Claude Code 2.1.310 · sandbox/sales-insight</a:t>
            </a:r>
          </a:p>
        </p:txBody>
      </p:sp>
      <p:sp>
        <p:nvSpPr>
          <p:cNvPr id="8" name="TextBox 7"/>
          <p:cNvSpPr txBox="1"/>
          <p:nvPr/>
        </p:nvSpPr>
        <p:spPr>
          <a:xfrm>
            <a:off x="1298148" y="3737798"/>
            <a:ext cx="9235440" cy="1015663"/>
          </a:xfrm>
          <a:prstGeom prst="rect">
            <a:avLst/>
          </a:prstGeom>
          <a:noFill/>
        </p:spPr>
        <p:txBody>
          <a:bodyPr wrap="square">
            <a:spAutoFit/>
          </a:bodyPr>
          <a:lstStyle/>
          <a:p>
            <a:r>
              <a:rPr sz="1500" b="1" dirty="0">
                <a:solidFill>
                  <a:srgbClr val="C00000"/>
                </a:solidFill>
                <a:latin typeface="Leelawadee UI"/>
              </a:rPr>
              <a:t>3 </a:t>
            </a:r>
            <a:r>
              <a:rPr sz="1500" b="1" dirty="0" err="1">
                <a:solidFill>
                  <a:srgbClr val="C00000"/>
                </a:solidFill>
                <a:latin typeface="Leelawadee UI"/>
              </a:rPr>
              <a:t>เคส</a:t>
            </a:r>
            <a:r>
              <a:rPr sz="1500" b="1" dirty="0">
                <a:solidFill>
                  <a:srgbClr val="C00000"/>
                </a:solidFill>
                <a:latin typeface="Leelawadee UI"/>
              </a:rPr>
              <a:t>: data-quality · bad-</a:t>
            </a:r>
            <a:r>
              <a:rPr sz="1500" b="1" dirty="0" err="1">
                <a:solidFill>
                  <a:srgbClr val="C00000"/>
                </a:solidFill>
                <a:latin typeface="Leelawadee UI"/>
              </a:rPr>
              <a:t>json</a:t>
            </a:r>
            <a:r>
              <a:rPr sz="1500" b="1" dirty="0">
                <a:solidFill>
                  <a:srgbClr val="C00000"/>
                </a:solidFill>
                <a:latin typeface="Leelawadee UI"/>
              </a:rPr>
              <a:t>-does-not-crash · summary-matches-valid-rows — </a:t>
            </a:r>
            <a:r>
              <a:rPr sz="1500" b="1" dirty="0" err="1">
                <a:solidFill>
                  <a:srgbClr val="C00000"/>
                </a:solidFill>
                <a:latin typeface="Leelawadee UI"/>
              </a:rPr>
              <a:t>แดงครบตั้งแต่</a:t>
            </a:r>
            <a:r>
              <a:rPr sz="1500" b="1" dirty="0">
                <a:solidFill>
                  <a:srgbClr val="C00000"/>
                </a:solidFill>
                <a:latin typeface="Leelawadee UI"/>
              </a:rPr>
              <a:t> starter</a:t>
            </a:r>
          </a:p>
          <a:p>
            <a:r>
              <a:rPr sz="1500" b="0" dirty="0">
                <a:solidFill>
                  <a:schemeClr val="accent6">
                    <a:lumMod val="50000"/>
                  </a:schemeClr>
                </a:solidFill>
                <a:latin typeface="Leelawadee UI"/>
              </a:rPr>
              <a:t>exit 2 </a:t>
            </a:r>
            <a:r>
              <a:rPr sz="1500" b="0" dirty="0" err="1">
                <a:solidFill>
                  <a:schemeClr val="accent6">
                    <a:lumMod val="50000"/>
                  </a:schemeClr>
                </a:solidFill>
                <a:latin typeface="Leelawadee UI"/>
              </a:rPr>
              <a:t>คือ</a:t>
            </a:r>
            <a:r>
              <a:rPr sz="1500" b="0" dirty="0">
                <a:solidFill>
                  <a:schemeClr val="accent6">
                    <a:lumMod val="50000"/>
                  </a:schemeClr>
                </a:solidFill>
                <a:latin typeface="Leelawadee UI"/>
              </a:rPr>
              <a:t> baseline — Workshop 5 </a:t>
            </a:r>
            <a:r>
              <a:rPr sz="1500" b="0" dirty="0" err="1">
                <a:solidFill>
                  <a:schemeClr val="accent6">
                    <a:lumMod val="50000"/>
                  </a:schemeClr>
                </a:solidFill>
                <a:latin typeface="Leelawadee UI"/>
              </a:rPr>
              <a:t>ทำให้เขียวโดยห้ามแก้</a:t>
            </a:r>
            <a:r>
              <a:rPr sz="1500" b="0" dirty="0">
                <a:solidFill>
                  <a:schemeClr val="accent6">
                    <a:lumMod val="50000"/>
                  </a:schemeClr>
                </a:solidFill>
                <a:latin typeface="Leelawadee UI"/>
              </a:rPr>
              <a:t> scripts/quality-gate.js</a:t>
            </a:r>
          </a:p>
          <a:p>
            <a:r>
              <a:rPr sz="1500" b="0" dirty="0" err="1">
                <a:solidFill>
                  <a:schemeClr val="accent6">
                    <a:lumMod val="50000"/>
                  </a:schemeClr>
                </a:solidFill>
                <a:latin typeface="Leelawadee UI"/>
              </a:rPr>
              <a:t>ตัวเลขจริงรอบนี้</a:t>
            </a:r>
            <a:r>
              <a:rPr sz="1500" b="0" dirty="0">
                <a:solidFill>
                  <a:schemeClr val="accent6">
                    <a:lumMod val="50000"/>
                  </a:schemeClr>
                </a:solidFill>
                <a:latin typeface="Leelawadee UI"/>
              </a:rPr>
              <a:t>: 18 violations · server </a:t>
            </a:r>
            <a:r>
              <a:rPr sz="1500" b="0" dirty="0" err="1">
                <a:solidFill>
                  <a:schemeClr val="accent6">
                    <a:lumMod val="50000"/>
                  </a:schemeClr>
                </a:solidFill>
                <a:latin typeface="Leelawadee UI"/>
              </a:rPr>
              <a:t>ล่มหลัง</a:t>
            </a:r>
            <a:r>
              <a:rPr sz="1500" b="0" dirty="0">
                <a:solidFill>
                  <a:schemeClr val="accent6">
                    <a:lumMod val="50000"/>
                  </a:schemeClr>
                </a:solidFill>
                <a:latin typeface="Leelawadee UI"/>
              </a:rPr>
              <a:t> POST </a:t>
            </a:r>
            <a:r>
              <a:rPr sz="1500" b="0" dirty="0" err="1">
                <a:solidFill>
                  <a:schemeClr val="accent6">
                    <a:lumMod val="50000"/>
                  </a:schemeClr>
                </a:solidFill>
                <a:latin typeface="Leelawadee UI"/>
              </a:rPr>
              <a:t>ที่ไม่ใช่</a:t>
            </a:r>
            <a:r>
              <a:rPr sz="1500" b="0" dirty="0">
                <a:solidFill>
                  <a:schemeClr val="accent6">
                    <a:lumMod val="50000"/>
                  </a:schemeClr>
                </a:solidFill>
                <a:latin typeface="Leelawadee UI"/>
              </a:rPr>
              <a:t> JSON · revenue 7529.25 </a:t>
            </a:r>
            <a:r>
              <a:rPr sz="1500" b="0" dirty="0" err="1">
                <a:solidFill>
                  <a:schemeClr val="accent6">
                    <a:lumMod val="50000"/>
                  </a:schemeClr>
                </a:solidFill>
                <a:latin typeface="Leelawadee UI"/>
              </a:rPr>
              <a:t>กับ</a:t>
            </a:r>
            <a:r>
              <a:rPr sz="1500" b="0" dirty="0">
                <a:solidFill>
                  <a:schemeClr val="accent6">
                    <a:lumMod val="50000"/>
                  </a:schemeClr>
                </a:solidFill>
                <a:latin typeface="Leelawadee UI"/>
              </a:rPr>
              <a:t> 24 orders (</a:t>
            </a:r>
            <a:r>
              <a:rPr sz="1500" b="0" dirty="0" err="1">
                <a:solidFill>
                  <a:schemeClr val="accent6">
                    <a:lumMod val="50000"/>
                  </a:schemeClr>
                </a:solidFill>
                <a:latin typeface="Leelawadee UI"/>
              </a:rPr>
              <a:t>ที่ถูกคือ</a:t>
            </a:r>
            <a:r>
              <a:rPr sz="1500" b="0" dirty="0">
                <a:solidFill>
                  <a:schemeClr val="accent6">
                    <a:lumMod val="50000"/>
                  </a:schemeClr>
                </a:solidFill>
                <a:latin typeface="Leelawadee UI"/>
              </a:rPr>
              <a:t> 4168 / 8)</a:t>
            </a:r>
          </a:p>
        </p:txBody>
      </p:sp>
      <p:pic>
        <p:nvPicPr>
          <p:cNvPr id="9" name="Content Placeholder 8" descr="image.png">
            <a:extLst>
              <a:ext uri="{FF2B5EF4-FFF2-40B4-BE49-F238E27FC236}">
                <a16:creationId xmlns:a16="http://schemas.microsoft.com/office/drawing/2014/main" id="{3D4DCF79-0D70-F16C-2000-AC217DA53B08}"/>
              </a:ext>
            </a:extLst>
          </p:cNvPr>
          <p:cNvPicPr>
            <a:picLocks noGrp="1" noChangeAspect="1"/>
          </p:cNvPicPr>
          <p:nvPr>
            <p:ph sz="quarter" idx="12"/>
          </p:nvPr>
        </p:nvPicPr>
        <p:blipFill>
          <a:blip r:embed="rId2"/>
          <a:stretch>
            <a:fillRect/>
          </a:stretch>
        </p:blipFill>
        <p:spPr>
          <a:xfrm>
            <a:off x="838200" y="1933090"/>
            <a:ext cx="10515600" cy="118711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TUI vs headless (</a:t>
            </a:r>
            <a:r>
              <a:rPr lang="en-US" dirty="0" err="1"/>
              <a:t>claude</a:t>
            </a:r>
            <a:r>
              <a:rPr lang="en-US" dirty="0"/>
              <a:t> -p) — </a:t>
            </a:r>
            <a:r>
              <a:rPr lang="th-TH" dirty="0"/>
              <a:t>ใช้ให้ถูกงาน</a:t>
            </a:r>
            <a:endParaRPr dirty="0"/>
          </a:p>
        </p:txBody>
      </p:sp>
      <p:pic>
        <p:nvPicPr>
          <p:cNvPr id="6" name="Picture 5" descr="image.png"/>
          <p:cNvPicPr>
            <a:picLocks noChangeAspect="1"/>
          </p:cNvPicPr>
          <p:nvPr/>
        </p:nvPicPr>
        <p:blipFill>
          <a:blip r:embed="rId2"/>
          <a:stretch>
            <a:fillRect/>
          </a:stretch>
        </p:blipFill>
        <p:spPr>
          <a:xfrm>
            <a:off x="6096000" y="1417320"/>
            <a:ext cx="5815828" cy="2442647"/>
          </a:xfrm>
          <a:prstGeom prst="rect">
            <a:avLst/>
          </a:prstGeom>
        </p:spPr>
      </p:pic>
      <p:sp>
        <p:nvSpPr>
          <p:cNvPr id="7" name="TextBox 6"/>
          <p:cNvSpPr txBox="1"/>
          <p:nvPr/>
        </p:nvSpPr>
        <p:spPr>
          <a:xfrm>
            <a:off x="841248" y="4434840"/>
            <a:ext cx="10515600" cy="954107"/>
          </a:xfrm>
          <a:prstGeom prst="rect">
            <a:avLst/>
          </a:prstGeom>
          <a:noFill/>
        </p:spPr>
        <p:txBody>
          <a:bodyPr wrap="square">
            <a:spAutoFit/>
          </a:bodyPr>
          <a:lstStyle/>
          <a:p>
            <a:r>
              <a:rPr sz="1400" b="1" dirty="0">
                <a:solidFill>
                  <a:srgbClr val="5AC878"/>
                </a:solidFill>
                <a:latin typeface="Leelawadee UI"/>
              </a:rPr>
              <a:t>TUI (</a:t>
            </a:r>
            <a:r>
              <a:rPr sz="1400" b="1" dirty="0" err="1">
                <a:solidFill>
                  <a:srgbClr val="5AC878"/>
                </a:solidFill>
                <a:latin typeface="Leelawadee UI"/>
              </a:rPr>
              <a:t>ซ้าย</a:t>
            </a:r>
            <a:r>
              <a:rPr sz="1400" b="1" dirty="0">
                <a:solidFill>
                  <a:srgbClr val="5AC878"/>
                </a:solidFill>
                <a:latin typeface="Leelawadee UI"/>
              </a:rPr>
              <a:t>): interactive — </a:t>
            </a:r>
            <a:r>
              <a:rPr sz="1400" b="1" dirty="0" err="1">
                <a:solidFill>
                  <a:srgbClr val="5AC878"/>
                </a:solidFill>
                <a:latin typeface="Leelawadee UI"/>
              </a:rPr>
              <a:t>กดอนุญาตทีละขั้น</a:t>
            </a:r>
            <a:r>
              <a:rPr sz="1400" b="1" dirty="0">
                <a:solidFill>
                  <a:srgbClr val="5AC878"/>
                </a:solidFill>
                <a:latin typeface="Leelawadee UI"/>
              </a:rPr>
              <a:t> </a:t>
            </a:r>
            <a:r>
              <a:rPr sz="1400" b="1" dirty="0" err="1">
                <a:solidFill>
                  <a:srgbClr val="5AC878"/>
                </a:solidFill>
                <a:latin typeface="Leelawadee UI"/>
              </a:rPr>
              <a:t>เห็น</a:t>
            </a:r>
            <a:r>
              <a:rPr sz="1400" b="1" dirty="0">
                <a:solidFill>
                  <a:srgbClr val="5AC878"/>
                </a:solidFill>
                <a:latin typeface="Leelawadee UI"/>
              </a:rPr>
              <a:t> subagent </a:t>
            </a:r>
            <a:r>
              <a:rPr sz="1400" b="1" dirty="0" err="1">
                <a:solidFill>
                  <a:srgbClr val="5AC878"/>
                </a:solidFill>
                <a:latin typeface="Leelawadee UI"/>
              </a:rPr>
              <a:t>และ</a:t>
            </a:r>
            <a:r>
              <a:rPr sz="1400" b="1" dirty="0">
                <a:solidFill>
                  <a:srgbClr val="5AC878"/>
                </a:solidFill>
                <a:latin typeface="Leelawadee UI"/>
              </a:rPr>
              <a:t> spinner </a:t>
            </a:r>
            <a:r>
              <a:rPr sz="1400" b="1" dirty="0" err="1">
                <a:solidFill>
                  <a:srgbClr val="5AC878"/>
                </a:solidFill>
                <a:latin typeface="Leelawadee UI"/>
              </a:rPr>
              <a:t>จริง</a:t>
            </a:r>
            <a:r>
              <a:rPr sz="1400" b="1" dirty="0">
                <a:solidFill>
                  <a:srgbClr val="5AC878"/>
                </a:solidFill>
                <a:latin typeface="Leelawadee UI"/>
              </a:rPr>
              <a:t> · </a:t>
            </a:r>
            <a:r>
              <a:rPr sz="1400" b="1" dirty="0" err="1">
                <a:solidFill>
                  <a:srgbClr val="5AC878"/>
                </a:solidFill>
                <a:latin typeface="Leelawadee UI"/>
              </a:rPr>
              <a:t>เหมาะกับทุก</a:t>
            </a:r>
            <a:r>
              <a:rPr sz="1400" b="1" dirty="0">
                <a:solidFill>
                  <a:srgbClr val="5AC878"/>
                </a:solidFill>
                <a:latin typeface="Leelawadee UI"/>
              </a:rPr>
              <a:t> Lab </a:t>
            </a:r>
            <a:r>
              <a:rPr sz="1400" b="1" dirty="0" err="1">
                <a:solidFill>
                  <a:srgbClr val="5AC878"/>
                </a:solidFill>
                <a:latin typeface="Leelawadee UI"/>
              </a:rPr>
              <a:t>ในคอร์สนี้</a:t>
            </a:r>
            <a:endParaRPr sz="1400" b="1" dirty="0">
              <a:solidFill>
                <a:srgbClr val="5AC878"/>
              </a:solidFill>
              <a:latin typeface="Leelawadee UI"/>
            </a:endParaRPr>
          </a:p>
          <a:p>
            <a:r>
              <a:rPr sz="1400" b="1" dirty="0">
                <a:solidFill>
                  <a:srgbClr val="C00000"/>
                </a:solidFill>
                <a:latin typeface="Leelawadee UI"/>
              </a:rPr>
              <a:t>headless </a:t>
            </a:r>
            <a:r>
              <a:rPr sz="1400" b="1" dirty="0" err="1">
                <a:solidFill>
                  <a:srgbClr val="C00000"/>
                </a:solidFill>
                <a:latin typeface="Leelawadee UI"/>
              </a:rPr>
              <a:t>claude</a:t>
            </a:r>
            <a:r>
              <a:rPr sz="1400" b="1" dirty="0">
                <a:solidFill>
                  <a:srgbClr val="C00000"/>
                </a:solidFill>
                <a:latin typeface="Leelawadee UI"/>
              </a:rPr>
              <a:t> -p (</a:t>
            </a:r>
            <a:r>
              <a:rPr sz="1400" b="1" dirty="0" err="1">
                <a:solidFill>
                  <a:srgbClr val="C00000"/>
                </a:solidFill>
                <a:latin typeface="Leelawadee UI"/>
              </a:rPr>
              <a:t>ขวา</a:t>
            </a:r>
            <a:r>
              <a:rPr sz="1400" b="1" dirty="0">
                <a:solidFill>
                  <a:srgbClr val="C00000"/>
                </a:solidFill>
                <a:latin typeface="Leelawadee UI"/>
              </a:rPr>
              <a:t>): </a:t>
            </a:r>
            <a:r>
              <a:rPr sz="1400" b="1" dirty="0" err="1">
                <a:solidFill>
                  <a:srgbClr val="C00000"/>
                </a:solidFill>
                <a:latin typeface="Leelawadee UI"/>
              </a:rPr>
              <a:t>รันจากสคริปต์</a:t>
            </a:r>
            <a:r>
              <a:rPr sz="1400" b="1" dirty="0">
                <a:solidFill>
                  <a:srgbClr val="C00000"/>
                </a:solidFill>
                <a:latin typeface="Leelawadee UI"/>
              </a:rPr>
              <a:t>/CI </a:t>
            </a:r>
            <a:r>
              <a:rPr sz="1400" b="1" dirty="0" err="1">
                <a:solidFill>
                  <a:srgbClr val="C00000"/>
                </a:solidFill>
                <a:latin typeface="Leelawadee UI"/>
              </a:rPr>
              <a:t>ไม่มีหน้าจอ</a:t>
            </a:r>
            <a:r>
              <a:rPr sz="1400" b="1" dirty="0">
                <a:solidFill>
                  <a:srgbClr val="C00000"/>
                </a:solidFill>
                <a:latin typeface="Leelawadee UI"/>
              </a:rPr>
              <a:t> · </a:t>
            </a:r>
            <a:r>
              <a:rPr sz="1400" b="1" dirty="0" err="1">
                <a:solidFill>
                  <a:srgbClr val="C00000"/>
                </a:solidFill>
                <a:latin typeface="Leelawadee UI"/>
              </a:rPr>
              <a:t>เขียน</a:t>
            </a:r>
            <a:r>
              <a:rPr sz="1400" b="1" dirty="0">
                <a:solidFill>
                  <a:srgbClr val="C00000"/>
                </a:solidFill>
                <a:latin typeface="Leelawadee UI"/>
              </a:rPr>
              <a:t> .</a:t>
            </a:r>
            <a:r>
              <a:rPr sz="1400" b="1" dirty="0" err="1">
                <a:solidFill>
                  <a:srgbClr val="C00000"/>
                </a:solidFill>
                <a:latin typeface="Leelawadee UI"/>
              </a:rPr>
              <a:t>claude</a:t>
            </a:r>
            <a:r>
              <a:rPr sz="1400" b="1" dirty="0">
                <a:solidFill>
                  <a:srgbClr val="C00000"/>
                </a:solidFill>
                <a:latin typeface="Leelawadee UI"/>
              </a:rPr>
              <a:t>/** </a:t>
            </a:r>
            <a:r>
              <a:rPr sz="1400" b="1" dirty="0" err="1">
                <a:solidFill>
                  <a:srgbClr val="C00000"/>
                </a:solidFill>
                <a:latin typeface="Leelawadee UI"/>
              </a:rPr>
              <a:t>ถูกปฏิเสธ</a:t>
            </a:r>
            <a:r>
              <a:rPr sz="1400" b="1" dirty="0">
                <a:solidFill>
                  <a:srgbClr val="C00000"/>
                </a:solidFill>
                <a:latin typeface="Leelawadee UI"/>
              </a:rPr>
              <a:t> </a:t>
            </a:r>
            <a:r>
              <a:rPr sz="1400" b="1" dirty="0" err="1">
                <a:solidFill>
                  <a:srgbClr val="C00000"/>
                </a:solidFill>
                <a:latin typeface="Leelawadee UI"/>
              </a:rPr>
              <a:t>ต้องส่ง</a:t>
            </a:r>
            <a:r>
              <a:rPr sz="1400" b="1" dirty="0">
                <a:solidFill>
                  <a:srgbClr val="C00000"/>
                </a:solidFill>
                <a:latin typeface="Leelawadee UI"/>
              </a:rPr>
              <a:t> --</a:t>
            </a:r>
            <a:r>
              <a:rPr sz="1400" b="1" dirty="0" err="1">
                <a:solidFill>
                  <a:srgbClr val="C00000"/>
                </a:solidFill>
                <a:latin typeface="Leelawadee UI"/>
              </a:rPr>
              <a:t>allowedTools</a:t>
            </a:r>
            <a:r>
              <a:rPr sz="1400" b="1" dirty="0">
                <a:solidFill>
                  <a:srgbClr val="C00000"/>
                </a:solidFill>
                <a:latin typeface="Leelawadee UI"/>
              </a:rPr>
              <a:t> </a:t>
            </a:r>
            <a:r>
              <a:rPr sz="1400" b="1" dirty="0" err="1">
                <a:solidFill>
                  <a:srgbClr val="C00000"/>
                </a:solidFill>
                <a:latin typeface="Leelawadee UI"/>
              </a:rPr>
              <a:t>เอง</a:t>
            </a:r>
            <a:r>
              <a:rPr sz="1400" b="1" dirty="0">
                <a:solidFill>
                  <a:srgbClr val="C00000"/>
                </a:solidFill>
                <a:latin typeface="Leelawadee UI"/>
              </a:rPr>
              <a:t> · </a:t>
            </a:r>
            <a:r>
              <a:rPr sz="1400" b="1" dirty="0" err="1">
                <a:solidFill>
                  <a:srgbClr val="C00000"/>
                </a:solidFill>
                <a:latin typeface="Leelawadee UI"/>
              </a:rPr>
              <a:t>เหมาะกับ</a:t>
            </a:r>
            <a:r>
              <a:rPr sz="1400" b="1" dirty="0">
                <a:solidFill>
                  <a:srgbClr val="C00000"/>
                </a:solidFill>
                <a:latin typeface="Leelawadee UI"/>
              </a:rPr>
              <a:t> automation</a:t>
            </a:r>
          </a:p>
          <a:p>
            <a:r>
              <a:rPr sz="1400" b="0" dirty="0" err="1">
                <a:solidFill>
                  <a:schemeClr val="accent6">
                    <a:lumMod val="50000"/>
                  </a:schemeClr>
                </a:solidFill>
                <a:latin typeface="Leelawadee UI"/>
              </a:rPr>
              <a:t>กติกา</a:t>
            </a:r>
            <a:r>
              <a:rPr sz="1400" b="0" dirty="0">
                <a:solidFill>
                  <a:schemeClr val="accent6">
                    <a:lumMod val="50000"/>
                  </a:schemeClr>
                </a:solidFill>
                <a:latin typeface="Leelawadee UI"/>
              </a:rPr>
              <a:t>: </a:t>
            </a:r>
            <a:r>
              <a:rPr sz="1400" b="0" dirty="0" err="1">
                <a:solidFill>
                  <a:schemeClr val="accent6">
                    <a:lumMod val="50000"/>
                  </a:schemeClr>
                </a:solidFill>
                <a:latin typeface="Leelawadee UI"/>
              </a:rPr>
              <a:t>งานที่ต้องมีคนกดอนุญาต</a:t>
            </a:r>
            <a:r>
              <a:rPr sz="1400" b="0" dirty="0">
                <a:solidFill>
                  <a:schemeClr val="accent6">
                    <a:lumMod val="50000"/>
                  </a:schemeClr>
                </a:solidFill>
                <a:latin typeface="Leelawadee UI"/>
              </a:rPr>
              <a:t>/</a:t>
            </a:r>
            <a:r>
              <a:rPr sz="1400" b="0" dirty="0" err="1">
                <a:solidFill>
                  <a:schemeClr val="accent6">
                    <a:lumMod val="50000"/>
                  </a:schemeClr>
                </a:solidFill>
                <a:latin typeface="Leelawadee UI"/>
              </a:rPr>
              <a:t>ตรวจกลางทาง</a:t>
            </a:r>
            <a:r>
              <a:rPr sz="1400" b="0" dirty="0">
                <a:solidFill>
                  <a:schemeClr val="accent6">
                    <a:lumMod val="50000"/>
                  </a:schemeClr>
                </a:solidFill>
                <a:latin typeface="Leelawadee UI"/>
              </a:rPr>
              <a:t> = TUI · </a:t>
            </a:r>
            <a:r>
              <a:rPr sz="1400" b="0" dirty="0" err="1">
                <a:solidFill>
                  <a:schemeClr val="accent6">
                    <a:lumMod val="50000"/>
                  </a:schemeClr>
                </a:solidFill>
                <a:latin typeface="Leelawadee UI"/>
              </a:rPr>
              <a:t>งานที่สั่งด้วยสคริปต์และไม่ต้องแตะ</a:t>
            </a:r>
            <a:r>
              <a:rPr sz="1400" b="0" dirty="0">
                <a:solidFill>
                  <a:schemeClr val="accent6">
                    <a:lumMod val="50000"/>
                  </a:schemeClr>
                </a:solidFill>
                <a:latin typeface="Leelawadee UI"/>
              </a:rPr>
              <a:t> .</a:t>
            </a:r>
            <a:r>
              <a:rPr sz="1400" b="0" dirty="0" err="1">
                <a:solidFill>
                  <a:schemeClr val="accent6">
                    <a:lumMod val="50000"/>
                  </a:schemeClr>
                </a:solidFill>
                <a:latin typeface="Leelawadee UI"/>
              </a:rPr>
              <a:t>claude</a:t>
            </a:r>
            <a:r>
              <a:rPr sz="1400" b="0" dirty="0">
                <a:solidFill>
                  <a:schemeClr val="accent6">
                    <a:lumMod val="50000"/>
                  </a:schemeClr>
                </a:solidFill>
                <a:latin typeface="Leelawadee UI"/>
              </a:rPr>
              <a:t>/ = headless</a:t>
            </a:r>
          </a:p>
        </p:txBody>
      </p:sp>
      <p:pic>
        <p:nvPicPr>
          <p:cNvPr id="9" name="Content Placeholder 8" descr="00-startup.png">
            <a:extLst>
              <a:ext uri="{FF2B5EF4-FFF2-40B4-BE49-F238E27FC236}">
                <a16:creationId xmlns:a16="http://schemas.microsoft.com/office/drawing/2014/main" id="{90D6EB20-355E-8D84-86EB-3B73066D2B60}"/>
              </a:ext>
            </a:extLst>
          </p:cNvPr>
          <p:cNvPicPr>
            <a:picLocks noGrp="1" noChangeAspect="1"/>
          </p:cNvPicPr>
          <p:nvPr>
            <p:ph sz="quarter" idx="12"/>
          </p:nvPr>
        </p:nvPicPr>
        <p:blipFill>
          <a:blip r:embed="rId3"/>
          <a:stretch>
            <a:fillRect/>
          </a:stretch>
        </p:blipFill>
        <p:spPr>
          <a:xfrm>
            <a:off x="838200" y="1417320"/>
            <a:ext cx="5112895" cy="275695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87C616-065A-641E-184E-98CA4BED8418}"/>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4124EBD3-339E-BFF5-CC6E-723A0DC19C41}"/>
              </a:ext>
            </a:extLst>
          </p:cNvPr>
          <p:cNvSpPr>
            <a:spLocks noGrp="1"/>
          </p:cNvSpPr>
          <p:nvPr>
            <p:ph type="sldNum" sz="quarter" idx="4"/>
          </p:nvPr>
        </p:nvSpPr>
        <p:spPr/>
        <p:txBody>
          <a:bodyPr/>
          <a:lstStyle/>
          <a:p>
            <a:fld id="{7B973119-0BF9-7444-941C-BCE2AFE6BE2E}" type="slidenum">
              <a:rPr lang="en-TH" smtClean="0"/>
              <a:pPr/>
              <a:t>35</a:t>
            </a:fld>
            <a:endParaRPr lang="en-TH"/>
          </a:p>
        </p:txBody>
      </p:sp>
      <p:sp>
        <p:nvSpPr>
          <p:cNvPr id="104" name="Title 1"/>
          <p:cNvSpPr>
            <a:spLocks noGrp="1"/>
          </p:cNvSpPr>
          <p:nvPr>
            <p:ph type="title"/>
          </p:nvPr>
        </p:nvSpPr>
        <p:spPr/>
        <p:txBody>
          <a:bodyPr>
            <a:normAutofit/>
          </a:bodyPr>
          <a:lstStyle/>
          <a:p>
            <a:r>
              <a:rPr lang="th-TH" dirty="0"/>
              <a:t>Permission Modes: กด Shift+Tab วนโหมดระหว่างทำงาน</a:t>
            </a:r>
          </a:p>
        </p:txBody>
      </p:sp>
      <p:sp>
        <p:nvSpPr>
          <p:cNvPr id="105" name="Shape 105"/>
          <p:cNvSpPr/>
          <p:nvPr/>
        </p:nvSpPr>
        <p:spPr>
          <a:xfrm>
            <a:off x="1463040" y="2331720"/>
            <a:ext cx="9235440" cy="45720"/>
          </a:xfrm>
          <a:prstGeom prst="rect">
            <a:avLst/>
          </a:prstGeom>
          <a:solidFill>
            <a:srgbClr val="C9D6E8"/>
          </a:solidFill>
          <a:ln>
            <a:noFill/>
          </a:ln>
        </p:spPr>
        <p:txBody>
          <a:bodyPr wrap="square" lIns="109728" tIns="73152" rIns="109728" bIns="73152" anchor="t">
            <a:normAutofit fontScale="25000" lnSpcReduction="20000"/>
          </a:bodyPr>
          <a:lstStyle/>
          <a:p>
            <a:endParaRPr lang="en-US" sz="1000"/>
          </a:p>
        </p:txBody>
      </p:sp>
      <p:sp>
        <p:nvSpPr>
          <p:cNvPr id="106" name="Shape 106"/>
          <p:cNvSpPr/>
          <p:nvPr/>
        </p:nvSpPr>
        <p:spPr>
          <a:xfrm>
            <a:off x="1188720" y="1847088"/>
            <a:ext cx="1005840" cy="100584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2600" b="0" i="0" dirty="0">
                <a:solidFill>
                  <a:srgbClr val="FFFFFF"/>
                </a:solidFill>
              </a:rPr>
              <a:t>M</a:t>
            </a:r>
          </a:p>
        </p:txBody>
      </p:sp>
      <p:sp>
        <p:nvSpPr>
          <p:cNvPr id="107" name="Shape 107"/>
          <p:cNvSpPr/>
          <p:nvPr/>
        </p:nvSpPr>
        <p:spPr>
          <a:xfrm>
            <a:off x="1508760" y="1627632"/>
            <a:ext cx="365760" cy="36576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1200" b="1" i="0" dirty="0">
                <a:solidFill>
                  <a:srgbClr val="FFFFFF"/>
                </a:solidFill>
              </a:rPr>
              <a:t>1</a:t>
            </a:r>
          </a:p>
        </p:txBody>
      </p:sp>
      <p:sp>
        <p:nvSpPr>
          <p:cNvPr id="108" name="Shape 108"/>
          <p:cNvSpPr/>
          <p:nvPr/>
        </p:nvSpPr>
        <p:spPr>
          <a:xfrm>
            <a:off x="365760" y="3017520"/>
            <a:ext cx="2651760" cy="146304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0D1B2A"/>
                </a:solidFill>
              </a:rPr>
              <a:t>Manual (default)</a:t>
            </a:r>
          </a:p>
          <a:p>
            <a:pPr marL="0" indent="0" algn="ctr">
              <a:spcBef>
                <a:spcPts val="300"/>
              </a:spcBef>
              <a:buNone/>
            </a:pPr>
            <a:r>
              <a:rPr lang="th-TH" sz="1250" b="0" i="0" dirty="0">
                <a:solidFill>
                  <a:srgbClr val="4C5B6B"/>
                </a:solidFill>
              </a:rPr>
              <a:t>ถามก่อนแก้ไฟล์ / รันคำสั่ง — งานอ่อนไหว</a:t>
            </a:r>
          </a:p>
        </p:txBody>
      </p:sp>
      <p:sp>
        <p:nvSpPr>
          <p:cNvPr id="109" name="Shape 109"/>
          <p:cNvSpPr/>
          <p:nvPr/>
        </p:nvSpPr>
        <p:spPr>
          <a:xfrm>
            <a:off x="4114800" y="1847088"/>
            <a:ext cx="1005840" cy="100584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2600" b="0" i="0" dirty="0">
                <a:solidFill>
                  <a:srgbClr val="FFFFFF"/>
                </a:solidFill>
              </a:rPr>
              <a:t>E</a:t>
            </a:r>
          </a:p>
        </p:txBody>
      </p:sp>
      <p:sp>
        <p:nvSpPr>
          <p:cNvPr id="110" name="Shape 110"/>
          <p:cNvSpPr/>
          <p:nvPr/>
        </p:nvSpPr>
        <p:spPr>
          <a:xfrm>
            <a:off x="4434840" y="1627632"/>
            <a:ext cx="365760" cy="36576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1200" b="1" i="0" dirty="0">
                <a:solidFill>
                  <a:srgbClr val="FFFFFF"/>
                </a:solidFill>
              </a:rPr>
              <a:t>2</a:t>
            </a:r>
          </a:p>
        </p:txBody>
      </p:sp>
      <p:sp>
        <p:nvSpPr>
          <p:cNvPr id="111" name="Shape 111"/>
          <p:cNvSpPr/>
          <p:nvPr/>
        </p:nvSpPr>
        <p:spPr>
          <a:xfrm>
            <a:off x="3291840" y="3017520"/>
            <a:ext cx="2651760" cy="146304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0D1B2A"/>
                </a:solidFill>
              </a:rPr>
              <a:t>Accept edits</a:t>
            </a:r>
          </a:p>
          <a:p>
            <a:pPr marL="0" indent="0" algn="ctr">
              <a:spcBef>
                <a:spcPts val="300"/>
              </a:spcBef>
              <a:buNone/>
            </a:pPr>
            <a:r>
              <a:rPr lang="th-TH" sz="1250" b="0" i="0" dirty="0">
                <a:solidFill>
                  <a:srgbClr val="4C5B6B"/>
                </a:solidFill>
              </a:rPr>
              <a:t>แก้ไฟล์ใน working dir ได้เลย · คำสั่งอื่นยังถาม</a:t>
            </a:r>
          </a:p>
        </p:txBody>
      </p:sp>
      <p:sp>
        <p:nvSpPr>
          <p:cNvPr id="112" name="Shape 112"/>
          <p:cNvSpPr/>
          <p:nvPr/>
        </p:nvSpPr>
        <p:spPr>
          <a:xfrm>
            <a:off x="7040880" y="1847088"/>
            <a:ext cx="1005840" cy="100584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2600" b="0" i="0" dirty="0">
                <a:solidFill>
                  <a:srgbClr val="FFFFFF"/>
                </a:solidFill>
              </a:rPr>
              <a:t>P</a:t>
            </a:r>
          </a:p>
        </p:txBody>
      </p:sp>
      <p:sp>
        <p:nvSpPr>
          <p:cNvPr id="113" name="Shape 113"/>
          <p:cNvSpPr/>
          <p:nvPr/>
        </p:nvSpPr>
        <p:spPr>
          <a:xfrm>
            <a:off x="7360920" y="1627632"/>
            <a:ext cx="365760" cy="36576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1200" b="1" i="0" dirty="0">
                <a:solidFill>
                  <a:srgbClr val="FFFFFF"/>
                </a:solidFill>
              </a:rPr>
              <a:t>3</a:t>
            </a:r>
          </a:p>
        </p:txBody>
      </p:sp>
      <p:sp>
        <p:nvSpPr>
          <p:cNvPr id="114" name="Shape 114"/>
          <p:cNvSpPr/>
          <p:nvPr/>
        </p:nvSpPr>
        <p:spPr>
          <a:xfrm>
            <a:off x="6217920" y="3017520"/>
            <a:ext cx="2651760" cy="146304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0D1B2A"/>
                </a:solidFill>
              </a:rPr>
              <a:t>Plan</a:t>
            </a:r>
          </a:p>
          <a:p>
            <a:pPr marL="0" indent="0" algn="ctr">
              <a:spcBef>
                <a:spcPts val="300"/>
              </a:spcBef>
              <a:buNone/>
            </a:pPr>
            <a:r>
              <a:rPr lang="th-TH" sz="1250" b="0" i="0" dirty="0">
                <a:solidFill>
                  <a:srgbClr val="4C5B6B"/>
                </a:solidFill>
              </a:rPr>
              <a:t>อ่าน สำรวจ เสนอแผน — ยังไม่แก้จนกว่าจะอนุมัติ</a:t>
            </a:r>
          </a:p>
        </p:txBody>
      </p:sp>
      <p:sp>
        <p:nvSpPr>
          <p:cNvPr id="115" name="Shape 115"/>
          <p:cNvSpPr/>
          <p:nvPr/>
        </p:nvSpPr>
        <p:spPr>
          <a:xfrm>
            <a:off x="9966960" y="1847088"/>
            <a:ext cx="1005840" cy="100584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2600" b="0" i="0" dirty="0">
                <a:solidFill>
                  <a:srgbClr val="FFFFFF"/>
                </a:solidFill>
              </a:rPr>
              <a:t>A</a:t>
            </a:r>
          </a:p>
        </p:txBody>
      </p:sp>
      <p:sp>
        <p:nvSpPr>
          <p:cNvPr id="116" name="Shape 116"/>
          <p:cNvSpPr/>
          <p:nvPr/>
        </p:nvSpPr>
        <p:spPr>
          <a:xfrm>
            <a:off x="10287000" y="1627632"/>
            <a:ext cx="365760" cy="36576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1200" b="1" i="0" dirty="0">
                <a:solidFill>
                  <a:srgbClr val="FFFFFF"/>
                </a:solidFill>
              </a:rPr>
              <a:t>4</a:t>
            </a:r>
          </a:p>
        </p:txBody>
      </p:sp>
      <p:sp>
        <p:nvSpPr>
          <p:cNvPr id="117" name="Shape 117"/>
          <p:cNvSpPr/>
          <p:nvPr/>
        </p:nvSpPr>
        <p:spPr>
          <a:xfrm>
            <a:off x="9144000" y="3017520"/>
            <a:ext cx="2651760" cy="146304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0D1B2A"/>
                </a:solidFill>
              </a:rPr>
              <a:t>Auto</a:t>
            </a:r>
          </a:p>
          <a:p>
            <a:pPr marL="0" indent="0" algn="ctr">
              <a:spcBef>
                <a:spcPts val="300"/>
              </a:spcBef>
              <a:buNone/>
            </a:pPr>
            <a:r>
              <a:rPr lang="th-TH" sz="1250" b="0" i="0" dirty="0">
                <a:solidFill>
                  <a:srgbClr val="4C5B6B"/>
                </a:solidFill>
              </a:rPr>
              <a:t>classifier ตรวจ action แทนเรา · โหมดเริ่มต้นของรุ่นใหม่</a:t>
            </a:r>
          </a:p>
        </p:txBody>
      </p:sp>
      <p:sp>
        <p:nvSpPr>
          <p:cNvPr id="118" name="Shape 118"/>
          <p:cNvSpPr/>
          <p:nvPr/>
        </p:nvSpPr>
        <p:spPr>
          <a:xfrm>
            <a:off x="841248" y="4572000"/>
            <a:ext cx="10515600" cy="1325880"/>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9" name="Shape 119"/>
          <p:cNvSpPr/>
          <p:nvPr/>
        </p:nvSpPr>
        <p:spPr>
          <a:xfrm>
            <a:off x="1051560" y="4645152"/>
            <a:ext cx="7315200" cy="365760"/>
          </a:xfrm>
          <a:prstGeom prst="rect">
            <a:avLst/>
          </a:prstGeom>
          <a:noFill/>
          <a:ln>
            <a:noFill/>
          </a:ln>
        </p:spPr>
        <p:txBody>
          <a:bodyPr wrap="square" lIns="0" tIns="0" rIns="0" bIns="0" anchor="t">
            <a:normAutofit/>
          </a:bodyPr>
          <a:lstStyle/>
          <a:p>
            <a:pPr marL="0" indent="0" algn="l">
              <a:spcBef>
                <a:spcPts val="0"/>
              </a:spcBef>
              <a:buNone/>
            </a:pPr>
            <a:r>
              <a:rPr lang="th-TH" sz="1400" b="1" i="0" dirty="0">
                <a:solidFill>
                  <a:srgbClr val="005CFF"/>
                </a:solidFill>
              </a:rPr>
              <a:t>วนด้วย Shift+Tab · ดูโหมดที่ status bar</a:t>
            </a:r>
          </a:p>
        </p:txBody>
      </p:sp>
      <p:sp>
        <p:nvSpPr>
          <p:cNvPr id="120" name="Shape 120"/>
          <p:cNvSpPr/>
          <p:nvPr/>
        </p:nvSpPr>
        <p:spPr>
          <a:xfrm>
            <a:off x="1051560" y="5029200"/>
            <a:ext cx="5120640" cy="365760"/>
          </a:xfrm>
          <a:prstGeom prst="rect">
            <a:avLst/>
          </a:prstGeom>
          <a:noFill/>
          <a:ln>
            <a:noFill/>
          </a:ln>
        </p:spPr>
        <p:txBody>
          <a:bodyPr wrap="square" lIns="0" tIns="0" rIns="0" bIns="0" anchor="t">
            <a:normAutofit/>
          </a:bodyPr>
          <a:lstStyle/>
          <a:p>
            <a:pPr marL="0" indent="0" algn="l">
              <a:spcBef>
                <a:spcPts val="0"/>
              </a:spcBef>
              <a:buNone/>
            </a:pPr>
            <a:r>
              <a:rPr lang="th-TH" sz="1300" b="1" i="0" dirty="0">
                <a:solidFill>
                  <a:srgbClr val="12B76A"/>
                </a:solidFill>
              </a:rPr>
              <a:t>☑ </a:t>
            </a:r>
            <a:r>
              <a:rPr lang="th-TH" sz="1300" b="0" i="0" dirty="0">
                <a:solidFill>
                  <a:srgbClr val="0D1B2A"/>
                </a:solidFill>
              </a:rPr>
              <a:t>Bypass อยู่ในวงเฉพาะเมื่อเปิดตอนเริ่ม session เท่านั้น</a:t>
            </a:r>
          </a:p>
        </p:txBody>
      </p:sp>
      <p:sp>
        <p:nvSpPr>
          <p:cNvPr id="121" name="Shape 121"/>
          <p:cNvSpPr/>
          <p:nvPr/>
        </p:nvSpPr>
        <p:spPr>
          <a:xfrm>
            <a:off x="6263640" y="5029200"/>
            <a:ext cx="5120640" cy="365760"/>
          </a:xfrm>
          <a:prstGeom prst="rect">
            <a:avLst/>
          </a:prstGeom>
          <a:noFill/>
          <a:ln>
            <a:noFill/>
          </a:ln>
        </p:spPr>
        <p:txBody>
          <a:bodyPr wrap="square" lIns="0" tIns="0" rIns="0" bIns="0" anchor="t">
            <a:normAutofit/>
          </a:bodyPr>
          <a:lstStyle/>
          <a:p>
            <a:pPr marL="0" indent="0" algn="l">
              <a:spcBef>
                <a:spcPts val="0"/>
              </a:spcBef>
              <a:buNone/>
            </a:pPr>
            <a:r>
              <a:rPr lang="th-TH" sz="1300" b="1" i="0" dirty="0">
                <a:solidFill>
                  <a:srgbClr val="12B76A"/>
                </a:solidFill>
              </a:rPr>
              <a:t>☑ </a:t>
            </a:r>
            <a:r>
              <a:rPr lang="th-TH" sz="1300" b="0" i="0" dirty="0">
                <a:solidFill>
                  <a:srgbClr val="0D1B2A"/>
                </a:solidFill>
              </a:rPr>
              <a:t>dontAsk ไม่อยู่ในวง — ตั้งด้วย --permission-mode (CI)</a:t>
            </a:r>
          </a:p>
        </p:txBody>
      </p:sp>
      <p:sp>
        <p:nvSpPr>
          <p:cNvPr id="122" name="Shape 122"/>
          <p:cNvSpPr/>
          <p:nvPr/>
        </p:nvSpPr>
        <p:spPr>
          <a:xfrm>
            <a:off x="1051560" y="5413248"/>
            <a:ext cx="5120640" cy="365760"/>
          </a:xfrm>
          <a:prstGeom prst="rect">
            <a:avLst/>
          </a:prstGeom>
          <a:noFill/>
          <a:ln>
            <a:noFill/>
          </a:ln>
        </p:spPr>
        <p:txBody>
          <a:bodyPr wrap="square" lIns="0" tIns="0" rIns="0" bIns="0" anchor="t">
            <a:normAutofit/>
          </a:bodyPr>
          <a:lstStyle/>
          <a:p>
            <a:pPr marL="0" indent="0" algn="l">
              <a:spcBef>
                <a:spcPts val="0"/>
              </a:spcBef>
              <a:buNone/>
            </a:pPr>
            <a:r>
              <a:rPr lang="th-TH" sz="1300" b="1" i="0" dirty="0">
                <a:solidFill>
                  <a:srgbClr val="12B76A"/>
                </a:solidFill>
              </a:rPr>
              <a:t>☑ </a:t>
            </a:r>
            <a:r>
              <a:rPr lang="th-TH" sz="1300" b="0" i="0" dirty="0">
                <a:solidFill>
                  <a:srgbClr val="0D1B2A"/>
                </a:solidFill>
              </a:rPr>
              <a:t>/plan นำหน้า prompt = เข้า Plan เฉพาะครั้งนั้น</a:t>
            </a:r>
          </a:p>
        </p:txBody>
      </p:sp>
      <p:sp>
        <p:nvSpPr>
          <p:cNvPr id="123" name="Shape 123"/>
          <p:cNvSpPr/>
          <p:nvPr/>
        </p:nvSpPr>
        <p:spPr>
          <a:xfrm>
            <a:off x="6263640" y="5413248"/>
            <a:ext cx="5120640" cy="365760"/>
          </a:xfrm>
          <a:prstGeom prst="rect">
            <a:avLst/>
          </a:prstGeom>
          <a:noFill/>
          <a:ln>
            <a:noFill/>
          </a:ln>
        </p:spPr>
        <p:txBody>
          <a:bodyPr wrap="square" lIns="0" tIns="0" rIns="0" bIns="0" anchor="t">
            <a:normAutofit/>
          </a:bodyPr>
          <a:lstStyle/>
          <a:p>
            <a:pPr marL="0" indent="0" algn="l">
              <a:spcBef>
                <a:spcPts val="0"/>
              </a:spcBef>
              <a:buNone/>
            </a:pPr>
            <a:r>
              <a:rPr lang="th-TH" sz="1300" b="1" i="0" dirty="0">
                <a:solidFill>
                  <a:srgbClr val="12B76A"/>
                </a:solidFill>
              </a:rPr>
              <a:t>☑ </a:t>
            </a:r>
            <a:r>
              <a:rPr lang="th-TH" sz="1300" b="0" i="0" dirty="0">
                <a:solidFill>
                  <a:srgbClr val="0D1B2A"/>
                </a:solidFill>
              </a:rPr>
              <a:t>permissionMode ของเอเจนต์ถูกเมินเมื่อเซสชันหลักไม่ใช่ default</a:t>
            </a:r>
          </a:p>
        </p:txBody>
      </p:sp>
    </p:spTree>
    <p:extLst>
      <p:ext uri="{BB962C8B-B14F-4D97-AF65-F5344CB8AC3E}">
        <p14:creationId xmlns:p14="http://schemas.microsoft.com/office/powerpoint/2010/main" val="12850996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Model Routing: จับคู่งานกับ Model</a:t>
            </a:r>
          </a:p>
        </p:txBody>
      </p:sp>
      <p:sp>
        <p:nvSpPr>
          <p:cNvPr id="7" name="TextBox 6"/>
          <p:cNvSpPr txBox="1"/>
          <p:nvPr/>
        </p:nvSpPr>
        <p:spPr>
          <a:xfrm>
            <a:off x="838200" y="4937760"/>
            <a:ext cx="10469880" cy="553998"/>
          </a:xfrm>
          <a:prstGeom prst="rect">
            <a:avLst/>
          </a:prstGeom>
          <a:noFill/>
        </p:spPr>
        <p:txBody>
          <a:bodyPr wrap="square" lIns="0" tIns="0" rIns="0" bIns="0" anchor="ctr">
            <a:spAutoFit/>
          </a:bodyPr>
          <a:lstStyle/>
          <a:p>
            <a:pPr marL="0" indent="0" algn="ctr">
              <a:spcBef>
                <a:spcPts val="0"/>
              </a:spcBef>
              <a:buNone/>
            </a:pPr>
            <a:r>
              <a:rPr lang="th-TH" sz="1500" b="1" i="0" dirty="0">
                <a:solidFill>
                  <a:srgbClr val="0D1B2A"/>
                </a:solidFill>
                <a:latin typeface="LINE Seed Sans TH"/>
                <a:cs typeface="LINE Seed Sans TH"/>
              </a:rPr>
              <a:t>งานยากมาก / ตัดสินใจสถาปัตยกรรม → opus · ตั้งใน frontmatter: </a:t>
            </a:r>
            <a:r>
              <a:rPr lang="th-TH" sz="1400" b="0" i="0" dirty="0">
                <a:solidFill>
                  <a:srgbClr val="005CFF"/>
                </a:solidFill>
                <a:latin typeface="Consolas"/>
                <a:cs typeface="Consolas"/>
              </a:rPr>
              <a:t>model: haiku | sonnet | opus | inherit</a:t>
            </a:r>
          </a:p>
        </p:txBody>
      </p:sp>
      <p:sp>
        <p:nvSpPr>
          <p:cNvPr id="108" name="Shape 108"/>
          <p:cNvSpPr/>
          <p:nvPr/>
        </p:nvSpPr>
        <p:spPr>
          <a:xfrm>
            <a:off x="838504" y="1600200"/>
            <a:ext cx="5162702" cy="713232"/>
          </a:xfrm>
          <a:prstGeom prst="roundRect">
            <a:avLst>
              <a:gd name="adj" fmla="val 12000"/>
            </a:avLst>
          </a:prstGeom>
          <a:solidFill>
            <a:srgbClr val="7FB5FA"/>
          </a:solidFill>
          <a:ln>
            <a:noFill/>
          </a:ln>
        </p:spPr>
        <p:txBody>
          <a:bodyPr wrap="square" lIns="228600" tIns="73152" rIns="228600" bIns="73152" anchor="ctr">
            <a:normAutofit/>
          </a:bodyPr>
          <a:lstStyle/>
          <a:p>
            <a:pPr marL="0" indent="0" algn="l">
              <a:spcBef>
                <a:spcPts val="0"/>
              </a:spcBef>
              <a:buNone/>
            </a:pPr>
            <a:r>
              <a:rPr lang="th-TH" sz="2200" b="1" i="0" dirty="0">
                <a:solidFill>
                  <a:srgbClr val="FFFFFF"/>
                </a:solidFill>
              </a:rPr>
              <a:t>haiku · Fast Scan</a:t>
            </a:r>
          </a:p>
        </p:txBody>
      </p:sp>
      <p:sp>
        <p:nvSpPr>
          <p:cNvPr id="109" name="Shape 109"/>
          <p:cNvSpPr/>
          <p:nvPr/>
        </p:nvSpPr>
        <p:spPr>
          <a:xfrm>
            <a:off x="838504" y="2468880"/>
            <a:ext cx="5162702" cy="2103120"/>
          </a:xfrm>
          <a:prstGeom prst="roundRect">
            <a:avLst>
              <a:gd name="adj" fmla="val 8000"/>
            </a:avLst>
          </a:prstGeom>
          <a:solidFill>
            <a:srgbClr val="F3F7FD"/>
          </a:solidFill>
          <a:ln>
            <a:noFill/>
          </a:ln>
        </p:spPr>
        <p:txBody>
          <a:bodyPr wrap="square" lIns="274320" tIns="73152" rIns="274320" bIns="73152" anchor="t">
            <a:normAutofit/>
          </a:bodyPr>
          <a:lstStyle/>
          <a:p>
            <a:pPr marL="285750" indent="-285750" algn="l">
              <a:spcBef>
                <a:spcPts val="0"/>
              </a:spcBef>
              <a:buFont typeface="Arial"/>
              <a:buChar char="•"/>
            </a:pPr>
            <a:r>
              <a:rPr lang="th-TH" sz="1600" b="1" i="0" dirty="0">
                <a:solidFill>
                  <a:srgbClr val="0D1B2A"/>
                </a:solidFill>
              </a:rPr>
              <a:t>สแกน / ค้นเร็ว, จัดหมวด</a:t>
            </a:r>
          </a:p>
          <a:p>
            <a:pPr marL="285750" indent="0" algn="l">
              <a:spcBef>
                <a:spcPts val="150"/>
              </a:spcBef>
              <a:buNone/>
            </a:pPr>
            <a:r>
              <a:rPr lang="th-TH" sz="1400" b="0" i="0" dirty="0">
                <a:solidFill>
                  <a:srgbClr val="4C5B6B"/>
                </a:solidFill>
              </a:rPr>
              <a:t>ถูกและเร็ว</a:t>
            </a:r>
          </a:p>
          <a:p>
            <a:pPr marL="285750" indent="-285750" algn="l">
              <a:spcBef>
                <a:spcPts val="1100"/>
              </a:spcBef>
              <a:buFont typeface="Arial"/>
              <a:buChar char="•"/>
            </a:pPr>
            <a:r>
              <a:rPr lang="th-TH" sz="1600" b="1" i="0" dirty="0">
                <a:solidFill>
                  <a:srgbClr val="0D1B2A"/>
                </a:solidFill>
              </a:rPr>
              <a:t>เหมาะกับ</a:t>
            </a:r>
          </a:p>
          <a:p>
            <a:pPr marL="285750" indent="0" algn="l">
              <a:spcBef>
                <a:spcPts val="150"/>
              </a:spcBef>
              <a:buNone/>
            </a:pPr>
            <a:r>
              <a:rPr lang="th-TH" sz="1400" b="0" i="0" dirty="0">
                <a:solidFill>
                  <a:srgbClr val="4C5B6B"/>
                </a:solidFill>
              </a:rPr>
              <a:t>Explore ไฟล์จำนวนมาก งานเบ็ดเตล็ด</a:t>
            </a:r>
          </a:p>
        </p:txBody>
      </p:sp>
      <p:sp>
        <p:nvSpPr>
          <p:cNvPr id="110" name="Shape 110"/>
          <p:cNvSpPr/>
          <p:nvPr/>
        </p:nvSpPr>
        <p:spPr>
          <a:xfrm>
            <a:off x="6191402" y="1600200"/>
            <a:ext cx="5162702" cy="713232"/>
          </a:xfrm>
          <a:prstGeom prst="roundRect">
            <a:avLst>
              <a:gd name="adj" fmla="val 12000"/>
            </a:avLst>
          </a:prstGeom>
          <a:solidFill>
            <a:srgbClr val="4F8BD0"/>
          </a:solidFill>
          <a:ln>
            <a:noFill/>
          </a:ln>
        </p:spPr>
        <p:txBody>
          <a:bodyPr wrap="square" lIns="228600" tIns="73152" rIns="228600" bIns="73152" anchor="ctr">
            <a:normAutofit/>
          </a:bodyPr>
          <a:lstStyle/>
          <a:p>
            <a:pPr marL="0" indent="0" algn="l">
              <a:spcBef>
                <a:spcPts val="0"/>
              </a:spcBef>
              <a:buNone/>
            </a:pPr>
            <a:r>
              <a:rPr lang="th-TH" sz="2200" b="1" i="0" dirty="0">
                <a:solidFill>
                  <a:srgbClr val="FFFFFF"/>
                </a:solidFill>
              </a:rPr>
              <a:t>sonnet · Logic</a:t>
            </a:r>
          </a:p>
        </p:txBody>
      </p:sp>
      <p:sp>
        <p:nvSpPr>
          <p:cNvPr id="111" name="Shape 111"/>
          <p:cNvSpPr/>
          <p:nvPr/>
        </p:nvSpPr>
        <p:spPr>
          <a:xfrm>
            <a:off x="6191402" y="2468880"/>
            <a:ext cx="5162702" cy="2103120"/>
          </a:xfrm>
          <a:prstGeom prst="roundRect">
            <a:avLst>
              <a:gd name="adj" fmla="val 8000"/>
            </a:avLst>
          </a:prstGeom>
          <a:solidFill>
            <a:srgbClr val="F3F7FD"/>
          </a:solidFill>
          <a:ln>
            <a:noFill/>
          </a:ln>
        </p:spPr>
        <p:txBody>
          <a:bodyPr wrap="square" lIns="274320" tIns="73152" rIns="274320" bIns="73152" anchor="t">
            <a:normAutofit/>
          </a:bodyPr>
          <a:lstStyle/>
          <a:p>
            <a:pPr marL="285750" indent="-285750" algn="l">
              <a:spcBef>
                <a:spcPts val="0"/>
              </a:spcBef>
              <a:buFont typeface="Arial"/>
              <a:buChar char="•"/>
            </a:pPr>
            <a:r>
              <a:rPr lang="th-TH" sz="1600" b="1" i="0" dirty="0">
                <a:solidFill>
                  <a:srgbClr val="0D1B2A"/>
                </a:solidFill>
              </a:rPr>
              <a:t>วิเคราะห์ logic, สรุปงานวิจัย</a:t>
            </a:r>
          </a:p>
          <a:p>
            <a:pPr marL="285750" indent="0" algn="l">
              <a:spcBef>
                <a:spcPts val="150"/>
              </a:spcBef>
              <a:buNone/>
            </a:pPr>
            <a:r>
              <a:rPr lang="th-TH" sz="1400" b="0" i="0" dirty="0">
                <a:solidFill>
                  <a:srgbClr val="4C5B6B"/>
                </a:solidFill>
              </a:rPr>
              <a:t>สมดุลระหว่างคุณภาพกับราคา</a:t>
            </a:r>
          </a:p>
          <a:p>
            <a:pPr marL="285750" indent="-285750" algn="l">
              <a:spcBef>
                <a:spcPts val="1100"/>
              </a:spcBef>
              <a:buFont typeface="Arial"/>
              <a:buChar char="•"/>
            </a:pPr>
            <a:r>
              <a:rPr lang="th-TH" sz="1600" b="1" i="0" dirty="0">
                <a:solidFill>
                  <a:srgbClr val="0D1B2A"/>
                </a:solidFill>
              </a:rPr>
              <a:t>เหมาะกับ</a:t>
            </a:r>
          </a:p>
          <a:p>
            <a:pPr marL="285750" indent="0" algn="l">
              <a:spcBef>
                <a:spcPts val="150"/>
              </a:spcBef>
              <a:buNone/>
            </a:pPr>
            <a:r>
              <a:rPr lang="th-TH" sz="1400" b="0" i="0" dirty="0">
                <a:solidFill>
                  <a:srgbClr val="4C5B6B"/>
                </a:solidFill>
              </a:rPr>
              <a:t>Code Researcher, Reviewer</a:t>
            </a:r>
          </a:p>
        </p:txBody>
      </p:sp>
      <p:sp>
        <p:nvSpPr>
          <p:cNvPr id="112" name="Shape 112"/>
          <p:cNvSpPr/>
          <p:nvPr/>
        </p:nvSpPr>
        <p:spPr>
          <a:xfrm>
            <a:off x="841248" y="5486400"/>
            <a:ext cx="10515600" cy="411480"/>
          </a:xfrm>
          <a:prstGeom prst="rect">
            <a:avLst/>
          </a:prstGeom>
          <a:noFill/>
          <a:ln>
            <a:noFill/>
          </a:ln>
        </p:spPr>
        <p:txBody>
          <a:bodyPr wrap="square" lIns="0" tIns="0" rIns="0" bIns="0" anchor="t">
            <a:normAutofit/>
          </a:bodyPr>
          <a:lstStyle/>
          <a:p>
            <a:pPr marL="0" indent="0" algn="ctr">
              <a:spcBef>
                <a:spcPts val="0"/>
              </a:spcBef>
              <a:buNone/>
            </a:pPr>
            <a:r>
              <a:rPr lang="th-TH" sz="1200" b="0" i="0" dirty="0">
                <a:solidFill>
                  <a:srgbClr val="4C5B6B"/>
                </a:solidFill>
              </a:rPr>
              <a:t>ลำดับการเลือก model: ระบุตอนเรียก → model ใน definition → env CLAUDE_CODE_SUBAGENT_MODEL → model ของ session หลัก</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05CA9B4-3585-FD89-9A37-67CA18EBCC06}"/>
              </a:ext>
            </a:extLst>
          </p:cNvPr>
          <p:cNvSpPr>
            <a:spLocks noGrp="1"/>
          </p:cNvSpPr>
          <p:nvPr>
            <p:ph type="ftr" sz="quarter" idx="3"/>
          </p:nvPr>
        </p:nvSpPr>
        <p:spPr/>
        <p:txBody>
          <a:bodyPr/>
          <a:lstStyle/>
          <a:p>
            <a:r>
              <a:rPr lang="en-US"/>
              <a:t>Copyright © 2026 9Expert Co., Ltd. All rights reserved.</a:t>
            </a:r>
            <a:endParaRPr lang="en-TH"/>
          </a:p>
        </p:txBody>
      </p:sp>
      <p:sp>
        <p:nvSpPr>
          <p:cNvPr id="3" name="Slide Number Placeholder 2">
            <a:extLst>
              <a:ext uri="{FF2B5EF4-FFF2-40B4-BE49-F238E27FC236}">
                <a16:creationId xmlns:a16="http://schemas.microsoft.com/office/drawing/2014/main" id="{DEB70693-E99D-1FB1-A707-391404D038E7}"/>
              </a:ext>
            </a:extLst>
          </p:cNvPr>
          <p:cNvSpPr>
            <a:spLocks noGrp="1"/>
          </p:cNvSpPr>
          <p:nvPr>
            <p:ph type="sldNum" sz="quarter" idx="4"/>
          </p:nvPr>
        </p:nvSpPr>
        <p:spPr/>
        <p:txBody>
          <a:bodyPr/>
          <a:lstStyle/>
          <a:p>
            <a:fld id="{7B973119-0BF9-7444-941C-BCE2AFE6BE2E}" type="slidenum">
              <a:rPr lang="en-TH" smtClean="0"/>
              <a:t>37</a:t>
            </a:fld>
            <a:endParaRPr lang="en-TH"/>
          </a:p>
        </p:txBody>
      </p:sp>
      <p:sp>
        <p:nvSpPr>
          <p:cNvPr id="104" name="Title 1"/>
          <p:cNvSpPr>
            <a:spLocks noGrp="1"/>
          </p:cNvSpPr>
          <p:nvPr>
            <p:ph type="title"/>
          </p:nvPr>
        </p:nvSpPr>
        <p:spPr/>
        <p:txBody>
          <a:bodyPr>
            <a:normAutofit/>
          </a:bodyPr>
          <a:lstStyle/>
          <a:p>
            <a:r>
              <a:rPr lang="th-TH" dirty="0"/>
              <a:t>เรียกใช้ Specialty Agent ได้ 3 วิธี</a:t>
            </a:r>
          </a:p>
        </p:txBody>
      </p:sp>
      <p:sp>
        <p:nvSpPr>
          <p:cNvPr id="105" name="Shape 105"/>
          <p:cNvSpPr/>
          <p:nvPr/>
        </p:nvSpPr>
        <p:spPr>
          <a:xfrm>
            <a:off x="841248" y="1645920"/>
            <a:ext cx="3291840" cy="420624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6" name="Shape 106"/>
          <p:cNvSpPr/>
          <p:nvPr/>
        </p:nvSpPr>
        <p:spPr>
          <a:xfrm>
            <a:off x="2029968" y="1828800"/>
            <a:ext cx="914400" cy="91440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1800" b="1" i="0" dirty="0">
                <a:solidFill>
                  <a:srgbClr val="FFFFFF"/>
                </a:solidFill>
              </a:rPr>
              <a:t>auto</a:t>
            </a:r>
          </a:p>
        </p:txBody>
      </p:sp>
      <p:sp>
        <p:nvSpPr>
          <p:cNvPr id="107" name="Shape 107"/>
          <p:cNvSpPr/>
          <p:nvPr/>
        </p:nvSpPr>
        <p:spPr>
          <a:xfrm>
            <a:off x="978408" y="2880360"/>
            <a:ext cx="3017520" cy="457200"/>
          </a:xfrm>
          <a:prstGeom prst="rect">
            <a:avLst/>
          </a:prstGeom>
          <a:noFill/>
          <a:ln>
            <a:noFill/>
          </a:ln>
        </p:spPr>
        <p:txBody>
          <a:bodyPr wrap="square" lIns="0" tIns="0" rIns="0" bIns="0" anchor="t">
            <a:normAutofit/>
          </a:bodyPr>
          <a:lstStyle/>
          <a:p>
            <a:pPr marL="0" indent="0" algn="ctr">
              <a:spcBef>
                <a:spcPts val="0"/>
              </a:spcBef>
              <a:buNone/>
            </a:pPr>
            <a:r>
              <a:rPr lang="th-TH" sz="1900" b="1" i="0" dirty="0">
                <a:solidFill>
                  <a:srgbClr val="0D1B2A"/>
                </a:solidFill>
              </a:rPr>
              <a:t>1. Auto-delegation</a:t>
            </a:r>
          </a:p>
        </p:txBody>
      </p:sp>
      <p:sp>
        <p:nvSpPr>
          <p:cNvPr id="108" name="Shape 108"/>
          <p:cNvSpPr/>
          <p:nvPr/>
        </p:nvSpPr>
        <p:spPr>
          <a:xfrm>
            <a:off x="1024128" y="3429000"/>
            <a:ext cx="2926080" cy="1188720"/>
          </a:xfrm>
          <a:prstGeom prst="rect">
            <a:avLst/>
          </a:prstGeom>
          <a:noFill/>
          <a:ln>
            <a:noFill/>
          </a:ln>
        </p:spPr>
        <p:txBody>
          <a:bodyPr wrap="square" lIns="0" tIns="0" rIns="0" bIns="0" anchor="t">
            <a:normAutofit/>
          </a:bodyPr>
          <a:lstStyle/>
          <a:p>
            <a:pPr marL="0" indent="0" algn="ctr">
              <a:spcBef>
                <a:spcPts val="0"/>
              </a:spcBef>
              <a:buNone/>
            </a:pPr>
            <a:r>
              <a:rPr lang="th-TH" sz="1400" b="0" i="0" dirty="0">
                <a:solidFill>
                  <a:srgbClr val="0D1B2A"/>
                </a:solidFill>
              </a:rPr>
              <a:t>Leader อ่าน description แล้วเลือก agent เองเมื่อโจทย์ตรง</a:t>
            </a:r>
          </a:p>
        </p:txBody>
      </p:sp>
      <p:sp>
        <p:nvSpPr>
          <p:cNvPr id="109" name="Shape 109"/>
          <p:cNvSpPr/>
          <p:nvPr/>
        </p:nvSpPr>
        <p:spPr>
          <a:xfrm>
            <a:off x="1069848" y="4663440"/>
            <a:ext cx="2834640" cy="960120"/>
          </a:xfrm>
          <a:prstGeom prst="roundRect">
            <a:avLst>
              <a:gd name="adj" fmla="val 12000"/>
            </a:avLst>
          </a:prstGeom>
          <a:solidFill>
            <a:srgbClr val="FFFFFF"/>
          </a:solidFill>
          <a:ln w="12700">
            <a:solidFill>
              <a:srgbClr val="DCE6F5"/>
            </a:solidFill>
          </a:ln>
        </p:spPr>
        <p:txBody>
          <a:bodyPr wrap="square" lIns="91440" tIns="73152" rIns="91440" bIns="73152" anchor="ctr">
            <a:normAutofit/>
          </a:bodyPr>
          <a:lstStyle/>
          <a:p>
            <a:pPr marL="0" indent="0" algn="ctr">
              <a:spcBef>
                <a:spcPts val="0"/>
              </a:spcBef>
              <a:buNone/>
            </a:pPr>
            <a:r>
              <a:rPr lang="th-TH" sz="1200" b="0" i="0" dirty="0">
                <a:solidFill>
                  <a:srgbClr val="4C5B6B"/>
                </a:solidFill>
              </a:rPr>
              <a:t>description ต้องชัด — ใส่ “Use proactively for ...”</a:t>
            </a:r>
          </a:p>
        </p:txBody>
      </p:sp>
      <p:sp>
        <p:nvSpPr>
          <p:cNvPr id="110" name="Shape 110"/>
          <p:cNvSpPr/>
          <p:nvPr/>
        </p:nvSpPr>
        <p:spPr>
          <a:xfrm>
            <a:off x="4407408" y="1645920"/>
            <a:ext cx="3291840" cy="420624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1" name="Shape 111"/>
          <p:cNvSpPr/>
          <p:nvPr/>
        </p:nvSpPr>
        <p:spPr>
          <a:xfrm>
            <a:off x="5596128" y="1828800"/>
            <a:ext cx="914400" cy="91440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2600" b="1" i="0" dirty="0">
                <a:solidFill>
                  <a:srgbClr val="FFFFFF"/>
                </a:solidFill>
              </a:rPr>
              <a:t>@</a:t>
            </a:r>
          </a:p>
        </p:txBody>
      </p:sp>
      <p:sp>
        <p:nvSpPr>
          <p:cNvPr id="112" name="Shape 112"/>
          <p:cNvSpPr/>
          <p:nvPr/>
        </p:nvSpPr>
        <p:spPr>
          <a:xfrm>
            <a:off x="4544568" y="2880360"/>
            <a:ext cx="3017520" cy="457200"/>
          </a:xfrm>
          <a:prstGeom prst="rect">
            <a:avLst/>
          </a:prstGeom>
          <a:noFill/>
          <a:ln>
            <a:noFill/>
          </a:ln>
        </p:spPr>
        <p:txBody>
          <a:bodyPr wrap="square" lIns="0" tIns="0" rIns="0" bIns="0" anchor="t">
            <a:normAutofit/>
          </a:bodyPr>
          <a:lstStyle/>
          <a:p>
            <a:pPr marL="0" indent="0" algn="ctr">
              <a:spcBef>
                <a:spcPts val="0"/>
              </a:spcBef>
              <a:buNone/>
            </a:pPr>
            <a:r>
              <a:rPr lang="th-TH" sz="1900" b="1" i="0" dirty="0">
                <a:solidFill>
                  <a:srgbClr val="0D1B2A"/>
                </a:solidFill>
              </a:rPr>
              <a:t>2. @-mention</a:t>
            </a:r>
          </a:p>
        </p:txBody>
      </p:sp>
      <p:sp>
        <p:nvSpPr>
          <p:cNvPr id="113" name="Shape 113"/>
          <p:cNvSpPr/>
          <p:nvPr/>
        </p:nvSpPr>
        <p:spPr>
          <a:xfrm>
            <a:off x="4590288" y="3429000"/>
            <a:ext cx="2926080" cy="1188720"/>
          </a:xfrm>
          <a:prstGeom prst="rect">
            <a:avLst/>
          </a:prstGeom>
          <a:noFill/>
          <a:ln>
            <a:noFill/>
          </a:ln>
        </p:spPr>
        <p:txBody>
          <a:bodyPr wrap="square" lIns="0" tIns="0" rIns="0" bIns="0" anchor="t">
            <a:normAutofit/>
          </a:bodyPr>
          <a:lstStyle/>
          <a:p>
            <a:pPr marL="0" indent="0" algn="ctr">
              <a:spcBef>
                <a:spcPts val="0"/>
              </a:spcBef>
              <a:buNone/>
            </a:pPr>
            <a:r>
              <a:rPr lang="th-TH" sz="1250" b="0" i="0" dirty="0">
                <a:solidFill>
                  <a:srgbClr val="005CFF"/>
                </a:solidFill>
                <a:latin typeface="Consolas"/>
                <a:cs typeface="Consolas"/>
              </a:rPr>
              <a:t>@data-researcher &lt;โจทย์&gt;</a:t>
            </a:r>
          </a:p>
        </p:txBody>
      </p:sp>
      <p:sp>
        <p:nvSpPr>
          <p:cNvPr id="114" name="Shape 114"/>
          <p:cNvSpPr/>
          <p:nvPr/>
        </p:nvSpPr>
        <p:spPr>
          <a:xfrm>
            <a:off x="4636008" y="4663440"/>
            <a:ext cx="2834640" cy="960120"/>
          </a:xfrm>
          <a:prstGeom prst="roundRect">
            <a:avLst>
              <a:gd name="adj" fmla="val 12000"/>
            </a:avLst>
          </a:prstGeom>
          <a:solidFill>
            <a:srgbClr val="FFFFFF"/>
          </a:solidFill>
          <a:ln w="12700">
            <a:solidFill>
              <a:srgbClr val="DCE6F5"/>
            </a:solidFill>
          </a:ln>
        </p:spPr>
        <p:txBody>
          <a:bodyPr wrap="square" lIns="91440" tIns="73152" rIns="91440" bIns="73152" anchor="ctr">
            <a:normAutofit/>
          </a:bodyPr>
          <a:lstStyle/>
          <a:p>
            <a:pPr marL="0" indent="0" algn="ctr">
              <a:spcBef>
                <a:spcPts val="0"/>
              </a:spcBef>
              <a:buNone/>
            </a:pPr>
            <a:r>
              <a:rPr lang="th-TH" sz="1200" b="0" i="0" dirty="0">
                <a:solidFill>
                  <a:srgbClr val="4C5B6B"/>
                </a:solidFill>
              </a:rPr>
              <a:t>รับประกันว่า agent ตัวนี้ถูกเรียก</a:t>
            </a:r>
          </a:p>
        </p:txBody>
      </p:sp>
      <p:sp>
        <p:nvSpPr>
          <p:cNvPr id="115" name="Shape 115"/>
          <p:cNvSpPr/>
          <p:nvPr/>
        </p:nvSpPr>
        <p:spPr>
          <a:xfrm>
            <a:off x="7973568" y="1645920"/>
            <a:ext cx="3291840" cy="420624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6" name="Shape 116"/>
          <p:cNvSpPr/>
          <p:nvPr/>
        </p:nvSpPr>
        <p:spPr>
          <a:xfrm>
            <a:off x="9162288" y="1828800"/>
            <a:ext cx="914400" cy="914400"/>
          </a:xfrm>
          <a:prstGeom prst="ellipse">
            <a:avLst/>
          </a:prstGeom>
          <a:solidFill>
            <a:srgbClr val="2486FF"/>
          </a:solidFill>
          <a:ln>
            <a:noFill/>
          </a:ln>
        </p:spPr>
        <p:txBody>
          <a:bodyPr wrap="square" lIns="0" tIns="0" rIns="0" bIns="0" anchor="ctr">
            <a:normAutofit/>
          </a:bodyPr>
          <a:lstStyle/>
          <a:p>
            <a:pPr marL="0" indent="0" algn="ctr">
              <a:spcBef>
                <a:spcPts val="0"/>
              </a:spcBef>
              <a:buNone/>
            </a:pPr>
            <a:r>
              <a:rPr lang="th-TH" sz="1800" b="1" i="0" dirty="0">
                <a:solidFill>
                  <a:srgbClr val="FFFFFF"/>
                </a:solidFill>
              </a:rPr>
              <a:t>CLI</a:t>
            </a:r>
          </a:p>
        </p:txBody>
      </p:sp>
      <p:sp>
        <p:nvSpPr>
          <p:cNvPr id="117" name="Shape 117"/>
          <p:cNvSpPr/>
          <p:nvPr/>
        </p:nvSpPr>
        <p:spPr>
          <a:xfrm>
            <a:off x="8110728" y="2880360"/>
            <a:ext cx="3017520" cy="457200"/>
          </a:xfrm>
          <a:prstGeom prst="rect">
            <a:avLst/>
          </a:prstGeom>
          <a:noFill/>
          <a:ln>
            <a:noFill/>
          </a:ln>
        </p:spPr>
        <p:txBody>
          <a:bodyPr wrap="square" lIns="0" tIns="0" rIns="0" bIns="0" anchor="t">
            <a:normAutofit/>
          </a:bodyPr>
          <a:lstStyle/>
          <a:p>
            <a:pPr marL="0" indent="0" algn="ctr">
              <a:spcBef>
                <a:spcPts val="0"/>
              </a:spcBef>
              <a:buNone/>
            </a:pPr>
            <a:r>
              <a:rPr lang="th-TH" sz="1900" b="1" i="0" dirty="0">
                <a:solidFill>
                  <a:srgbClr val="0D1B2A"/>
                </a:solidFill>
              </a:rPr>
              <a:t>3. CLI flag / settings</a:t>
            </a:r>
          </a:p>
        </p:txBody>
      </p:sp>
      <p:sp>
        <p:nvSpPr>
          <p:cNvPr id="118" name="Shape 118"/>
          <p:cNvSpPr/>
          <p:nvPr/>
        </p:nvSpPr>
        <p:spPr>
          <a:xfrm>
            <a:off x="8156448" y="3429000"/>
            <a:ext cx="2926080" cy="1188720"/>
          </a:xfrm>
          <a:prstGeom prst="rect">
            <a:avLst/>
          </a:prstGeom>
          <a:noFill/>
          <a:ln>
            <a:noFill/>
          </a:ln>
        </p:spPr>
        <p:txBody>
          <a:bodyPr wrap="square" lIns="0" tIns="0" rIns="0" bIns="0" anchor="t">
            <a:normAutofit/>
          </a:bodyPr>
          <a:lstStyle/>
          <a:p>
            <a:pPr marL="0" indent="0" algn="ctr">
              <a:spcBef>
                <a:spcPts val="0"/>
              </a:spcBef>
              <a:buNone/>
            </a:pPr>
            <a:r>
              <a:rPr lang="th-TH" sz="1250" b="0" i="0" dirty="0">
                <a:solidFill>
                  <a:srgbClr val="005CFF"/>
                </a:solidFill>
                <a:latin typeface="Consolas"/>
                <a:cs typeface="Consolas"/>
              </a:rPr>
              <a:t>claude --agent data-researcher</a:t>
            </a:r>
          </a:p>
        </p:txBody>
      </p:sp>
      <p:sp>
        <p:nvSpPr>
          <p:cNvPr id="119" name="Shape 119"/>
          <p:cNvSpPr/>
          <p:nvPr/>
        </p:nvSpPr>
        <p:spPr>
          <a:xfrm>
            <a:off x="8202168" y="4663440"/>
            <a:ext cx="2834640" cy="960120"/>
          </a:xfrm>
          <a:prstGeom prst="roundRect">
            <a:avLst>
              <a:gd name="adj" fmla="val 12000"/>
            </a:avLst>
          </a:prstGeom>
          <a:solidFill>
            <a:srgbClr val="FFFFFF"/>
          </a:solidFill>
          <a:ln w="12700">
            <a:solidFill>
              <a:srgbClr val="DCE6F5"/>
            </a:solidFill>
          </a:ln>
        </p:spPr>
        <p:txBody>
          <a:bodyPr wrap="square" lIns="91440" tIns="73152" rIns="91440" bIns="73152" anchor="ctr">
            <a:normAutofit/>
          </a:bodyPr>
          <a:lstStyle/>
          <a:p>
            <a:pPr marL="0" indent="0" algn="ctr">
              <a:spcBef>
                <a:spcPts val="0"/>
              </a:spcBef>
              <a:buNone/>
            </a:pPr>
            <a:r>
              <a:rPr lang="th-TH" sz="1200" b="0" i="0" dirty="0">
                <a:solidFill>
                  <a:srgbClr val="4C5B6B"/>
                </a:solidFill>
              </a:rPr>
              <a:t>หรือ "agent": "data-researcher" ใน .claude/settings.json</a:t>
            </a:r>
          </a:p>
        </p:txBody>
      </p:sp>
    </p:spTree>
    <p:extLst>
      <p:ext uri="{BB962C8B-B14F-4D97-AF65-F5344CB8AC3E}">
        <p14:creationId xmlns:p14="http://schemas.microsoft.com/office/powerpoint/2010/main" val="41867276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Description &amp; Error ที่ดี: Agent เลือกถูก แก้ทางเองได้</a:t>
            </a:r>
          </a:p>
        </p:txBody>
      </p:sp>
      <p:sp>
        <p:nvSpPr>
          <p:cNvPr id="105" name="Shape 105"/>
          <p:cNvSpPr/>
          <p:nvPr/>
        </p:nvSpPr>
        <p:spPr>
          <a:xfrm>
            <a:off x="3291840" y="1645920"/>
            <a:ext cx="4023360" cy="685800"/>
          </a:xfrm>
          <a:prstGeom prst="roundRect">
            <a:avLst>
              <a:gd name="adj" fmla="val 15000"/>
            </a:avLst>
          </a:prstGeom>
          <a:solidFill>
            <a:srgbClr val="0D1B2A"/>
          </a:solidFill>
          <a:ln>
            <a:noFill/>
          </a:ln>
        </p:spPr>
        <p:txBody>
          <a:bodyPr wrap="square" lIns="109728" tIns="73152" rIns="109728" bIns="73152" anchor="ctr">
            <a:normAutofit/>
          </a:bodyPr>
          <a:lstStyle/>
          <a:p>
            <a:pPr marL="0" indent="0" algn="ctr">
              <a:spcBef>
                <a:spcPts val="0"/>
              </a:spcBef>
              <a:buNone/>
            </a:pPr>
            <a:r>
              <a:rPr lang="th-TH" sz="1900" b="1" i="0" dirty="0">
                <a:solidFill>
                  <a:srgbClr val="FFFFFF"/>
                </a:solidFill>
              </a:rPr>
              <a:t>แบบที่พลาด</a:t>
            </a:r>
          </a:p>
        </p:txBody>
      </p:sp>
      <p:sp>
        <p:nvSpPr>
          <p:cNvPr id="106" name="Shape 106"/>
          <p:cNvSpPr/>
          <p:nvPr/>
        </p:nvSpPr>
        <p:spPr>
          <a:xfrm>
            <a:off x="7360920" y="1645920"/>
            <a:ext cx="3995928" cy="685800"/>
          </a:xfrm>
          <a:prstGeom prst="roundRect">
            <a:avLst>
              <a:gd name="adj" fmla="val 15000"/>
            </a:avLst>
          </a:prstGeom>
          <a:solidFill>
            <a:srgbClr val="005CFF"/>
          </a:solidFill>
          <a:ln>
            <a:noFill/>
          </a:ln>
        </p:spPr>
        <p:txBody>
          <a:bodyPr wrap="square" lIns="109728" tIns="73152" rIns="109728" bIns="73152" anchor="ctr">
            <a:normAutofit/>
          </a:bodyPr>
          <a:lstStyle/>
          <a:p>
            <a:pPr marL="0" indent="0" algn="ctr">
              <a:spcBef>
                <a:spcPts val="0"/>
              </a:spcBef>
              <a:buNone/>
            </a:pPr>
            <a:r>
              <a:rPr lang="th-TH" sz="1900" b="1" i="0" dirty="0">
                <a:solidFill>
                  <a:srgbClr val="FFFFFF"/>
                </a:solidFill>
              </a:rPr>
              <a:t>✅  แบบที่ดี</a:t>
            </a:r>
          </a:p>
        </p:txBody>
      </p:sp>
      <p:sp>
        <p:nvSpPr>
          <p:cNvPr id="107" name="Shape 107"/>
          <p:cNvSpPr/>
          <p:nvPr/>
        </p:nvSpPr>
        <p:spPr>
          <a:xfrm>
            <a:off x="841248" y="2468880"/>
            <a:ext cx="2404872" cy="749808"/>
          </a:xfrm>
          <a:prstGeom prst="rect">
            <a:avLst/>
          </a:prstGeom>
          <a:solidFill>
            <a:srgbClr val="F3F7FD"/>
          </a:solidFill>
          <a:ln w="12700">
            <a:solidFill>
              <a:srgbClr val="DCE6F5"/>
            </a:solidFill>
          </a:ln>
        </p:spPr>
        <p:txBody>
          <a:bodyPr wrap="square" lIns="182880" tIns="73152" rIns="182880" bIns="73152" anchor="ctr">
            <a:normAutofit/>
          </a:bodyPr>
          <a:lstStyle/>
          <a:p>
            <a:pPr marL="0" indent="0" algn="l">
              <a:spcBef>
                <a:spcPts val="0"/>
              </a:spcBef>
              <a:buNone/>
            </a:pPr>
            <a:r>
              <a:rPr lang="th-TH" sz="1500" b="1" i="0" dirty="0">
                <a:solidFill>
                  <a:srgbClr val="0D1B2A"/>
                </a:solidFill>
              </a:rPr>
              <a:t>Description</a:t>
            </a:r>
          </a:p>
        </p:txBody>
      </p:sp>
      <p:sp>
        <p:nvSpPr>
          <p:cNvPr id="108" name="Shape 108"/>
          <p:cNvSpPr/>
          <p:nvPr/>
        </p:nvSpPr>
        <p:spPr>
          <a:xfrm>
            <a:off x="3291840" y="2468880"/>
            <a:ext cx="4023360"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400" b="0" i="0" dirty="0">
                <a:solidFill>
                  <a:srgbClr val="0D1B2A"/>
                </a:solidFill>
              </a:rPr>
              <a:t>"helps with code" — กว้าง กำกวม</a:t>
            </a:r>
          </a:p>
        </p:txBody>
      </p:sp>
      <p:sp>
        <p:nvSpPr>
          <p:cNvPr id="109" name="Shape 109"/>
          <p:cNvSpPr/>
          <p:nvPr/>
        </p:nvSpPr>
        <p:spPr>
          <a:xfrm>
            <a:off x="7360920" y="2468880"/>
            <a:ext cx="3995928"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400" b="0" i="0" dirty="0">
                <a:solidFill>
                  <a:srgbClr val="0D1B2A"/>
                </a:solidFill>
              </a:rPr>
              <a:t>บอกว่าทำอะไร + ใช้เมื่อไหร่ ("Use proactively for …")</a:t>
            </a:r>
          </a:p>
        </p:txBody>
      </p:sp>
      <p:sp>
        <p:nvSpPr>
          <p:cNvPr id="110" name="Shape 110"/>
          <p:cNvSpPr/>
          <p:nvPr/>
        </p:nvSpPr>
        <p:spPr>
          <a:xfrm>
            <a:off x="841248" y="3310128"/>
            <a:ext cx="2404872" cy="749808"/>
          </a:xfrm>
          <a:prstGeom prst="rect">
            <a:avLst/>
          </a:prstGeom>
          <a:solidFill>
            <a:srgbClr val="F3F7FD"/>
          </a:solidFill>
          <a:ln w="12700">
            <a:solidFill>
              <a:srgbClr val="DCE6F5"/>
            </a:solidFill>
          </a:ln>
        </p:spPr>
        <p:txBody>
          <a:bodyPr wrap="square" lIns="182880" tIns="73152" rIns="182880" bIns="73152" anchor="ctr">
            <a:normAutofit/>
          </a:bodyPr>
          <a:lstStyle/>
          <a:p>
            <a:pPr marL="0" indent="0" algn="l">
              <a:spcBef>
                <a:spcPts val="0"/>
              </a:spcBef>
              <a:buNone/>
            </a:pPr>
            <a:r>
              <a:rPr lang="th-TH" sz="1500" b="1" i="0" dirty="0">
                <a:solidFill>
                  <a:srgbClr val="0D1B2A"/>
                </a:solidFill>
              </a:rPr>
              <a:t>Input schema</a:t>
            </a:r>
          </a:p>
        </p:txBody>
      </p:sp>
      <p:sp>
        <p:nvSpPr>
          <p:cNvPr id="111" name="Shape 111"/>
          <p:cNvSpPr/>
          <p:nvPr/>
        </p:nvSpPr>
        <p:spPr>
          <a:xfrm>
            <a:off x="3291840" y="3310128"/>
            <a:ext cx="4023360"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400" b="0" i="0" dirty="0">
                <a:solidFill>
                  <a:srgbClr val="0D1B2A"/>
                </a:solidFill>
              </a:rPr>
              <a:t>ทุกฟิลด์ required · ช่อง free text หมด</a:t>
            </a:r>
          </a:p>
        </p:txBody>
      </p:sp>
      <p:sp>
        <p:nvSpPr>
          <p:cNvPr id="112" name="Shape 112"/>
          <p:cNvSpPr/>
          <p:nvPr/>
        </p:nvSpPr>
        <p:spPr>
          <a:xfrm>
            <a:off x="7360920" y="3310128"/>
            <a:ext cx="3995928"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400" b="0" i="0" dirty="0">
                <a:solidFill>
                  <a:srgbClr val="0D1B2A"/>
                </a:solidFill>
              </a:rPr>
              <a:t>required เท่าที่ขาดไม่ได้ · enum สำหรับค่าตายตัว</a:t>
            </a:r>
          </a:p>
        </p:txBody>
      </p:sp>
      <p:sp>
        <p:nvSpPr>
          <p:cNvPr id="113" name="Shape 113"/>
          <p:cNvSpPr/>
          <p:nvPr/>
        </p:nvSpPr>
        <p:spPr>
          <a:xfrm>
            <a:off x="841248" y="4151376"/>
            <a:ext cx="2404872" cy="749808"/>
          </a:xfrm>
          <a:prstGeom prst="rect">
            <a:avLst/>
          </a:prstGeom>
          <a:solidFill>
            <a:srgbClr val="F3F7FD"/>
          </a:solidFill>
          <a:ln w="12700">
            <a:solidFill>
              <a:srgbClr val="DCE6F5"/>
            </a:solidFill>
          </a:ln>
        </p:spPr>
        <p:txBody>
          <a:bodyPr wrap="square" lIns="182880" tIns="73152" rIns="182880" bIns="73152" anchor="ctr">
            <a:normAutofit/>
          </a:bodyPr>
          <a:lstStyle/>
          <a:p>
            <a:pPr marL="0" indent="0" algn="l">
              <a:spcBef>
                <a:spcPts val="0"/>
              </a:spcBef>
              <a:buNone/>
            </a:pPr>
            <a:r>
              <a:rPr lang="th-TH" sz="1500" b="1" i="0" dirty="0">
                <a:solidFill>
                  <a:srgbClr val="0D1B2A"/>
                </a:solidFill>
              </a:rPr>
              <a:t>Error message</a:t>
            </a:r>
          </a:p>
        </p:txBody>
      </p:sp>
      <p:sp>
        <p:nvSpPr>
          <p:cNvPr id="114" name="Shape 114"/>
          <p:cNvSpPr/>
          <p:nvPr/>
        </p:nvSpPr>
        <p:spPr>
          <a:xfrm>
            <a:off x="3291840" y="4151376"/>
            <a:ext cx="4023360"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400" b="0" i="0" dirty="0">
                <a:solidFill>
                  <a:srgbClr val="0D1B2A"/>
                </a:solidFill>
              </a:rPr>
              <a:t>"Error" เฉย ๆ หรือซ่อน error ไว้</a:t>
            </a:r>
          </a:p>
        </p:txBody>
      </p:sp>
      <p:sp>
        <p:nvSpPr>
          <p:cNvPr id="115" name="Shape 115"/>
          <p:cNvSpPr/>
          <p:nvPr/>
        </p:nvSpPr>
        <p:spPr>
          <a:xfrm>
            <a:off x="7360920" y="4151376"/>
            <a:ext cx="3995928"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400" b="0" i="0" dirty="0">
                <a:solidFill>
                  <a:srgbClr val="0D1B2A"/>
                </a:solidFill>
              </a:rPr>
              <a:t>บอกว่าพังเพราะอะไร + ควรลองอะไรต่อ</a:t>
            </a:r>
          </a:p>
        </p:txBody>
      </p:sp>
      <p:sp>
        <p:nvSpPr>
          <p:cNvPr id="116" name="Shape 116"/>
          <p:cNvSpPr/>
          <p:nvPr/>
        </p:nvSpPr>
        <p:spPr>
          <a:xfrm>
            <a:off x="841248" y="4992624"/>
            <a:ext cx="2404872" cy="749808"/>
          </a:xfrm>
          <a:prstGeom prst="rect">
            <a:avLst/>
          </a:prstGeom>
          <a:solidFill>
            <a:srgbClr val="F3F7FD"/>
          </a:solidFill>
          <a:ln w="12700">
            <a:solidFill>
              <a:srgbClr val="DCE6F5"/>
            </a:solidFill>
          </a:ln>
        </p:spPr>
        <p:txBody>
          <a:bodyPr wrap="square" lIns="182880" tIns="73152" rIns="182880" bIns="73152" anchor="ctr">
            <a:normAutofit/>
          </a:bodyPr>
          <a:lstStyle/>
          <a:p>
            <a:pPr marL="0" indent="0" algn="l">
              <a:spcBef>
                <a:spcPts val="0"/>
              </a:spcBef>
              <a:buNone/>
            </a:pPr>
            <a:r>
              <a:rPr lang="th-TH" sz="1500" b="1" i="0" dirty="0">
                <a:solidFill>
                  <a:srgbClr val="0D1B2A"/>
                </a:solidFill>
              </a:rPr>
              <a:t>Retry</a:t>
            </a:r>
          </a:p>
        </p:txBody>
      </p:sp>
      <p:sp>
        <p:nvSpPr>
          <p:cNvPr id="117" name="Shape 117"/>
          <p:cNvSpPr/>
          <p:nvPr/>
        </p:nvSpPr>
        <p:spPr>
          <a:xfrm>
            <a:off x="3291840" y="4992624"/>
            <a:ext cx="4023360"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400" b="0" i="0" dirty="0">
                <a:solidFill>
                  <a:srgbClr val="0D1B2A"/>
                </a:solidFill>
              </a:rPr>
              <a:t>retry ทุก error ซ้ำไปเรื่อย ๆ</a:t>
            </a:r>
          </a:p>
        </p:txBody>
      </p:sp>
      <p:sp>
        <p:nvSpPr>
          <p:cNvPr id="118" name="Shape 118"/>
          <p:cNvSpPr/>
          <p:nvPr/>
        </p:nvSpPr>
        <p:spPr>
          <a:xfrm>
            <a:off x="7360920" y="4992624"/>
            <a:ext cx="3995928"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400" b="0" i="0" dirty="0">
                <a:solidFill>
                  <a:srgbClr val="0D1B2A"/>
                </a:solidFill>
              </a:rPr>
              <a:t>retry เฉพาะ transient (timeout, rate limit) · permanent → รายงาน</a:t>
            </a:r>
          </a:p>
        </p:txBody>
      </p:sp>
      <p:sp>
        <p:nvSpPr>
          <p:cNvPr id="119" name="Shape 119"/>
          <p:cNvSpPr/>
          <p:nvPr/>
        </p:nvSpPr>
        <p:spPr>
          <a:xfrm>
            <a:off x="841248" y="5806440"/>
            <a:ext cx="10515600" cy="320040"/>
          </a:xfrm>
          <a:prstGeom prst="rect">
            <a:avLst/>
          </a:prstGeom>
          <a:noFill/>
          <a:ln>
            <a:noFill/>
          </a:ln>
        </p:spPr>
        <p:txBody>
          <a:bodyPr wrap="square" lIns="0" tIns="0" rIns="0" bIns="0" anchor="t">
            <a:normAutofit/>
          </a:bodyPr>
          <a:lstStyle/>
          <a:p>
            <a:pPr marL="0" indent="0" algn="ctr">
              <a:spcBef>
                <a:spcPts val="0"/>
              </a:spcBef>
              <a:buNone/>
            </a:pPr>
            <a:r>
              <a:rPr lang="th-TH" sz="1250" b="0" i="0" dirty="0">
                <a:solidFill>
                  <a:srgbClr val="4C5B6B"/>
                </a:solidFill>
              </a:rPr>
              <a:t>Agent/tool ถูกเลือกผิดตัว → แก้ description ก่อน · error ต้องส่งกลับให้ Claude เห็นเสมอ ไม่ซ่อน (เชื่อม MCP ใน Module 6)</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Workshop 2: สร้าง data-researcher ผ่าน Prompt</a:t>
            </a:r>
          </a:p>
        </p:txBody>
      </p:sp>
      <p:sp>
        <p:nvSpPr>
          <p:cNvPr id="3" name="Content Placeholder 2"/>
          <p:cNvSpPr>
            <a:spLocks noGrp="1"/>
          </p:cNvSpPr>
          <p:nvPr>
            <p:ph sz="quarter" idx="12"/>
          </p:nvPr>
        </p:nvSpPr>
        <p:spPr>
          <a:xfrm>
            <a:off x="841248" y="1600200"/>
            <a:ext cx="5486400" cy="4389120"/>
          </a:xfrm>
        </p:spPr>
        <p:txBody>
          <a:bodyPr/>
          <a:lstStyle/>
          <a:p>
            <a:pPr marL="0" indent="0" algn="l">
              <a:spcBef>
                <a:spcPts val="0"/>
              </a:spcBef>
              <a:buNone/>
            </a:pPr>
            <a:r>
              <a:rPr lang="th-TH" sz="1550" b="1" i="0" dirty="0">
                <a:solidFill>
                  <a:srgbClr val="005CFF"/>
                </a:solidFill>
              </a:rPr>
              <a:t>โจทย์ ⏱ 35 นาที: </a:t>
            </a:r>
            <a:r>
              <a:rPr lang="th-TH" sz="1500" b="0" i="0" dirty="0">
                <a:solidFill>
                  <a:srgbClr val="0D1B2A"/>
                </a:solidFill>
              </a:rPr>
              <a:t>ให้ Claude เขียน .claude/agents/data-researcher.md ใน TUI แล้วเรียกใช้อธิบาย POST /api/notes</a:t>
            </a:r>
          </a:p>
          <a:p>
            <a:pPr marL="0" indent="0" algn="l">
              <a:spcBef>
                <a:spcPts val="900"/>
              </a:spcBef>
              <a:buNone/>
            </a:pPr>
            <a:r>
              <a:rPr lang="th-TH" sz="1550" b="1" i="0" dirty="0">
                <a:solidFill>
                  <a:srgbClr val="005CFF"/>
                </a:solidFill>
              </a:rPr>
              <a:t>ผลที่คาดหวัง</a:t>
            </a:r>
          </a:p>
          <a:p>
            <a:pPr marL="0" indent="0" algn="l">
              <a:spcBef>
                <a:spcPts val="800"/>
              </a:spcBef>
              <a:buNone/>
            </a:pPr>
            <a:r>
              <a:rPr lang="th-TH" sz="1300" b="0" i="1" dirty="0">
                <a:solidFill>
                  <a:srgbClr val="4C5B6B"/>
                </a:solidFill>
              </a:rPr>
              <a:t>ไฟล์โผล่จริง มี name, description, tools, model · คำตอบมีหลักฐาน server.js:บรรทัด</a:t>
            </a:r>
          </a:p>
          <a:p>
            <a:pPr marL="0" indent="0" algn="l">
              <a:spcBef>
                <a:spcPts val="900"/>
              </a:spcBef>
              <a:buNone/>
            </a:pPr>
            <a:r>
              <a:rPr lang="th-TH" sz="1550" b="1" i="0" dirty="0">
                <a:solidFill>
                  <a:srgbClr val="005CFF"/>
                </a:solidFill>
              </a:rPr>
              <a:t>✅ Checkpoint</a:t>
            </a:r>
          </a:p>
          <a:p>
            <a:pPr marL="0" indent="0" algn="l">
              <a:spcBef>
                <a:spcPts val="300"/>
              </a:spcBef>
              <a:buNone/>
            </a:pPr>
            <a:r>
              <a:rPr lang="th-TH" sz="1400" b="1" i="0" dirty="0">
                <a:solidFill>
                  <a:srgbClr val="12B76A"/>
                </a:solidFill>
              </a:rPr>
              <a:t>☑  </a:t>
            </a:r>
            <a:r>
              <a:rPr lang="th-TH" sz="1400" b="0" i="0" dirty="0">
                <a:solidFill>
                  <a:srgbClr val="0D1B2A"/>
                </a:solidFill>
              </a:rPr>
              <a:t>ไฟล์ถูกสร้างโดย Claude ใน TUI ไม่ใช่ก็อปจาก solutions/</a:t>
            </a:r>
          </a:p>
          <a:p>
            <a:pPr marL="0" indent="0" algn="l">
              <a:spcBef>
                <a:spcPts val="300"/>
              </a:spcBef>
              <a:buNone/>
            </a:pPr>
            <a:r>
              <a:rPr lang="th-TH" sz="1400" b="1" i="0" dirty="0">
                <a:solidFill>
                  <a:srgbClr val="12B76A"/>
                </a:solidFill>
              </a:rPr>
              <a:t>☑  </a:t>
            </a:r>
            <a:r>
              <a:rPr lang="th-TH" sz="1400" b="0" i="0" dirty="0">
                <a:solidFill>
                  <a:srgbClr val="0D1B2A"/>
                </a:solidFill>
              </a:rPr>
              <a:t>tools = Read, Grep, Glob ไม่มี Bash, Edit, Write</a:t>
            </a:r>
          </a:p>
          <a:p>
            <a:pPr marL="0" indent="0" algn="l">
              <a:spcBef>
                <a:spcPts val="300"/>
              </a:spcBef>
              <a:buNone/>
            </a:pPr>
            <a:r>
              <a:rPr lang="th-TH" sz="1400" b="1" i="0" dirty="0">
                <a:solidFill>
                  <a:srgbClr val="12B76A"/>
                </a:solidFill>
              </a:rPr>
              <a:t>☑  </a:t>
            </a:r>
            <a:r>
              <a:rPr lang="th-TH" sz="1400" b="0" i="0" dirty="0">
                <a:solidFill>
                  <a:srgbClr val="0D1B2A"/>
                </a:solidFill>
              </a:rPr>
              <a:t>model เป็น sonnet</a:t>
            </a:r>
          </a:p>
          <a:p>
            <a:pPr marL="0" indent="0" algn="l">
              <a:spcBef>
                <a:spcPts val="300"/>
              </a:spcBef>
              <a:buNone/>
            </a:pPr>
            <a:r>
              <a:rPr lang="th-TH" sz="1400" b="1" i="0" dirty="0">
                <a:solidFill>
                  <a:srgbClr val="12B76A"/>
                </a:solidFill>
              </a:rPr>
              <a:t>☑  </a:t>
            </a:r>
            <a:r>
              <a:rPr lang="th-TH" sz="1400" b="0" i="0" dirty="0">
                <a:solidFill>
                  <a:srgbClr val="0D1B2A"/>
                </a:solidFill>
              </a:rPr>
              <a:t>คำอธิบาย POST /api/notes มี server.js: อย่างน้อยหนึ่งจุด</a:t>
            </a:r>
          </a:p>
          <a:p>
            <a:pPr marL="0" indent="0" algn="l">
              <a:spcBef>
                <a:spcPts val="300"/>
              </a:spcBef>
              <a:buNone/>
            </a:pPr>
            <a:r>
              <a:rPr lang="th-TH" sz="1400" b="1" i="0" dirty="0">
                <a:solidFill>
                  <a:srgbClr val="12B76A"/>
                </a:solidFill>
              </a:rPr>
              <a:t>☑  </a:t>
            </a:r>
            <a:r>
              <a:rPr lang="th-TH" sz="1400" b="0" i="0" dirty="0">
                <a:solidFill>
                  <a:srgbClr val="0D1B2A"/>
                </a:solidFill>
              </a:rPr>
              <a:t>git diff ไม่แตะ server.js หรือ CSV</a:t>
            </a:r>
          </a:p>
        </p:txBody>
      </p:sp>
      <p:sp>
        <p:nvSpPr>
          <p:cNvPr id="105" name="Shape 105"/>
          <p:cNvSpPr/>
          <p:nvPr/>
        </p:nvSpPr>
        <p:spPr>
          <a:xfrm>
            <a:off x="6629400" y="1600200"/>
            <a:ext cx="4709160" cy="4343400"/>
          </a:xfrm>
          <a:prstGeom prst="roundRect">
            <a:avLst>
              <a:gd name="adj" fmla="val 5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6" name="Shape 106"/>
          <p:cNvSpPr/>
          <p:nvPr/>
        </p:nvSpPr>
        <p:spPr>
          <a:xfrm>
            <a:off x="6858000" y="1737360"/>
            <a:ext cx="4297680" cy="411480"/>
          </a:xfrm>
          <a:prstGeom prst="rect">
            <a:avLst/>
          </a:prstGeom>
          <a:noFill/>
          <a:ln>
            <a:noFill/>
          </a:ln>
        </p:spPr>
        <p:txBody>
          <a:bodyPr wrap="square" lIns="0" tIns="0" rIns="0" bIns="0" anchor="t">
            <a:normAutofit/>
          </a:bodyPr>
          <a:lstStyle/>
          <a:p>
            <a:pPr marL="0" indent="0" algn="l">
              <a:spcBef>
                <a:spcPts val="0"/>
              </a:spcBef>
              <a:buNone/>
            </a:pPr>
            <a:r>
              <a:rPr lang="th-TH" sz="1400" b="1" i="0" dirty="0">
                <a:solidFill>
                  <a:srgbClr val="0D1B2A"/>
                </a:solidFill>
              </a:rPr>
              <a:t>ทดสอบเรียกใช้ (เซสชันเดิม)</a:t>
            </a:r>
          </a:p>
        </p:txBody>
      </p:sp>
      <p:sp>
        <p:nvSpPr>
          <p:cNvPr id="107" name="Shape 107"/>
          <p:cNvSpPr/>
          <p:nvPr/>
        </p:nvSpPr>
        <p:spPr>
          <a:xfrm>
            <a:off x="6858000" y="2148840"/>
            <a:ext cx="4251960" cy="1097280"/>
          </a:xfrm>
          <a:prstGeom prst="roundRect">
            <a:avLst>
              <a:gd name="adj" fmla="val 4000"/>
            </a:avLst>
          </a:prstGeom>
          <a:solidFill>
            <a:srgbClr val="0F1B2D"/>
          </a:solidFill>
          <a:ln>
            <a:noFill/>
          </a:ln>
        </p:spPr>
        <p:txBody>
          <a:bodyPr wrap="square" lIns="182880" tIns="73152" rIns="182880" bIns="73152" anchor="t">
            <a:normAutofit fontScale="92500" lnSpcReduction="10000"/>
          </a:bodyPr>
          <a:lstStyle/>
          <a:p>
            <a:pPr marL="0" indent="0" algn="l">
              <a:spcBef>
                <a:spcPts val="100"/>
              </a:spcBef>
              <a:buNone/>
            </a:pPr>
            <a:r>
              <a:rPr lang="th-TH" sz="1100" b="0" i="0" dirty="0">
                <a:solidFill>
                  <a:srgbClr val="E6EDF7"/>
                </a:solidFill>
                <a:latin typeface="Consolas"/>
                <a:cs typeface="Consolas"/>
              </a:rPr>
              <a:t>EN: Use the data-researcher subagent to</a:t>
            </a:r>
          </a:p>
          <a:p>
            <a:pPr marL="0" indent="0" algn="l">
              <a:spcBef>
                <a:spcPts val="100"/>
              </a:spcBef>
              <a:buNone/>
            </a:pPr>
            <a:r>
              <a:rPr lang="th-TH" sz="1100" b="0" i="0" dirty="0">
                <a:solidFill>
                  <a:srgbClr val="E6EDF7"/>
                </a:solidFill>
                <a:latin typeface="Consolas"/>
                <a:cs typeface="Consolas"/>
              </a:rPr>
              <a:t>  explain POST /api/notes. Cite server.js:line</a:t>
            </a:r>
          </a:p>
          <a:p>
            <a:pPr marL="0" indent="0" algn="l">
              <a:spcBef>
                <a:spcPts val="100"/>
              </a:spcBef>
              <a:buNone/>
            </a:pPr>
            <a:r>
              <a:rPr lang="th-TH" sz="1100" b="0" i="0" dirty="0">
                <a:solidFill>
                  <a:srgbClr val="E6EDF7"/>
                </a:solidFill>
                <a:latin typeface="Consolas"/>
                <a:cs typeface="Consolas"/>
              </a:rPr>
              <a:t>  for every claim. Do not edit.</a:t>
            </a:r>
          </a:p>
          <a:p>
            <a:pPr marL="0" indent="0" algn="l">
              <a:spcBef>
                <a:spcPts val="100"/>
              </a:spcBef>
              <a:buNone/>
            </a:pPr>
            <a:r>
              <a:rPr lang="th-TH" sz="1100" b="0" i="0" dirty="0">
                <a:solidFill>
                  <a:srgbClr val="E6EDF7"/>
                </a:solidFill>
                <a:latin typeface="Consolas"/>
                <a:cs typeface="Consolas"/>
              </a:rPr>
              <a:t>TH: ให้ subagent data-researcher อธิบาย</a:t>
            </a:r>
          </a:p>
          <a:p>
            <a:pPr marL="0" indent="0" algn="l">
              <a:spcBef>
                <a:spcPts val="100"/>
              </a:spcBef>
              <a:buNone/>
            </a:pPr>
            <a:r>
              <a:rPr lang="th-TH" sz="1100" b="0" i="0" dirty="0">
                <a:solidFill>
                  <a:srgbClr val="E6EDF7"/>
                </a:solidFill>
                <a:latin typeface="Consolas"/>
                <a:cs typeface="Consolas"/>
              </a:rPr>
              <a:t>  POST /api/notes ทุกข้ออ้าง server.js:บรรทัด ห้ามแก้ไฟล์</a:t>
            </a:r>
          </a:p>
        </p:txBody>
      </p:sp>
      <p:sp>
        <p:nvSpPr>
          <p:cNvPr id="108" name="Shape 108"/>
          <p:cNvSpPr/>
          <p:nvPr/>
        </p:nvSpPr>
        <p:spPr>
          <a:xfrm>
            <a:off x="6858000" y="3291840"/>
            <a:ext cx="4251960" cy="731520"/>
          </a:xfrm>
          <a:prstGeom prst="roundRect">
            <a:avLst>
              <a:gd name="adj" fmla="val 12000"/>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400" b="1" i="0" dirty="0">
                <a:solidFill>
                  <a:srgbClr val="005CFF"/>
                </a:solidFill>
              </a:rPr>
              <a:t>Answer</a:t>
            </a:r>
          </a:p>
          <a:p>
            <a:pPr marL="0" indent="0" algn="l">
              <a:spcBef>
                <a:spcPts val="0"/>
              </a:spcBef>
              <a:buNone/>
            </a:pPr>
            <a:r>
              <a:rPr lang="th-TH" sz="1200" b="0" i="0" dirty="0">
                <a:solidFill>
                  <a:srgbClr val="4C5B6B"/>
                </a:solidFill>
              </a:rPr>
              <a:t>อธิบายวิธีทำงาน 2–4 ประโยค</a:t>
            </a:r>
          </a:p>
        </p:txBody>
      </p:sp>
      <p:sp>
        <p:nvSpPr>
          <p:cNvPr id="109" name="Shape 109"/>
          <p:cNvSpPr/>
          <p:nvPr/>
        </p:nvSpPr>
        <p:spPr>
          <a:xfrm>
            <a:off x="6858000" y="4133088"/>
            <a:ext cx="4251960" cy="731520"/>
          </a:xfrm>
          <a:prstGeom prst="roundRect">
            <a:avLst>
              <a:gd name="adj" fmla="val 12000"/>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400" b="1" i="0" dirty="0">
                <a:solidFill>
                  <a:srgbClr val="12B76A"/>
                </a:solidFill>
              </a:rPr>
              <a:t>Evidence</a:t>
            </a:r>
          </a:p>
          <a:p>
            <a:pPr marL="0" indent="0" algn="l">
              <a:spcBef>
                <a:spcPts val="0"/>
              </a:spcBef>
              <a:buNone/>
            </a:pPr>
            <a:r>
              <a:rPr lang="th-TH" sz="1200" b="0" i="0" dirty="0">
                <a:solidFill>
                  <a:srgbClr val="4C5B6B"/>
                </a:solidFill>
              </a:rPr>
              <a:t>server.js:บรรทัด ทุกประเด็น</a:t>
            </a:r>
          </a:p>
        </p:txBody>
      </p:sp>
      <p:sp>
        <p:nvSpPr>
          <p:cNvPr id="110" name="Shape 110"/>
          <p:cNvSpPr/>
          <p:nvPr/>
        </p:nvSpPr>
        <p:spPr>
          <a:xfrm>
            <a:off x="6858000" y="4974336"/>
            <a:ext cx="4251960" cy="731520"/>
          </a:xfrm>
          <a:prstGeom prst="roundRect">
            <a:avLst>
              <a:gd name="adj" fmla="val 12000"/>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400" b="1" i="0" dirty="0">
                <a:solidFill>
                  <a:srgbClr val="B93815"/>
                </a:solidFill>
              </a:rPr>
              <a:t>Risks</a:t>
            </a:r>
          </a:p>
          <a:p>
            <a:pPr marL="0" indent="0" algn="l">
              <a:spcBef>
                <a:spcPts val="0"/>
              </a:spcBef>
              <a:buNone/>
            </a:pPr>
            <a:r>
              <a:rPr lang="th-TH" sz="1200" b="0" i="0" dirty="0">
                <a:solidFill>
                  <a:srgbClr val="4C5B6B"/>
                </a:solidFill>
              </a:rPr>
              <a:t>ความเสี่ยงที่พบ (ถ้ามี)</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Module 5 · Skills</a:t>
            </a:r>
          </a:p>
        </p:txBody>
      </p:sp>
      <p:sp>
        <p:nvSpPr>
          <p:cNvPr id="3" name="Text Placeholder 2"/>
          <p:cNvSpPr>
            <a:spLocks noGrp="1"/>
          </p:cNvSpPr>
          <p:nvPr>
            <p:ph type="body" idx="1"/>
          </p:nvPr>
        </p:nvSpPr>
        <p:spPr/>
        <p:txBody>
          <a:bodyPr>
            <a:normAutofit/>
          </a:bodyPr>
          <a:lstStyle/>
          <a:p>
            <a:r>
              <a:rPr lang="th-TH" dirty="0"/>
              <a:t>ขยายความสามารถด้วย Skills และ Extended Tools</a:t>
            </a:r>
          </a:p>
        </p:txBody>
      </p:sp>
      <p:pic>
        <p:nvPicPr>
          <p:cNvPr id="4" name="Picture Placeholder 3" descr="debate.jpg"/>
          <p:cNvPicPr>
            <a:picLocks noGrp="1" noChangeAspect="1"/>
          </p:cNvPicPr>
          <p:nvPr>
            <p:ph type="pic" sz="quarter" idx="13"/>
          </p:nvPr>
        </p:nvPicPr>
        <p:blipFill>
          <a:blip r:embed="rId3"/>
          <a:srcRect l="14412" r="14412"/>
          <a:stretch>
            <a:fillRect/>
          </a:stretch>
        </p:blipFill>
        <p:spPr/>
      </p:pic>
      <p:sp>
        <p:nvSpPr>
          <p:cNvPr id="5" name="Text Placeholder 4"/>
          <p:cNvSpPr>
            <a:spLocks noGrp="1"/>
          </p:cNvSpPr>
          <p:nvPr>
            <p:ph type="body" idx="14"/>
          </p:nvPr>
        </p:nvSpPr>
        <p:spPr/>
        <p:txBody>
          <a:bodyPr/>
          <a:lstStyle/>
          <a:p>
            <a:r>
              <a:rPr lang="th-TH" dirty="0"/>
              <a:t>วันที่ 1 · บ่าย · ⏱ ~25 นาที</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Skill vs Subagent: ความรู้ที่ฉีดเข้า vs ตัวลงมือทำ</a:t>
            </a:r>
          </a:p>
        </p:txBody>
      </p:sp>
      <p:sp>
        <p:nvSpPr>
          <p:cNvPr id="105" name="Shape 105"/>
          <p:cNvSpPr/>
          <p:nvPr/>
        </p:nvSpPr>
        <p:spPr>
          <a:xfrm>
            <a:off x="3291840" y="1645920"/>
            <a:ext cx="4023360" cy="685800"/>
          </a:xfrm>
          <a:prstGeom prst="roundRect">
            <a:avLst>
              <a:gd name="adj" fmla="val 15000"/>
            </a:avLst>
          </a:prstGeom>
          <a:solidFill>
            <a:srgbClr val="0D1B2A"/>
          </a:solidFill>
          <a:ln>
            <a:noFill/>
          </a:ln>
        </p:spPr>
        <p:txBody>
          <a:bodyPr wrap="square" lIns="109728" tIns="73152" rIns="109728" bIns="73152" anchor="ctr">
            <a:normAutofit/>
          </a:bodyPr>
          <a:lstStyle/>
          <a:p>
            <a:pPr marL="0" indent="0" algn="ctr">
              <a:spcBef>
                <a:spcPts val="0"/>
              </a:spcBef>
              <a:buNone/>
            </a:pPr>
            <a:r>
              <a:rPr lang="th-TH" sz="1900" b="1" i="0" dirty="0">
                <a:solidFill>
                  <a:srgbClr val="FFFFFF"/>
                </a:solidFill>
              </a:rPr>
              <a:t>Subagent</a:t>
            </a:r>
          </a:p>
        </p:txBody>
      </p:sp>
      <p:sp>
        <p:nvSpPr>
          <p:cNvPr id="106" name="Shape 106"/>
          <p:cNvSpPr/>
          <p:nvPr/>
        </p:nvSpPr>
        <p:spPr>
          <a:xfrm>
            <a:off x="7360920" y="1645920"/>
            <a:ext cx="3995928" cy="685800"/>
          </a:xfrm>
          <a:prstGeom prst="roundRect">
            <a:avLst>
              <a:gd name="adj" fmla="val 15000"/>
            </a:avLst>
          </a:prstGeom>
          <a:solidFill>
            <a:srgbClr val="005CFF"/>
          </a:solidFill>
          <a:ln>
            <a:noFill/>
          </a:ln>
        </p:spPr>
        <p:txBody>
          <a:bodyPr wrap="square" lIns="109728" tIns="73152" rIns="109728" bIns="73152" anchor="ctr">
            <a:normAutofit/>
          </a:bodyPr>
          <a:lstStyle/>
          <a:p>
            <a:pPr marL="0" indent="0" algn="ctr">
              <a:spcBef>
                <a:spcPts val="0"/>
              </a:spcBef>
              <a:buNone/>
            </a:pPr>
            <a:r>
              <a:rPr lang="th-TH" sz="1900" b="1" i="0" dirty="0">
                <a:solidFill>
                  <a:srgbClr val="FFFFFF"/>
                </a:solidFill>
              </a:rPr>
              <a:t>Skill</a:t>
            </a:r>
          </a:p>
        </p:txBody>
      </p:sp>
      <p:sp>
        <p:nvSpPr>
          <p:cNvPr id="107" name="Shape 107"/>
          <p:cNvSpPr/>
          <p:nvPr/>
        </p:nvSpPr>
        <p:spPr>
          <a:xfrm>
            <a:off x="841248" y="2468880"/>
            <a:ext cx="2404872" cy="749808"/>
          </a:xfrm>
          <a:prstGeom prst="rect">
            <a:avLst/>
          </a:prstGeom>
          <a:solidFill>
            <a:srgbClr val="F3F7FD"/>
          </a:solidFill>
          <a:ln w="12700">
            <a:solidFill>
              <a:srgbClr val="DCE6F5"/>
            </a:solidFill>
          </a:ln>
        </p:spPr>
        <p:txBody>
          <a:bodyPr wrap="square" lIns="182880" tIns="73152" rIns="182880" bIns="73152" anchor="ctr">
            <a:normAutofit/>
          </a:bodyPr>
          <a:lstStyle/>
          <a:p>
            <a:pPr marL="0" indent="0" algn="l">
              <a:spcBef>
                <a:spcPts val="0"/>
              </a:spcBef>
              <a:buNone/>
            </a:pPr>
            <a:r>
              <a:rPr lang="th-TH" sz="1500" b="1" i="0" dirty="0">
                <a:solidFill>
                  <a:srgbClr val="0D1B2A"/>
                </a:solidFill>
              </a:rPr>
              <a:t>รูปแบบ</a:t>
            </a:r>
          </a:p>
        </p:txBody>
      </p:sp>
      <p:sp>
        <p:nvSpPr>
          <p:cNvPr id="108" name="Shape 108"/>
          <p:cNvSpPr/>
          <p:nvPr/>
        </p:nvSpPr>
        <p:spPr>
          <a:xfrm>
            <a:off x="3291840" y="2468880"/>
            <a:ext cx="4023360"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400" b="0" i="0" dirty="0">
                <a:solidFill>
                  <a:srgbClr val="0D1B2A"/>
                </a:solidFill>
              </a:rPr>
              <a:t>ตัวลงมือทำ (context แยก, tools ของตัวเอง)</a:t>
            </a:r>
          </a:p>
        </p:txBody>
      </p:sp>
      <p:sp>
        <p:nvSpPr>
          <p:cNvPr id="109" name="Shape 109"/>
          <p:cNvSpPr/>
          <p:nvPr/>
        </p:nvSpPr>
        <p:spPr>
          <a:xfrm>
            <a:off x="7360920" y="2468880"/>
            <a:ext cx="3995928"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400" b="0" i="0" dirty="0">
                <a:solidFill>
                  <a:srgbClr val="0D1B2A"/>
                </a:solidFill>
              </a:rPr>
              <a:t>ชุดคำสั่ง/ความรู้ที่ฉีดเข้า context</a:t>
            </a:r>
          </a:p>
        </p:txBody>
      </p:sp>
      <p:sp>
        <p:nvSpPr>
          <p:cNvPr id="110" name="Shape 110"/>
          <p:cNvSpPr/>
          <p:nvPr/>
        </p:nvSpPr>
        <p:spPr>
          <a:xfrm>
            <a:off x="841248" y="3310128"/>
            <a:ext cx="2404872" cy="749808"/>
          </a:xfrm>
          <a:prstGeom prst="rect">
            <a:avLst/>
          </a:prstGeom>
          <a:solidFill>
            <a:srgbClr val="F3F7FD"/>
          </a:solidFill>
          <a:ln w="12700">
            <a:solidFill>
              <a:srgbClr val="DCE6F5"/>
            </a:solidFill>
          </a:ln>
        </p:spPr>
        <p:txBody>
          <a:bodyPr wrap="square" lIns="182880" tIns="73152" rIns="182880" bIns="73152" anchor="ctr">
            <a:normAutofit/>
          </a:bodyPr>
          <a:lstStyle/>
          <a:p>
            <a:pPr marL="0" indent="0" algn="l">
              <a:spcBef>
                <a:spcPts val="0"/>
              </a:spcBef>
              <a:buNone/>
            </a:pPr>
            <a:r>
              <a:rPr lang="th-TH" sz="1500" b="1" i="0" dirty="0">
                <a:solidFill>
                  <a:srgbClr val="0D1B2A"/>
                </a:solidFill>
              </a:rPr>
              <a:t>เก็บที่</a:t>
            </a:r>
          </a:p>
        </p:txBody>
      </p:sp>
      <p:sp>
        <p:nvSpPr>
          <p:cNvPr id="111" name="Shape 111"/>
          <p:cNvSpPr/>
          <p:nvPr/>
        </p:nvSpPr>
        <p:spPr>
          <a:xfrm>
            <a:off x="3291840" y="3310128"/>
            <a:ext cx="4023360"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250" b="0" i="0" dirty="0">
                <a:solidFill>
                  <a:srgbClr val="0D1B2A"/>
                </a:solidFill>
                <a:latin typeface="Consolas"/>
                <a:cs typeface="Consolas"/>
              </a:rPr>
              <a:t>.claude/agents/*.md</a:t>
            </a:r>
          </a:p>
        </p:txBody>
      </p:sp>
      <p:sp>
        <p:nvSpPr>
          <p:cNvPr id="112" name="Shape 112"/>
          <p:cNvSpPr/>
          <p:nvPr/>
        </p:nvSpPr>
        <p:spPr>
          <a:xfrm>
            <a:off x="7360920" y="3310128"/>
            <a:ext cx="3995928"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250" b="0" i="0" dirty="0">
                <a:solidFill>
                  <a:srgbClr val="0D1B2A"/>
                </a:solidFill>
                <a:latin typeface="Consolas"/>
                <a:cs typeface="Consolas"/>
              </a:rPr>
              <a:t>.claude/skills/&lt;ชื่อ&gt;/SKILL.md</a:t>
            </a:r>
          </a:p>
        </p:txBody>
      </p:sp>
      <p:sp>
        <p:nvSpPr>
          <p:cNvPr id="113" name="Shape 113"/>
          <p:cNvSpPr/>
          <p:nvPr/>
        </p:nvSpPr>
        <p:spPr>
          <a:xfrm>
            <a:off x="841248" y="4151376"/>
            <a:ext cx="2404872" cy="749808"/>
          </a:xfrm>
          <a:prstGeom prst="rect">
            <a:avLst/>
          </a:prstGeom>
          <a:solidFill>
            <a:srgbClr val="F3F7FD"/>
          </a:solidFill>
          <a:ln w="12700">
            <a:solidFill>
              <a:srgbClr val="DCE6F5"/>
            </a:solidFill>
          </a:ln>
        </p:spPr>
        <p:txBody>
          <a:bodyPr wrap="square" lIns="182880" tIns="73152" rIns="182880" bIns="73152" anchor="ctr">
            <a:normAutofit/>
          </a:bodyPr>
          <a:lstStyle/>
          <a:p>
            <a:pPr marL="0" indent="0" algn="l">
              <a:spcBef>
                <a:spcPts val="0"/>
              </a:spcBef>
              <a:buNone/>
            </a:pPr>
            <a:r>
              <a:rPr lang="th-TH" sz="1500" b="1" i="0" dirty="0">
                <a:solidFill>
                  <a:srgbClr val="0D1B2A"/>
                </a:solidFill>
              </a:rPr>
              <a:t>ใช้เมื่อ</a:t>
            </a:r>
          </a:p>
        </p:txBody>
      </p:sp>
      <p:sp>
        <p:nvSpPr>
          <p:cNvPr id="114" name="Shape 114"/>
          <p:cNvSpPr/>
          <p:nvPr/>
        </p:nvSpPr>
        <p:spPr>
          <a:xfrm>
            <a:off x="3291840" y="4151376"/>
            <a:ext cx="4023360"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400" b="0" i="0" dirty="0">
                <a:solidFill>
                  <a:srgbClr val="0D1B2A"/>
                </a:solidFill>
              </a:rPr>
              <a:t>งานหนัก output ยาว ต้องแยก context</a:t>
            </a:r>
          </a:p>
        </p:txBody>
      </p:sp>
      <p:sp>
        <p:nvSpPr>
          <p:cNvPr id="115" name="Shape 115"/>
          <p:cNvSpPr/>
          <p:nvPr/>
        </p:nvSpPr>
        <p:spPr>
          <a:xfrm>
            <a:off x="7360920" y="4151376"/>
            <a:ext cx="3995928"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400" b="0" i="0" dirty="0">
                <a:solidFill>
                  <a:srgbClr val="0D1B2A"/>
                </a:solidFill>
              </a:rPr>
              <a:t>ขั้นตอนมาตรฐานที่ต้องทำซ้ำให้ถูกต้อง</a:t>
            </a:r>
          </a:p>
        </p:txBody>
      </p:sp>
      <p:sp>
        <p:nvSpPr>
          <p:cNvPr id="116" name="Shape 116"/>
          <p:cNvSpPr/>
          <p:nvPr/>
        </p:nvSpPr>
        <p:spPr>
          <a:xfrm>
            <a:off x="841248" y="4992624"/>
            <a:ext cx="2404872" cy="749808"/>
          </a:xfrm>
          <a:prstGeom prst="rect">
            <a:avLst/>
          </a:prstGeom>
          <a:solidFill>
            <a:srgbClr val="F3F7FD"/>
          </a:solidFill>
          <a:ln w="12700">
            <a:solidFill>
              <a:srgbClr val="DCE6F5"/>
            </a:solidFill>
          </a:ln>
        </p:spPr>
        <p:txBody>
          <a:bodyPr wrap="square" lIns="182880" tIns="73152" rIns="182880" bIns="73152" anchor="ctr">
            <a:normAutofit/>
          </a:bodyPr>
          <a:lstStyle/>
          <a:p>
            <a:pPr marL="0" indent="0" algn="l">
              <a:spcBef>
                <a:spcPts val="0"/>
              </a:spcBef>
              <a:buNone/>
            </a:pPr>
            <a:r>
              <a:rPr lang="th-TH" sz="1500" b="1" i="0" dirty="0">
                <a:solidFill>
                  <a:srgbClr val="0D1B2A"/>
                </a:solidFill>
              </a:rPr>
              <a:t>Trigger</a:t>
            </a:r>
          </a:p>
        </p:txBody>
      </p:sp>
      <p:sp>
        <p:nvSpPr>
          <p:cNvPr id="117" name="Shape 117"/>
          <p:cNvSpPr/>
          <p:nvPr/>
        </p:nvSpPr>
        <p:spPr>
          <a:xfrm>
            <a:off x="3291840" y="4992624"/>
            <a:ext cx="4023360"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400" b="0" i="0" dirty="0">
                <a:solidFill>
                  <a:srgbClr val="0D1B2A"/>
                </a:solidFill>
              </a:rPr>
              <a:t>description ของ agent → Leader เลือก</a:t>
            </a:r>
          </a:p>
        </p:txBody>
      </p:sp>
      <p:sp>
        <p:nvSpPr>
          <p:cNvPr id="118" name="Shape 118"/>
          <p:cNvSpPr/>
          <p:nvPr/>
        </p:nvSpPr>
        <p:spPr>
          <a:xfrm>
            <a:off x="7360920" y="4992624"/>
            <a:ext cx="3995928" cy="749808"/>
          </a:xfrm>
          <a:prstGeom prst="rect">
            <a:avLst/>
          </a:prstGeom>
          <a:solidFill>
            <a:srgbClr val="FFFFFF"/>
          </a:solidFill>
          <a:ln w="12700">
            <a:solidFill>
              <a:srgbClr val="DCE6F5"/>
            </a:solidFill>
          </a:ln>
        </p:spPr>
        <p:txBody>
          <a:bodyPr wrap="square" lIns="182880" tIns="73152" rIns="182880" bIns="73152" anchor="ctr">
            <a:normAutofit/>
          </a:bodyPr>
          <a:lstStyle/>
          <a:p>
            <a:pPr marL="0" indent="0" algn="l">
              <a:spcBef>
                <a:spcPts val="0"/>
              </a:spcBef>
              <a:buNone/>
            </a:pPr>
            <a:r>
              <a:rPr lang="th-TH" sz="1400" b="0" i="0" dirty="0">
                <a:solidFill>
                  <a:srgbClr val="0D1B2A"/>
                </a:solidFill>
              </a:rPr>
              <a:t>description ของ skill → Claude โหลดเมื่อตรงงาน</a:t>
            </a:r>
          </a:p>
        </p:txBody>
      </p:sp>
      <p:sp>
        <p:nvSpPr>
          <p:cNvPr id="119" name="Shape 119"/>
          <p:cNvSpPr/>
          <p:nvPr/>
        </p:nvSpPr>
        <p:spPr>
          <a:xfrm>
            <a:off x="841248" y="5806440"/>
            <a:ext cx="10515600" cy="320040"/>
          </a:xfrm>
          <a:prstGeom prst="rect">
            <a:avLst/>
          </a:prstGeom>
          <a:noFill/>
          <a:ln>
            <a:noFill/>
          </a:ln>
        </p:spPr>
        <p:txBody>
          <a:bodyPr wrap="square" lIns="0" tIns="0" rIns="0" bIns="0" anchor="t">
            <a:normAutofit/>
          </a:bodyPr>
          <a:lstStyle/>
          <a:p>
            <a:pPr marL="0" indent="0" algn="ctr">
              <a:spcBef>
                <a:spcPts val="0"/>
              </a:spcBef>
              <a:buNone/>
            </a:pPr>
            <a:r>
              <a:rPr lang="th-TH" sz="1250" b="0" i="0" dirty="0">
                <a:solidFill>
                  <a:srgbClr val="4C5B6B"/>
                </a:solidFill>
              </a:rPr>
              <a:t>ใช้ร่วมกันได้: ผูก Skill ให้ Subagent ผ่าน frontmatter skills (สไลด์ถัดไป)</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Workshop 1 · Explore 3 </a:t>
            </a:r>
            <a:r>
              <a:rPr lang="th-TH" dirty="0"/>
              <a:t>ตัวขนาน รายงานเดียว</a:t>
            </a:r>
            <a:endParaRPr dirty="0"/>
          </a:p>
        </p:txBody>
      </p:sp>
      <p:sp>
        <p:nvSpPr>
          <p:cNvPr id="6" name="TextBox 5"/>
          <p:cNvSpPr txBox="1"/>
          <p:nvPr/>
        </p:nvSpPr>
        <p:spPr>
          <a:xfrm>
            <a:off x="838200" y="6350000"/>
            <a:ext cx="10515600" cy="320000"/>
          </a:xfrm>
          <a:prstGeom prst="rect">
            <a:avLst/>
          </a:prstGeom>
          <a:noFill/>
        </p:spPr>
        <p:txBody>
          <a:bodyPr wrap="none">
            <a:spAutoFit/>
          </a:bodyPr>
          <a:lstStyle/>
          <a:p>
            <a:r>
              <a:rPr sz="1000"/>
              <a:t>จับภาพจริงจาก TUI (interactive) · Claude Code 2.1.310 · sandbox/sales-insight</a:t>
            </a:r>
          </a:p>
        </p:txBody>
      </p:sp>
      <p:pic>
        <p:nvPicPr>
          <p:cNvPr id="8" name="Content Placeholder 7" descr="w1-running-new.png">
            <a:extLst>
              <a:ext uri="{FF2B5EF4-FFF2-40B4-BE49-F238E27FC236}">
                <a16:creationId xmlns:a16="http://schemas.microsoft.com/office/drawing/2014/main" id="{4FED242C-75ED-25CF-ABF1-3C98606899B0}"/>
              </a:ext>
            </a:extLst>
          </p:cNvPr>
          <p:cNvPicPr>
            <a:picLocks noGrp="1" noChangeAspect="1"/>
          </p:cNvPicPr>
          <p:nvPr>
            <p:ph sz="quarter" idx="12"/>
          </p:nvPr>
        </p:nvPicPr>
        <p:blipFill>
          <a:blip r:embed="rId2"/>
          <a:stretch>
            <a:fillRect/>
          </a:stretch>
        </p:blipFill>
        <p:spPr>
          <a:xfrm>
            <a:off x="838200" y="1865908"/>
            <a:ext cx="10515600" cy="386119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โครงสร้าง SKILL.md: frontmatter + ขั้นตอนที่รันได้</a:t>
            </a:r>
          </a:p>
        </p:txBody>
      </p:sp>
      <p:sp>
        <p:nvSpPr>
          <p:cNvPr id="3" name="Content Placeholder 2"/>
          <p:cNvSpPr>
            <a:spLocks noGrp="1"/>
          </p:cNvSpPr>
          <p:nvPr>
            <p:ph sz="quarter" idx="12"/>
          </p:nvPr>
        </p:nvSpPr>
        <p:spPr>
          <a:xfrm>
            <a:off x="841248" y="1600200"/>
            <a:ext cx="4937760" cy="4389120"/>
          </a:xfrm>
        </p:spPr>
        <p:txBody>
          <a:bodyPr/>
          <a:lstStyle/>
          <a:p>
            <a:pPr marL="0" indent="0" algn="l">
              <a:spcBef>
                <a:spcPts val="0"/>
              </a:spcBef>
              <a:buNone/>
            </a:pPr>
            <a:r>
              <a:rPr lang="th-TH" sz="1600" b="1" i="0" dirty="0">
                <a:solidFill>
                  <a:srgbClr val="005CFF"/>
                </a:solidFill>
              </a:rPr>
              <a:t>ที่อยู่</a:t>
            </a:r>
          </a:p>
          <a:p>
            <a:pPr marL="0" indent="0" algn="l">
              <a:spcBef>
                <a:spcPts val="200"/>
              </a:spcBef>
              <a:buNone/>
            </a:pPr>
            <a:r>
              <a:rPr lang="th-TH" sz="1250" b="0" i="0" dirty="0">
                <a:solidFill>
                  <a:srgbClr val="0D1B2A"/>
                </a:solidFill>
                <a:latin typeface="Consolas"/>
                <a:cs typeface="Consolas"/>
              </a:rPr>
              <a:t>.claude/skills/release-checklist/SKILL.md</a:t>
            </a:r>
          </a:p>
          <a:p>
            <a:pPr marL="0" indent="0" algn="l">
              <a:spcBef>
                <a:spcPts val="1000"/>
              </a:spcBef>
              <a:buNone/>
            </a:pPr>
            <a:r>
              <a:rPr lang="th-TH" sz="1600" b="1" i="0" dirty="0">
                <a:solidFill>
                  <a:srgbClr val="005CFF"/>
                </a:solidFill>
              </a:rPr>
              <a:t>description คือตัว trigger</a:t>
            </a:r>
          </a:p>
          <a:p>
            <a:pPr marL="0" indent="0" algn="l">
              <a:spcBef>
                <a:spcPts val="200"/>
              </a:spcBef>
              <a:buNone/>
            </a:pPr>
            <a:r>
              <a:rPr lang="th-TH" sz="1350" b="0" i="0" dirty="0">
                <a:solidFill>
                  <a:srgbClr val="0D1B2A"/>
                </a:solidFill>
              </a:rPr>
              <a:t>Claude อ่านเพื่อจับคู่งานกับ skill — ต้องเป็นภาษาอังกฤษ เนื้อขั้นตอนเป็นไทยได้</a:t>
            </a:r>
          </a:p>
          <a:p>
            <a:pPr marL="0" indent="0" algn="l">
              <a:spcBef>
                <a:spcPts val="1000"/>
              </a:spcBef>
              <a:buNone/>
            </a:pPr>
            <a:r>
              <a:rPr lang="th-TH" sz="1600" b="1" i="0" dirty="0">
                <a:solidFill>
                  <a:srgbClr val="B93815"/>
                </a:solidFill>
              </a:rPr>
              <a:t>กับดักที่พบบ่อย</a:t>
            </a:r>
          </a:p>
          <a:p>
            <a:pPr marL="285750" indent="-285750" algn="l">
              <a:spcBef>
                <a:spcPts val="250"/>
              </a:spcBef>
              <a:buFont typeface="Arial"/>
              <a:buChar char="•"/>
            </a:pPr>
            <a:r>
              <a:rPr lang="th-TH" sz="1300" b="0" i="0" dirty="0">
                <a:solidFill>
                  <a:srgbClr val="0D1B2A"/>
                </a:solidFill>
              </a:rPr>
              <a:t>description กว้างเกิน → trigger พร่ำเพรื่อ</a:t>
            </a:r>
          </a:p>
          <a:p>
            <a:pPr marL="285750" indent="-285750" algn="l">
              <a:spcBef>
                <a:spcPts val="250"/>
              </a:spcBef>
              <a:buFont typeface="Arial"/>
              <a:buChar char="•"/>
            </a:pPr>
            <a:r>
              <a:rPr lang="th-TH" sz="1300" b="0" i="0" dirty="0">
                <a:solidFill>
                  <a:srgbClr val="0D1B2A"/>
                </a:solidFill>
              </a:rPr>
              <a:t>body เป็นเรียงความ → ต้องเป็นขั้นตอนที่ตรวจได้</a:t>
            </a:r>
          </a:p>
          <a:p>
            <a:pPr marL="285750" indent="-285750" algn="l">
              <a:spcBef>
                <a:spcPts val="250"/>
              </a:spcBef>
              <a:buFont typeface="Arial"/>
              <a:buChar char="•"/>
            </a:pPr>
            <a:r>
              <a:rPr lang="th-TH" sz="1300" b="0" i="0" dirty="0">
                <a:solidFill>
                  <a:srgbClr val="0D1B2A"/>
                </a:solidFill>
              </a:rPr>
              <a:t>ชื่อโฟลเดอร์ไม่ตรง name → สับสนตอน preload</a:t>
            </a:r>
          </a:p>
        </p:txBody>
      </p:sp>
      <p:sp>
        <p:nvSpPr>
          <p:cNvPr id="105" name="Shape 105"/>
          <p:cNvSpPr/>
          <p:nvPr/>
        </p:nvSpPr>
        <p:spPr>
          <a:xfrm>
            <a:off x="6035040" y="1600200"/>
            <a:ext cx="5303520" cy="434340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0"/>
              </a:spcBef>
              <a:buNone/>
            </a:pPr>
            <a:r>
              <a:rPr lang="th-TH" sz="1100" b="1" i="0" dirty="0">
                <a:solidFill>
                  <a:srgbClr val="7FB5FA"/>
                </a:solidFill>
              </a:rPr>
              <a:t>.claude/skills/release-checklist/SKILL.md</a:t>
            </a:r>
          </a:p>
          <a:p>
            <a:pPr marL="0" indent="0" algn="l">
              <a:spcBef>
                <a:spcPts val="100"/>
              </a:spcBef>
              <a:buNone/>
            </a:pPr>
            <a:r>
              <a:rPr lang="th-TH" sz="1150" b="0" i="0" dirty="0">
                <a:solidFill>
                  <a:srgbClr val="7FB5FA"/>
                </a:solidFill>
                <a:latin typeface="Consolas"/>
                <a:cs typeface="Consolas"/>
              </a:rPr>
              <a:t>---</a:t>
            </a:r>
          </a:p>
          <a:p>
            <a:pPr marL="0" indent="0" algn="l">
              <a:spcBef>
                <a:spcPts val="100"/>
              </a:spcBef>
              <a:buNone/>
            </a:pPr>
            <a:r>
              <a:rPr lang="th-TH" sz="1150" b="0" i="0" dirty="0">
                <a:solidFill>
                  <a:srgbClr val="FFD089"/>
                </a:solidFill>
                <a:latin typeface="Consolas"/>
                <a:cs typeface="Consolas"/>
              </a:rPr>
              <a:t>name: release-checklist</a:t>
            </a:r>
          </a:p>
          <a:p>
            <a:pPr marL="0" indent="0" algn="l">
              <a:spcBef>
                <a:spcPts val="100"/>
              </a:spcBef>
              <a:buNone/>
            </a:pPr>
            <a:r>
              <a:rPr lang="th-TH" sz="1150" b="0" i="0" dirty="0">
                <a:solidFill>
                  <a:srgbClr val="FFD089"/>
                </a:solidFill>
                <a:latin typeface="Consolas"/>
                <a:cs typeface="Consolas"/>
              </a:rPr>
              <a:t>description: Use before releasing the</a:t>
            </a:r>
          </a:p>
          <a:p>
            <a:pPr marL="0" indent="0" algn="l">
              <a:spcBef>
                <a:spcPts val="100"/>
              </a:spcBef>
              <a:buNone/>
            </a:pPr>
            <a:r>
              <a:rPr lang="th-TH" sz="1150" b="0" i="0" dirty="0">
                <a:solidFill>
                  <a:srgbClr val="E6EDF7"/>
                </a:solidFill>
                <a:latin typeface="Consolas"/>
                <a:cs typeface="Consolas"/>
              </a:rPr>
              <a:t>  Sales Insight app</a:t>
            </a:r>
          </a:p>
          <a:p>
            <a:pPr marL="0" indent="0" algn="l">
              <a:spcBef>
                <a:spcPts val="100"/>
              </a:spcBef>
              <a:buNone/>
            </a:pPr>
            <a:r>
              <a:rPr lang="th-TH" sz="1150" b="0" i="0" dirty="0">
                <a:solidFill>
                  <a:srgbClr val="7FB5FA"/>
                </a:solidFill>
                <a:latin typeface="Consolas"/>
                <a:cs typeface="Consolas"/>
              </a:rPr>
              <a:t>---</a:t>
            </a:r>
          </a:p>
          <a:p>
            <a:pPr marL="0" indent="0" algn="l">
              <a:spcBef>
                <a:spcPts val="100"/>
              </a:spcBef>
              <a:buNone/>
            </a:pPr>
            <a:r>
              <a:rPr lang="th-TH" sz="1150" b="0" i="0" dirty="0">
                <a:solidFill>
                  <a:srgbClr val="8CE0A6"/>
                </a:solidFill>
                <a:latin typeface="Consolas"/>
                <a:cs typeface="Consolas"/>
              </a:rPr>
              <a:t># Release checklist</a:t>
            </a:r>
          </a:p>
          <a:p>
            <a:pPr marL="0" indent="0" algn="l">
              <a:spcBef>
                <a:spcPts val="100"/>
              </a:spcBef>
              <a:buNone/>
            </a:pPr>
            <a:r>
              <a:rPr lang="th-TH" sz="1150" b="0" i="0" dirty="0">
                <a:solidFill>
                  <a:srgbClr val="E6EDF7"/>
                </a:solidFill>
                <a:latin typeface="Consolas"/>
                <a:cs typeface="Consolas"/>
              </a:rPr>
              <a:t>1. Boot node server.js until it prints</a:t>
            </a:r>
          </a:p>
          <a:p>
            <a:pPr marL="0" indent="0" algn="l">
              <a:spcBef>
                <a:spcPts val="100"/>
              </a:spcBef>
              <a:buNone/>
            </a:pPr>
            <a:r>
              <a:rPr lang="th-TH" sz="1150" b="0" i="0" dirty="0">
                <a:solidFill>
                  <a:srgbClr val="E6EDF7"/>
                </a:solidFill>
                <a:latin typeface="Consolas"/>
                <a:cs typeface="Consolas"/>
              </a:rPr>
              <a:t>   "listening".</a:t>
            </a:r>
          </a:p>
          <a:p>
            <a:pPr marL="0" indent="0" algn="l">
              <a:spcBef>
                <a:spcPts val="100"/>
              </a:spcBef>
              <a:buNone/>
            </a:pPr>
            <a:r>
              <a:rPr lang="th-TH" sz="1150" b="0" i="0" dirty="0">
                <a:solidFill>
                  <a:srgbClr val="E6EDF7"/>
                </a:solidFill>
                <a:latin typeface="Consolas"/>
                <a:cs typeface="Consolas"/>
              </a:rPr>
              <a:t>2. Record the quality gate result.</a:t>
            </a:r>
          </a:p>
          <a:p>
            <a:pPr marL="0" indent="0" algn="l">
              <a:spcBef>
                <a:spcPts val="100"/>
              </a:spcBef>
              <a:buNone/>
            </a:pPr>
            <a:r>
              <a:rPr lang="th-TH" sz="1150" b="0" i="0" dirty="0">
                <a:solidFill>
                  <a:srgbClr val="E6EDF7"/>
                </a:solidFill>
                <a:latin typeface="Consolas"/>
                <a:cs typeface="Consolas"/>
              </a:rPr>
              <a:t>3. /api/health must not contain sk-.</a:t>
            </a:r>
          </a:p>
          <a:p>
            <a:pPr marL="0" indent="0" algn="l">
              <a:spcBef>
                <a:spcPts val="100"/>
              </a:spcBef>
              <a:buNone/>
            </a:pPr>
            <a:r>
              <a:rPr lang="th-TH" sz="1150" b="0" i="0" dirty="0">
                <a:solidFill>
                  <a:srgbClr val="E6EDF7"/>
                </a:solidFill>
                <a:latin typeface="Consolas"/>
                <a:cs typeface="Consolas"/>
              </a:rPr>
              <a:t>4. Stop the server before running</a:t>
            </a:r>
          </a:p>
          <a:p>
            <a:pPr marL="0" indent="0" algn="l">
              <a:spcBef>
                <a:spcPts val="100"/>
              </a:spcBef>
              <a:buNone/>
            </a:pPr>
            <a:r>
              <a:rPr lang="th-TH" sz="1150" b="0" i="0" dirty="0">
                <a:solidFill>
                  <a:srgbClr val="E6EDF7"/>
                </a:solidFill>
                <a:latin typeface="Consolas"/>
                <a:cs typeface="Consolas"/>
              </a:rPr>
              <a:t>   node scripts/quality-gate.js.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ผูก Skill ให้ Subagent ล่วงหน้าด้วย frontmatter skills</a:t>
            </a:r>
          </a:p>
        </p:txBody>
      </p:sp>
      <p:pic>
        <p:nvPicPr>
          <p:cNvPr id="8" name="Picture Placeholder 7">
            <a:extLst>
              <a:ext uri="{FF2B5EF4-FFF2-40B4-BE49-F238E27FC236}">
                <a16:creationId xmlns:a16="http://schemas.microsoft.com/office/drawing/2014/main" id="{C38E84F7-6ABB-1CC6-7473-0C11E3F39770}"/>
              </a:ext>
            </a:extLst>
          </p:cNvPr>
          <p:cNvPicPr>
            <a:picLocks noGrp="1" noChangeAspect="1"/>
          </p:cNvPicPr>
          <p:nvPr>
            <p:ph type="pic" sz="quarter" idx="13"/>
          </p:nvPr>
        </p:nvPicPr>
        <p:blipFill>
          <a:blip r:embed="rId3"/>
          <a:srcRect l="3220" r="3220"/>
          <a:stretch/>
        </p:blipFill>
        <p:spPr>
          <a:xfrm>
            <a:off x="9829800" y="1572768"/>
            <a:ext cx="1508760" cy="1508760"/>
          </a:xfrm>
          <a:prstGeom prst="rect">
            <a:avLst/>
          </a:prstGeom>
        </p:spPr>
      </p:pic>
      <p:sp>
        <p:nvSpPr>
          <p:cNvPr id="109" name="Shape 109"/>
          <p:cNvSpPr/>
          <p:nvPr/>
        </p:nvSpPr>
        <p:spPr>
          <a:xfrm>
            <a:off x="841248" y="1645920"/>
            <a:ext cx="5669280" cy="283464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0"/>
              </a:spcBef>
              <a:buNone/>
            </a:pPr>
            <a:r>
              <a:rPr lang="th-TH" sz="1100" b="1" i="0" dirty="0">
                <a:solidFill>
                  <a:srgbClr val="7FB5FA"/>
                </a:solidFill>
              </a:rPr>
              <a:t>.claude/agents/release-manager.md</a:t>
            </a:r>
          </a:p>
          <a:p>
            <a:pPr marL="0" indent="0" algn="l">
              <a:spcBef>
                <a:spcPts val="100"/>
              </a:spcBef>
              <a:buNone/>
            </a:pPr>
            <a:r>
              <a:rPr lang="th-TH" sz="1250" b="0" i="0" dirty="0">
                <a:solidFill>
                  <a:srgbClr val="7FB5FA"/>
                </a:solidFill>
                <a:latin typeface="Consolas"/>
                <a:cs typeface="Consolas"/>
              </a:rPr>
              <a:t>---</a:t>
            </a:r>
          </a:p>
          <a:p>
            <a:pPr marL="0" indent="0" algn="l">
              <a:spcBef>
                <a:spcPts val="100"/>
              </a:spcBef>
              <a:buNone/>
            </a:pPr>
            <a:r>
              <a:rPr lang="th-TH" sz="1250" b="0" i="0" dirty="0">
                <a:solidFill>
                  <a:srgbClr val="FFD089"/>
                </a:solidFill>
                <a:latin typeface="Consolas"/>
                <a:cs typeface="Consolas"/>
              </a:rPr>
              <a:t>name: release-manager</a:t>
            </a:r>
          </a:p>
          <a:p>
            <a:pPr marL="0" indent="0" algn="l">
              <a:spcBef>
                <a:spcPts val="100"/>
              </a:spcBef>
              <a:buNone/>
            </a:pPr>
            <a:r>
              <a:rPr lang="th-TH" sz="1250" b="0" i="0" dirty="0">
                <a:solidFill>
                  <a:srgbClr val="FFD089"/>
                </a:solidFill>
                <a:latin typeface="Consolas"/>
                <a:cs typeface="Consolas"/>
              </a:rPr>
              <a:t>description: Runs releases for Sales Insight.</a:t>
            </a:r>
          </a:p>
          <a:p>
            <a:pPr marL="0" indent="0" algn="l">
              <a:spcBef>
                <a:spcPts val="100"/>
              </a:spcBef>
              <a:buNone/>
            </a:pPr>
            <a:r>
              <a:rPr lang="th-TH" sz="1250" b="0" i="0" dirty="0">
                <a:solidFill>
                  <a:srgbClr val="E6EDF7"/>
                </a:solidFill>
                <a:latin typeface="Consolas"/>
                <a:cs typeface="Consolas"/>
              </a:rPr>
              <a:t>  Use proactively when the user asks</a:t>
            </a:r>
          </a:p>
          <a:p>
            <a:pPr marL="0" indent="0" algn="l">
              <a:spcBef>
                <a:spcPts val="100"/>
              </a:spcBef>
              <a:buNone/>
            </a:pPr>
            <a:r>
              <a:rPr lang="th-TH" sz="1250" b="0" i="0" dirty="0">
                <a:solidFill>
                  <a:srgbClr val="E6EDF7"/>
                </a:solidFill>
                <a:latin typeface="Consolas"/>
                <a:cs typeface="Consolas"/>
              </a:rPr>
              <a:t>  to release or ship.</a:t>
            </a:r>
          </a:p>
          <a:p>
            <a:pPr marL="0" indent="0" algn="l">
              <a:spcBef>
                <a:spcPts val="100"/>
              </a:spcBef>
              <a:buNone/>
            </a:pPr>
            <a:r>
              <a:rPr lang="th-TH" sz="1250" b="0" i="0" dirty="0">
                <a:solidFill>
                  <a:srgbClr val="FFD089"/>
                </a:solidFill>
                <a:latin typeface="Consolas"/>
                <a:cs typeface="Consolas"/>
              </a:rPr>
              <a:t>tools: Read, Grep, Glob</a:t>
            </a:r>
          </a:p>
          <a:p>
            <a:pPr marL="0" indent="0" algn="l">
              <a:spcBef>
                <a:spcPts val="100"/>
              </a:spcBef>
              <a:buNone/>
            </a:pPr>
            <a:r>
              <a:rPr lang="th-TH" sz="1250" b="0" i="0" dirty="0">
                <a:solidFill>
                  <a:srgbClr val="FFD089"/>
                </a:solidFill>
                <a:latin typeface="Consolas"/>
                <a:cs typeface="Consolas"/>
              </a:rPr>
              <a:t>model: sonnet</a:t>
            </a:r>
          </a:p>
          <a:p>
            <a:pPr marL="0" indent="0" algn="l">
              <a:spcBef>
                <a:spcPts val="100"/>
              </a:spcBef>
              <a:buNone/>
            </a:pPr>
            <a:r>
              <a:rPr lang="th-TH" sz="1250" b="0" i="0" dirty="0">
                <a:solidFill>
                  <a:srgbClr val="FFD089"/>
                </a:solidFill>
                <a:latin typeface="Consolas"/>
                <a:cs typeface="Consolas"/>
              </a:rPr>
              <a:t>skills: release-checklist</a:t>
            </a:r>
          </a:p>
          <a:p>
            <a:pPr marL="0" indent="0" algn="l">
              <a:spcBef>
                <a:spcPts val="100"/>
              </a:spcBef>
              <a:buNone/>
            </a:pPr>
            <a:r>
              <a:rPr lang="th-TH" sz="1250" b="0" i="0" dirty="0">
                <a:solidFill>
                  <a:srgbClr val="7FB5FA"/>
                </a:solidFill>
                <a:latin typeface="Consolas"/>
                <a:cs typeface="Consolas"/>
              </a:rPr>
              <a:t>---</a:t>
            </a:r>
          </a:p>
        </p:txBody>
      </p:sp>
      <p:sp>
        <p:nvSpPr>
          <p:cNvPr id="110" name="Shape 110"/>
          <p:cNvSpPr/>
          <p:nvPr/>
        </p:nvSpPr>
        <p:spPr>
          <a:xfrm>
            <a:off x="6812280" y="3246120"/>
            <a:ext cx="4526280" cy="1188720"/>
          </a:xfrm>
          <a:prstGeom prst="roundRect">
            <a:avLst>
              <a:gd name="adj" fmla="val 10000"/>
            </a:avLst>
          </a:prstGeom>
          <a:solidFill>
            <a:srgbClr val="F3F7FD"/>
          </a:solidFill>
          <a:ln w="12700">
            <a:solidFill>
              <a:srgbClr val="DCE6F5"/>
            </a:solidFill>
          </a:ln>
        </p:spPr>
        <p:txBody>
          <a:bodyPr wrap="square" lIns="182880" tIns="73152" rIns="182880" bIns="73152" anchor="ctr">
            <a:normAutofit/>
          </a:bodyPr>
          <a:lstStyle/>
          <a:p>
            <a:pPr marL="0" indent="0" algn="l">
              <a:spcBef>
                <a:spcPts val="0"/>
              </a:spcBef>
              <a:buNone/>
            </a:pPr>
            <a:r>
              <a:rPr lang="th-TH" sz="1550" b="1" i="0" dirty="0">
                <a:solidFill>
                  <a:srgbClr val="4C5B6B"/>
                </a:solidFill>
              </a:rPr>
              <a:t>Auto-trigger</a:t>
            </a:r>
          </a:p>
          <a:p>
            <a:pPr marL="0" indent="0" algn="l">
              <a:spcBef>
                <a:spcPts val="200"/>
              </a:spcBef>
              <a:buNone/>
            </a:pPr>
            <a:r>
              <a:rPr lang="th-TH" sz="1300" b="0" i="0" dirty="0">
                <a:solidFill>
                  <a:srgbClr val="0D1B2A"/>
                </a:solidFill>
              </a:rPr>
              <a:t>Claude โหลด skill เองเมื่อ description ตรงงาน — อาจโหลดหรือไม่ก็ได้</a:t>
            </a:r>
          </a:p>
        </p:txBody>
      </p:sp>
      <p:sp>
        <p:nvSpPr>
          <p:cNvPr id="111" name="Shape 111"/>
          <p:cNvSpPr/>
          <p:nvPr/>
        </p:nvSpPr>
        <p:spPr>
          <a:xfrm>
            <a:off x="6812280" y="4617720"/>
            <a:ext cx="4526280" cy="1188720"/>
          </a:xfrm>
          <a:prstGeom prst="roundRect">
            <a:avLst>
              <a:gd name="adj" fmla="val 10000"/>
            </a:avLst>
          </a:prstGeom>
          <a:solidFill>
            <a:srgbClr val="EAF2FF"/>
          </a:solidFill>
          <a:ln w="12700">
            <a:solidFill>
              <a:srgbClr val="DCE6F5"/>
            </a:solidFill>
          </a:ln>
        </p:spPr>
        <p:txBody>
          <a:bodyPr wrap="square" lIns="182880" tIns="73152" rIns="182880" bIns="73152" anchor="ctr">
            <a:normAutofit/>
          </a:bodyPr>
          <a:lstStyle/>
          <a:p>
            <a:pPr marL="0" indent="0" algn="l">
              <a:spcBef>
                <a:spcPts val="0"/>
              </a:spcBef>
              <a:buNone/>
            </a:pPr>
            <a:r>
              <a:rPr lang="th-TH" sz="1550" b="1" i="0" dirty="0">
                <a:solidFill>
                  <a:srgbClr val="005CFF"/>
                </a:solidFill>
              </a:rPr>
              <a:t>Preload ผ่าน skills</a:t>
            </a:r>
          </a:p>
          <a:p>
            <a:pPr marL="0" indent="0" algn="l">
              <a:spcBef>
                <a:spcPts val="200"/>
              </a:spcBef>
              <a:buNone/>
            </a:pPr>
            <a:r>
              <a:rPr lang="th-TH" sz="1300" b="0" i="0" dirty="0">
                <a:solidFill>
                  <a:srgbClr val="0D1B2A"/>
                </a:solidFill>
              </a:rPr>
              <a:t>เนื้อหา skill ทั้งหมดอยู่ใน context ของ agent ตั้งแต่เริ่มทำงาน</a:t>
            </a:r>
          </a:p>
        </p:txBody>
      </p:sp>
      <p:sp>
        <p:nvSpPr>
          <p:cNvPr id="112" name="Shape 112"/>
          <p:cNvSpPr/>
          <p:nvPr/>
        </p:nvSpPr>
        <p:spPr>
          <a:xfrm>
            <a:off x="6812280" y="1691640"/>
            <a:ext cx="2834640" cy="1371600"/>
          </a:xfrm>
          <a:prstGeom prst="rect">
            <a:avLst/>
          </a:prstGeom>
          <a:noFill/>
          <a:ln>
            <a:noFill/>
          </a:ln>
        </p:spPr>
        <p:txBody>
          <a:bodyPr wrap="square" lIns="0" tIns="0" rIns="0" bIns="0" anchor="ctr">
            <a:normAutofit/>
          </a:bodyPr>
          <a:lstStyle/>
          <a:p>
            <a:pPr marL="0" indent="0" algn="l">
              <a:spcBef>
                <a:spcPts val="0"/>
              </a:spcBef>
              <a:buNone/>
            </a:pPr>
            <a:r>
              <a:rPr lang="th-TH" sz="1800" b="1" i="0" dirty="0">
                <a:solidFill>
                  <a:srgbClr val="0D1B2A"/>
                </a:solidFill>
              </a:rPr>
              <a:t>เพิ่มบรรทัดเดียว</a:t>
            </a:r>
          </a:p>
          <a:p>
            <a:pPr marL="0" indent="0" algn="l">
              <a:spcBef>
                <a:spcPts val="300"/>
              </a:spcBef>
              <a:buNone/>
            </a:pPr>
            <a:r>
              <a:rPr lang="th-TH" sz="1250" b="0" i="0" dirty="0">
                <a:solidFill>
                  <a:srgbClr val="005CFF"/>
                </a:solidFill>
                <a:latin typeface="Consolas"/>
                <a:cs typeface="Consolas"/>
              </a:rPr>
              <a:t>skills: release-checklist</a:t>
            </a:r>
          </a:p>
        </p:txBody>
      </p:sp>
      <p:sp>
        <p:nvSpPr>
          <p:cNvPr id="113" name="Shape 113"/>
          <p:cNvSpPr/>
          <p:nvPr/>
        </p:nvSpPr>
        <p:spPr>
          <a:xfrm>
            <a:off x="841248" y="4663440"/>
            <a:ext cx="5669280" cy="1234440"/>
          </a:xfrm>
          <a:prstGeom prst="roundRect">
            <a:avLst>
              <a:gd name="adj" fmla="val 10000"/>
            </a:avLst>
          </a:prstGeom>
          <a:solidFill>
            <a:srgbClr val="FFF8E6"/>
          </a:solidFill>
          <a:ln>
            <a:noFill/>
          </a:ln>
        </p:spPr>
        <p:txBody>
          <a:bodyPr wrap="square" lIns="182880" tIns="73152" rIns="182880" bIns="73152" anchor="ctr">
            <a:normAutofit/>
          </a:bodyPr>
          <a:lstStyle/>
          <a:p>
            <a:pPr marL="0" indent="0" algn="l">
              <a:spcBef>
                <a:spcPts val="0"/>
              </a:spcBef>
              <a:buNone/>
            </a:pPr>
            <a:r>
              <a:rPr lang="th-TH" sz="1350" b="1" i="0" dirty="0">
                <a:solidFill>
                  <a:srgbClr val="B54708"/>
                </a:solidFill>
              </a:rPr>
              <a:t>Lab release checklist (⏱ 15 นาที): </a:t>
            </a:r>
            <a:r>
              <a:rPr lang="th-TH" sz="1300" b="0" i="0" dirty="0">
                <a:solidFill>
                  <a:srgbClr val="0D1B2A"/>
                </a:solidFill>
              </a:rPr>
              <a:t>ทดสอบใน TUI ด้วย "I want to release the sales insight app now. Walk me through it." แล้วจดว่าถูกหยิบเองหรือต้องเอ่ยชื่อ</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D8C78A-27C3-C602-1856-17FC9608783E}"/>
              </a:ext>
            </a:extLst>
          </p:cNvPr>
          <p:cNvSpPr>
            <a:spLocks noGrp="1"/>
          </p:cNvSpPr>
          <p:nvPr>
            <p:ph type="ftr" sz="quarter" idx="10"/>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BA0D2626-FC54-DB13-7998-316C7EBD51B4}"/>
              </a:ext>
            </a:extLst>
          </p:cNvPr>
          <p:cNvSpPr>
            <a:spLocks noGrp="1"/>
          </p:cNvSpPr>
          <p:nvPr>
            <p:ph type="sldNum" sz="quarter" idx="11"/>
          </p:nvPr>
        </p:nvSpPr>
        <p:spPr/>
        <p:txBody>
          <a:bodyPr/>
          <a:lstStyle/>
          <a:p>
            <a:fld id="{7B973119-0BF9-7444-941C-BCE2AFE6BE2E}" type="slidenum">
              <a:rPr lang="en-TH" smtClean="0"/>
              <a:pPr/>
              <a:t>45</a:t>
            </a:fld>
            <a:endParaRPr lang="en-TH"/>
          </a:p>
        </p:txBody>
      </p:sp>
      <p:sp>
        <p:nvSpPr>
          <p:cNvPr id="104" name="Title 1"/>
          <p:cNvSpPr>
            <a:spLocks noGrp="1"/>
          </p:cNvSpPr>
          <p:nvPr>
            <p:ph type="title"/>
          </p:nvPr>
        </p:nvSpPr>
        <p:spPr/>
        <p:txBody>
          <a:bodyPr>
            <a:normAutofit fontScale="90000"/>
          </a:bodyPr>
          <a:lstStyle/>
          <a:p>
            <a:r>
              <a:rPr lang="th-TH" dirty="0"/>
              <a:t>Plugins: รวม Skills + Agents + Hooks + MCP — ตรวจก่อนติดตั้ง</a:t>
            </a:r>
          </a:p>
        </p:txBody>
      </p:sp>
      <p:sp>
        <p:nvSpPr>
          <p:cNvPr id="105" name="Shape 105"/>
          <p:cNvSpPr/>
          <p:nvPr/>
        </p:nvSpPr>
        <p:spPr>
          <a:xfrm>
            <a:off x="841248" y="1691640"/>
            <a:ext cx="6035040" cy="594360"/>
          </a:xfrm>
          <a:prstGeom prst="roundRect">
            <a:avLst>
              <a:gd name="adj" fmla="val 2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6" name="Shape 106"/>
          <p:cNvSpPr/>
          <p:nvPr/>
        </p:nvSpPr>
        <p:spPr>
          <a:xfrm>
            <a:off x="960120" y="1801368"/>
            <a:ext cx="384048" cy="384048"/>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300" b="1" i="0" dirty="0">
                <a:solidFill>
                  <a:srgbClr val="FFFFFF"/>
                </a:solidFill>
              </a:rPr>
              <a:t>✓</a:t>
            </a:r>
          </a:p>
        </p:txBody>
      </p:sp>
      <p:sp>
        <p:nvSpPr>
          <p:cNvPr id="107" name="Shape 107"/>
          <p:cNvSpPr/>
          <p:nvPr/>
        </p:nvSpPr>
        <p:spPr>
          <a:xfrm>
            <a:off x="1508760" y="1691640"/>
            <a:ext cx="5303520" cy="59436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แหล่งที่มา: marketplace ทางการของ Anthropic หรือ third-party? ใครดูแล</a:t>
            </a:r>
          </a:p>
        </p:txBody>
      </p:sp>
      <p:sp>
        <p:nvSpPr>
          <p:cNvPr id="108" name="Shape 108"/>
          <p:cNvSpPr/>
          <p:nvPr/>
        </p:nvSpPr>
        <p:spPr>
          <a:xfrm>
            <a:off x="841248" y="2377440"/>
            <a:ext cx="6035040" cy="594360"/>
          </a:xfrm>
          <a:prstGeom prst="roundRect">
            <a:avLst>
              <a:gd name="adj" fmla="val 2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9" name="Shape 109"/>
          <p:cNvSpPr/>
          <p:nvPr/>
        </p:nvSpPr>
        <p:spPr>
          <a:xfrm>
            <a:off x="960120" y="2487168"/>
            <a:ext cx="384048" cy="384048"/>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300" b="1" i="0" dirty="0">
                <a:solidFill>
                  <a:srgbClr val="FFFFFF"/>
                </a:solidFill>
              </a:rPr>
              <a:t>✓</a:t>
            </a:r>
          </a:p>
        </p:txBody>
      </p:sp>
      <p:sp>
        <p:nvSpPr>
          <p:cNvPr id="110" name="Shape 110"/>
          <p:cNvSpPr/>
          <p:nvPr/>
        </p:nvSpPr>
        <p:spPr>
          <a:xfrm>
            <a:off x="1508760" y="2377440"/>
            <a:ext cx="5303520" cy="59436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อ่าน SKILL.md · agents · hooks · scripts ก่อน — หาคำสั่งแฝงหรือ curl | bash</a:t>
            </a:r>
          </a:p>
        </p:txBody>
      </p:sp>
      <p:sp>
        <p:nvSpPr>
          <p:cNvPr id="111" name="Shape 111"/>
          <p:cNvSpPr/>
          <p:nvPr/>
        </p:nvSpPr>
        <p:spPr>
          <a:xfrm>
            <a:off x="841248" y="3063240"/>
            <a:ext cx="6035040" cy="594360"/>
          </a:xfrm>
          <a:prstGeom prst="roundRect">
            <a:avLst>
              <a:gd name="adj" fmla="val 2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2" name="Shape 112"/>
          <p:cNvSpPr/>
          <p:nvPr/>
        </p:nvSpPr>
        <p:spPr>
          <a:xfrm>
            <a:off x="960120" y="3172968"/>
            <a:ext cx="384048" cy="384048"/>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300" b="1" i="0" dirty="0">
                <a:solidFill>
                  <a:srgbClr val="FFFFFF"/>
                </a:solidFill>
              </a:rPr>
              <a:t>✓</a:t>
            </a:r>
          </a:p>
        </p:txBody>
      </p:sp>
      <p:sp>
        <p:nvSpPr>
          <p:cNvPr id="113" name="Shape 113"/>
          <p:cNvSpPr/>
          <p:nvPr/>
        </p:nvSpPr>
        <p:spPr>
          <a:xfrm>
            <a:off x="1508760" y="3063240"/>
            <a:ext cx="5303520" cy="59436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ดูสิทธิ์: tools ที่ agent ขอ · MCP server ต่อไปที่ไหน · hooks รันอะไร</a:t>
            </a:r>
          </a:p>
        </p:txBody>
      </p:sp>
      <p:sp>
        <p:nvSpPr>
          <p:cNvPr id="114" name="Shape 114"/>
          <p:cNvSpPr/>
          <p:nvPr/>
        </p:nvSpPr>
        <p:spPr>
          <a:xfrm>
            <a:off x="841248" y="3749039"/>
            <a:ext cx="6035040" cy="594360"/>
          </a:xfrm>
          <a:prstGeom prst="roundRect">
            <a:avLst>
              <a:gd name="adj" fmla="val 2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5" name="Shape 115"/>
          <p:cNvSpPr/>
          <p:nvPr/>
        </p:nvSpPr>
        <p:spPr>
          <a:xfrm>
            <a:off x="960120" y="3858768"/>
            <a:ext cx="384048" cy="384048"/>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300" b="1" i="0" dirty="0">
                <a:solidFill>
                  <a:srgbClr val="FFFFFF"/>
                </a:solidFill>
              </a:rPr>
              <a:t>✓</a:t>
            </a:r>
          </a:p>
        </p:txBody>
      </p:sp>
      <p:sp>
        <p:nvSpPr>
          <p:cNvPr id="116" name="Shape 116"/>
          <p:cNvSpPr/>
          <p:nvPr/>
        </p:nvSpPr>
        <p:spPr>
          <a:xfrm>
            <a:off x="1508760" y="3749039"/>
            <a:ext cx="5303520" cy="59436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ล็อกเวอร์ชันที่ตรวจแล้ว — ระวังอัปเดตที่เปลี่ยนพฤติกรรมเงียบ ๆ</a:t>
            </a:r>
          </a:p>
        </p:txBody>
      </p:sp>
      <p:sp>
        <p:nvSpPr>
          <p:cNvPr id="117" name="Shape 117"/>
          <p:cNvSpPr/>
          <p:nvPr/>
        </p:nvSpPr>
        <p:spPr>
          <a:xfrm>
            <a:off x="841248" y="4434840"/>
            <a:ext cx="6035040" cy="594360"/>
          </a:xfrm>
          <a:prstGeom prst="roundRect">
            <a:avLst>
              <a:gd name="adj" fmla="val 2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8" name="Shape 118"/>
          <p:cNvSpPr/>
          <p:nvPr/>
        </p:nvSpPr>
        <p:spPr>
          <a:xfrm>
            <a:off x="960120" y="4544568"/>
            <a:ext cx="384048" cy="384048"/>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300" b="1" i="0" dirty="0">
                <a:solidFill>
                  <a:srgbClr val="FFFFFF"/>
                </a:solidFill>
              </a:rPr>
              <a:t>✓</a:t>
            </a:r>
          </a:p>
        </p:txBody>
      </p:sp>
      <p:sp>
        <p:nvSpPr>
          <p:cNvPr id="119" name="Shape 119"/>
          <p:cNvSpPr/>
          <p:nvPr/>
        </p:nvSpPr>
        <p:spPr>
          <a:xfrm>
            <a:off x="1508760" y="4434840"/>
            <a:ext cx="5303520" cy="59436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ลองใน sandbox / repo ทดลองก่อน แล้วค่อยติดตั้งแบบ project scope</a:t>
            </a:r>
          </a:p>
        </p:txBody>
      </p:sp>
      <p:sp>
        <p:nvSpPr>
          <p:cNvPr id="120" name="Shape 120"/>
          <p:cNvSpPr/>
          <p:nvPr/>
        </p:nvSpPr>
        <p:spPr>
          <a:xfrm>
            <a:off x="841248" y="5120640"/>
            <a:ext cx="6035040" cy="594360"/>
          </a:xfrm>
          <a:prstGeom prst="roundRect">
            <a:avLst>
              <a:gd name="adj" fmla="val 2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21" name="Shape 121"/>
          <p:cNvSpPr/>
          <p:nvPr/>
        </p:nvSpPr>
        <p:spPr>
          <a:xfrm>
            <a:off x="960120" y="5230368"/>
            <a:ext cx="384048" cy="384048"/>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300" b="1" i="0" dirty="0">
                <a:solidFill>
                  <a:srgbClr val="FFFFFF"/>
                </a:solidFill>
              </a:rPr>
              <a:t>✓</a:t>
            </a:r>
          </a:p>
        </p:txBody>
      </p:sp>
      <p:sp>
        <p:nvSpPr>
          <p:cNvPr id="122" name="Shape 122"/>
          <p:cNvSpPr/>
          <p:nvPr/>
        </p:nvSpPr>
        <p:spPr>
          <a:xfrm>
            <a:off x="1508760" y="5120640"/>
            <a:ext cx="5303520" cy="59436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ไม่ได้ใช้ → disable ด้วย /plugin (ลด context และ process ที่รันอยู่)</a:t>
            </a:r>
          </a:p>
        </p:txBody>
      </p:sp>
      <p:sp>
        <p:nvSpPr>
          <p:cNvPr id="200" name="Plugin Tree"/>
          <p:cNvSpPr/>
          <p:nvPr/>
        </p:nvSpPr>
        <p:spPr>
          <a:xfrm>
            <a:off x="7178040" y="1691640"/>
            <a:ext cx="4160520" cy="260604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0"/>
              </a:spcBef>
              <a:buNone/>
            </a:pPr>
            <a:r>
              <a:rPr lang="th-TH" sz="1100" b="1" i="0" dirty="0">
                <a:solidFill>
                  <a:srgbClr val="7FB5FA"/>
                </a:solidFill>
              </a:rPr>
              <a:t>โครงสร้าง plugin (ตัวอย่าง)</a:t>
            </a:r>
          </a:p>
          <a:p>
            <a:pPr marL="0" indent="0" algn="l">
              <a:spcBef>
                <a:spcPts val="100"/>
              </a:spcBef>
              <a:buNone/>
            </a:pPr>
            <a:r>
              <a:rPr lang="th-TH" sz="1300" b="0" i="0" dirty="0">
                <a:solidFill>
                  <a:srgbClr val="7FB5FA"/>
                </a:solidFill>
                <a:latin typeface="Consolas"/>
                <a:cs typeface="Consolas"/>
              </a:rPr>
              <a:t>my-plugin/</a:t>
            </a:r>
          </a:p>
          <a:p>
            <a:pPr marL="0" indent="0" algn="l">
              <a:spcBef>
                <a:spcPts val="100"/>
              </a:spcBef>
              <a:buNone/>
            </a:pPr>
            <a:r>
              <a:rPr lang="th-TH" sz="1300" b="0" i="0" dirty="0">
                <a:solidFill>
                  <a:srgbClr val="FFD089"/>
                </a:solidFill>
                <a:latin typeface="Consolas"/>
                <a:cs typeface="Consolas"/>
              </a:rPr>
              <a:t>  .claude-plugin/plugin.json</a:t>
            </a:r>
          </a:p>
          <a:p>
            <a:pPr marL="0" indent="0" algn="l">
              <a:spcBef>
                <a:spcPts val="100"/>
              </a:spcBef>
              <a:buNone/>
            </a:pPr>
            <a:r>
              <a:rPr lang="th-TH" sz="1300" b="0" i="0" dirty="0">
                <a:solidFill>
                  <a:srgbClr val="FFD089"/>
                </a:solidFill>
                <a:latin typeface="Consolas"/>
                <a:cs typeface="Consolas"/>
              </a:rPr>
              <a:t>  skills/&lt;name&gt;/SKILL.md</a:t>
            </a:r>
          </a:p>
          <a:p>
            <a:pPr marL="0" indent="0" algn="l">
              <a:spcBef>
                <a:spcPts val="100"/>
              </a:spcBef>
              <a:buNone/>
            </a:pPr>
            <a:r>
              <a:rPr lang="th-TH" sz="1300" b="0" i="0" dirty="0">
                <a:solidFill>
                  <a:srgbClr val="FFD089"/>
                </a:solidFill>
                <a:latin typeface="Consolas"/>
                <a:cs typeface="Consolas"/>
              </a:rPr>
              <a:t>  agents/reviewer.md</a:t>
            </a:r>
          </a:p>
          <a:p>
            <a:pPr marL="0" indent="0" algn="l">
              <a:spcBef>
                <a:spcPts val="100"/>
              </a:spcBef>
              <a:buNone/>
            </a:pPr>
            <a:r>
              <a:rPr lang="th-TH" sz="1300" b="0" i="0" dirty="0">
                <a:solidFill>
                  <a:srgbClr val="FFD089"/>
                </a:solidFill>
                <a:latin typeface="Consolas"/>
                <a:cs typeface="Consolas"/>
              </a:rPr>
              <a:t>  hooks/hooks.json</a:t>
            </a:r>
          </a:p>
          <a:p>
            <a:pPr marL="0" indent="0" algn="l">
              <a:spcBef>
                <a:spcPts val="100"/>
              </a:spcBef>
              <a:buNone/>
            </a:pPr>
            <a:r>
              <a:rPr lang="th-TH" sz="1300" b="0" i="0" dirty="0">
                <a:solidFill>
                  <a:srgbClr val="FFD089"/>
                </a:solidFill>
                <a:latin typeface="Consolas"/>
                <a:cs typeface="Consolas"/>
              </a:rPr>
              <a:t>  .mcp.json   # MCP servers</a:t>
            </a:r>
          </a:p>
        </p:txBody>
      </p:sp>
      <p:sp>
        <p:nvSpPr>
          <p:cNvPr id="124" name="Shape 124"/>
          <p:cNvSpPr/>
          <p:nvPr/>
        </p:nvSpPr>
        <p:spPr>
          <a:xfrm>
            <a:off x="7178040" y="4389120"/>
            <a:ext cx="4160520" cy="365760"/>
          </a:xfrm>
          <a:prstGeom prst="rect">
            <a:avLst/>
          </a:prstGeom>
          <a:noFill/>
          <a:ln>
            <a:noFill/>
          </a:ln>
        </p:spPr>
        <p:txBody>
          <a:bodyPr wrap="square" lIns="0" tIns="0" rIns="0" bIns="0" anchor="t">
            <a:normAutofit/>
          </a:bodyPr>
          <a:lstStyle/>
          <a:p>
            <a:pPr marL="0" indent="0" algn="ctr">
              <a:spcBef>
                <a:spcPts val="0"/>
              </a:spcBef>
              <a:buNone/>
            </a:pPr>
            <a:r>
              <a:rPr lang="th-TH" sz="1150" b="0" i="0" dirty="0">
                <a:solidFill>
                  <a:srgbClr val="4C5B6B"/>
                </a:solidFill>
              </a:rPr>
              <a:t>Plugin = หลายชิ้นรวมเป็นหน่วยเดียว · ติดตั้ง/จัดการผ่าน /plugin</a:t>
            </a:r>
          </a:p>
        </p:txBody>
      </p:sp>
      <p:sp>
        <p:nvSpPr>
          <p:cNvPr id="125" name="Shape 125"/>
          <p:cNvSpPr/>
          <p:nvPr/>
        </p:nvSpPr>
        <p:spPr>
          <a:xfrm>
            <a:off x="7178040" y="4846320"/>
            <a:ext cx="4160520" cy="1005840"/>
          </a:xfrm>
          <a:prstGeom prst="roundRect">
            <a:avLst>
              <a:gd name="adj" fmla="val 12000"/>
            </a:avLst>
          </a:prstGeom>
          <a:solidFill>
            <a:srgbClr val="EAF2FF"/>
          </a:solidFill>
          <a:ln>
            <a:noFill/>
          </a:ln>
        </p:spPr>
        <p:txBody>
          <a:bodyPr wrap="square" lIns="182880" tIns="73152" rIns="182880" bIns="73152" anchor="ctr">
            <a:normAutofit/>
          </a:bodyPr>
          <a:lstStyle/>
          <a:p>
            <a:pPr marL="0" indent="0" algn="l">
              <a:spcBef>
                <a:spcPts val="0"/>
              </a:spcBef>
              <a:buNone/>
            </a:pPr>
            <a:r>
              <a:rPr lang="th-TH" sz="1250" b="1" i="0" dirty="0">
                <a:solidFill>
                  <a:srgbClr val="005CFF"/>
                </a:solidFill>
              </a:rPr>
              <a:t>รันด้วยสิทธิ์ของเรา: </a:t>
            </a:r>
            <a:r>
              <a:rPr lang="th-TH" sz="1200" b="0" i="0" dirty="0">
                <a:solidFill>
                  <a:srgbClr val="0D1B2A"/>
                </a:solidFill>
              </a:rPr>
              <a:t>plugin ที่เปิดไว้อยู่ในทุก session — hooks ทำงาน MCP รันคู่ และ description กิน context ทุก turn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Module 6 · MCP</a:t>
            </a:r>
          </a:p>
        </p:txBody>
      </p:sp>
      <p:sp>
        <p:nvSpPr>
          <p:cNvPr id="3" name="Text Placeholder 2"/>
          <p:cNvSpPr>
            <a:spLocks noGrp="1"/>
          </p:cNvSpPr>
          <p:nvPr>
            <p:ph type="body" idx="1"/>
          </p:nvPr>
        </p:nvSpPr>
        <p:spPr/>
        <p:txBody>
          <a:bodyPr>
            <a:normAutofit lnSpcReduction="10000"/>
          </a:bodyPr>
          <a:lstStyle/>
          <a:p>
            <a:r>
              <a:rPr lang="th-TH" dirty="0"/>
              <a:t>Model Context Protocol: ต่อเครื่องมือและข้อมูลภายนอกเข้ากับ Agent</a:t>
            </a:r>
          </a:p>
        </p:txBody>
      </p:sp>
      <p:sp>
        <p:nvSpPr>
          <p:cNvPr id="5" name="Text Placeholder 4"/>
          <p:cNvSpPr>
            <a:spLocks noGrp="1"/>
          </p:cNvSpPr>
          <p:nvPr>
            <p:ph type="body" idx="14"/>
          </p:nvPr>
        </p:nvSpPr>
        <p:spPr/>
        <p:txBody>
          <a:bodyPr/>
          <a:lstStyle/>
          <a:p>
            <a:r>
              <a:rPr lang="th-TH" dirty="0"/>
              <a:t>วันที่ 1 · บ่าย · ⏱ ~35 นาที · Workshop 3</a:t>
            </a:r>
          </a:p>
        </p:txBody>
      </p:sp>
      <p:pic>
        <p:nvPicPr>
          <p:cNvPr id="9" name="Picture Placeholder 8" descr="A black silhouette of a cartoon cat with an open mouth.&#10;&#10;AI-generated content may be incorrect.">
            <a:extLst>
              <a:ext uri="{FF2B5EF4-FFF2-40B4-BE49-F238E27FC236}">
                <a16:creationId xmlns:a16="http://schemas.microsoft.com/office/drawing/2014/main" id="{DF630756-E0B1-098F-656B-FC540A767186}"/>
              </a:ext>
            </a:extLst>
          </p:cNvPr>
          <p:cNvPicPr>
            <a:picLocks noGrp="1" noChangeAspect="1"/>
          </p:cNvPicPr>
          <p:nvPr>
            <p:ph type="pic" sz="quarter" idx="13"/>
          </p:nvPr>
        </p:nvPicPr>
        <p:blipFill>
          <a:blip r:embed="rId3"/>
          <a:srcRect t="3167" b="3167"/>
          <a:stretch/>
        </p:blipFill>
        <p:spPr>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0" y="733916"/>
            <a:ext cx="10248900" cy="688485"/>
          </a:xfrm>
        </p:spPr>
        <p:txBody>
          <a:bodyPr anchor="ctr">
            <a:normAutofit/>
          </a:bodyPr>
          <a:lstStyle/>
          <a:p>
            <a:r>
              <a:rPr lang="th-TH" dirty="0"/>
              <a:t>MCP Transports: เลือกตามที่ตั้งของ Server</a:t>
            </a:r>
          </a:p>
        </p:txBody>
      </p:sp>
      <p:sp>
        <p:nvSpPr>
          <p:cNvPr id="3" name="Content Placeholder 2"/>
          <p:cNvSpPr>
            <a:spLocks noGrp="1"/>
          </p:cNvSpPr>
          <p:nvPr>
            <p:ph sz="quarter" idx="12"/>
          </p:nvPr>
        </p:nvSpPr>
        <p:spPr>
          <a:xfrm>
            <a:off x="838200" y="1549400"/>
            <a:ext cx="5162550" cy="4498975"/>
          </a:xfrm>
        </p:spPr>
        <p:txBody>
          <a:bodyPr>
            <a:normAutofit/>
          </a:bodyPr>
          <a:lstStyle/>
          <a:p>
            <a:pPr marL="0" indent="0" algn="l">
              <a:spcBef>
                <a:spcPts val="0"/>
              </a:spcBef>
              <a:buNone/>
            </a:pPr>
            <a:r>
              <a:rPr lang="th-TH" sz="1600" b="1" i="0" dirty="0">
                <a:solidFill>
                  <a:srgbClr val="0D1B2A"/>
                </a:solidFill>
              </a:rPr>
              <a:t>MCP = โปรโตคอลมาตรฐาน (JSON-RPC)</a:t>
            </a:r>
          </a:p>
          <a:p>
            <a:pPr marL="0" indent="0" algn="l">
              <a:spcBef>
                <a:spcPts val="150"/>
              </a:spcBef>
              <a:buNone/>
            </a:pPr>
            <a:r>
              <a:rPr lang="th-TH" sz="1400" b="0" i="0" dirty="0">
                <a:solidFill>
                  <a:srgbClr val="4C5B6B"/>
                </a:solidFill>
              </a:rPr>
              <a:t>ให้ Agent ต่อแหล่งเครื่องมือ/ข้อมูลภายนอก</a:t>
            </a:r>
          </a:p>
          <a:p>
            <a:pPr marL="0" indent="0" algn="l">
              <a:spcBef>
                <a:spcPts val="1100"/>
              </a:spcBef>
              <a:buNone/>
            </a:pPr>
            <a:r>
              <a:rPr lang="th-TH" sz="1600" b="1" i="0" dirty="0">
                <a:solidFill>
                  <a:srgbClr val="005CFF"/>
                </a:solidFill>
              </a:rPr>
              <a:t>รูปแบบ Deployment</a:t>
            </a:r>
          </a:p>
          <a:p>
            <a:pPr marL="0" indent="0" algn="l">
              <a:spcBef>
                <a:spcPts val="150"/>
              </a:spcBef>
              <a:buNone/>
            </a:pPr>
            <a:r>
              <a:rPr lang="th-TH" sz="1400" b="0" i="0" dirty="0">
                <a:solidFill>
                  <a:srgbClr val="0D1B2A"/>
                </a:solidFill>
              </a:rPr>
              <a:t>Node.js (npx) · Docker Container · Remote URL</a:t>
            </a:r>
          </a:p>
          <a:p>
            <a:pPr marL="0" indent="0" algn="l">
              <a:spcBef>
                <a:spcPts val="100"/>
              </a:spcBef>
              <a:buNone/>
            </a:pPr>
            <a:r>
              <a:rPr lang="th-TH" sz="1300" b="0" i="1" dirty="0">
                <a:solidFill>
                  <a:srgbClr val="4C5B6B"/>
                </a:solidFill>
              </a:rPr>
              <a:t>= วิธีติดตั้ง ไม่ใช่ชนิดของ MCP</a:t>
            </a:r>
          </a:p>
          <a:p>
            <a:pPr marL="0" indent="0" algn="l">
              <a:spcBef>
                <a:spcPts val="1100"/>
              </a:spcBef>
              <a:buNone/>
            </a:pPr>
            <a:r>
              <a:rPr lang="th-TH" sz="1450" b="1" i="0" dirty="0">
                <a:solidFill>
                  <a:srgbClr val="B93815"/>
                </a:solidFill>
              </a:rPr>
              <a:t>SSE</a:t>
            </a:r>
            <a:r>
              <a:rPr lang="th-TH" sz="1350" b="0" i="0" dirty="0">
                <a:solidFill>
                  <a:srgbClr val="4C5B6B"/>
                </a:solidFill>
              </a:rPr>
              <a:t> deprecated — เหลือแค่ auto-fallback ให้ server เก่า</a:t>
            </a:r>
          </a:p>
        </p:txBody>
      </p:sp>
      <p:sp>
        <p:nvSpPr>
          <p:cNvPr id="16" name="Footer Placeholder 4">
            <a:extLst>
              <a:ext uri="{FF2B5EF4-FFF2-40B4-BE49-F238E27FC236}">
                <a16:creationId xmlns:a16="http://schemas.microsoft.com/office/drawing/2014/main" id="{5084F689-CE1A-7A82-DE91-BA4954F5917B}"/>
              </a:ext>
            </a:extLst>
          </p:cNvPr>
          <p:cNvSpPr>
            <a:spLocks noGrp="1"/>
          </p:cNvSpPr>
          <p:nvPr>
            <p:ph type="ftr" sz="quarter" idx="3"/>
          </p:nvPr>
        </p:nvSpPr>
        <p:spPr>
          <a:xfrm>
            <a:off x="838202" y="6174245"/>
            <a:ext cx="4389253" cy="365125"/>
          </a:xfrm>
        </p:spPr>
        <p:txBody>
          <a:bodyPr/>
          <a:lstStyle/>
          <a:p>
            <a:pPr>
              <a:spcAft>
                <a:spcPts val="600"/>
              </a:spcAft>
            </a:pPr>
            <a:r>
              <a:rPr lang="en-US"/>
              <a:t>Copyright © 2026 9Expert Co., Ltd. All rights reserved.</a:t>
            </a:r>
            <a:endParaRPr lang="en-TH"/>
          </a:p>
        </p:txBody>
      </p:sp>
      <p:sp>
        <p:nvSpPr>
          <p:cNvPr id="17" name="Slide Number Placeholder 5">
            <a:extLst>
              <a:ext uri="{FF2B5EF4-FFF2-40B4-BE49-F238E27FC236}">
                <a16:creationId xmlns:a16="http://schemas.microsoft.com/office/drawing/2014/main" id="{675A9D21-E63D-CE5C-BEED-B0EB36647853}"/>
              </a:ext>
            </a:extLst>
          </p:cNvPr>
          <p:cNvSpPr>
            <a:spLocks noGrp="1"/>
          </p:cNvSpPr>
          <p:nvPr>
            <p:ph type="sldNum" sz="quarter" idx="4"/>
          </p:nvPr>
        </p:nvSpPr>
        <p:spPr>
          <a:xfrm>
            <a:off x="10182228" y="6167120"/>
            <a:ext cx="1171575" cy="365125"/>
          </a:xfrm>
        </p:spPr>
        <p:txBody>
          <a:bodyPr/>
          <a:lstStyle/>
          <a:p>
            <a:pPr>
              <a:spcAft>
                <a:spcPts val="600"/>
              </a:spcAft>
            </a:pPr>
            <a:fld id="{7B973119-0BF9-7444-941C-BCE2AFE6BE2E}" type="slidenum">
              <a:rPr lang="en-TH" smtClean="0"/>
              <a:t>47</a:t>
            </a:fld>
            <a:endParaRPr lang="en-TH"/>
          </a:p>
        </p:txBody>
      </p:sp>
      <p:sp>
        <p:nvSpPr>
          <p:cNvPr id="118" name="Shape 118"/>
          <p:cNvSpPr/>
          <p:nvPr/>
        </p:nvSpPr>
        <p:spPr>
          <a:xfrm>
            <a:off x="6309360" y="3063240"/>
            <a:ext cx="1554480" cy="1371600"/>
          </a:xfrm>
          <a:prstGeom prst="roundRect">
            <a:avLst>
              <a:gd name="adj" fmla="val 12000"/>
            </a:avLst>
          </a:prstGeom>
          <a:solidFill>
            <a:srgbClr val="0D1B2A"/>
          </a:solidFill>
          <a:ln>
            <a:noFill/>
          </a:ln>
        </p:spPr>
        <p:txBody>
          <a:bodyPr wrap="square" lIns="45720" tIns="45720" rIns="45720" bIns="45720" anchor="ctr">
            <a:normAutofit/>
          </a:bodyPr>
          <a:lstStyle/>
          <a:p>
            <a:pPr marL="0" indent="0" algn="ctr">
              <a:spcBef>
                <a:spcPts val="0"/>
              </a:spcBef>
              <a:buNone/>
            </a:pPr>
            <a:r>
              <a:rPr lang="th-TH" sz="1500" b="1" i="0" dirty="0">
                <a:solidFill>
                  <a:srgbClr val="FFFFFF"/>
                </a:solidFill>
              </a:rPr>
              <a:t>Claude</a:t>
            </a:r>
          </a:p>
          <a:p>
            <a:pPr marL="0" indent="0" algn="ctr">
              <a:spcBef>
                <a:spcPts val="0"/>
              </a:spcBef>
              <a:buNone/>
            </a:pPr>
            <a:r>
              <a:rPr lang="th-TH" sz="1500" b="1" i="0" dirty="0">
                <a:solidFill>
                  <a:srgbClr val="FFFFFF"/>
                </a:solidFill>
              </a:rPr>
              <a:t>Code</a:t>
            </a:r>
          </a:p>
        </p:txBody>
      </p:sp>
      <p:cxnSp>
        <p:nvCxnSpPr>
          <p:cNvPr id="119" name="Arrow 119"/>
          <p:cNvCxnSpPr/>
          <p:nvPr/>
        </p:nvCxnSpPr>
        <p:spPr>
          <a:xfrm flipV="1">
            <a:off x="7863840" y="2240280"/>
            <a:ext cx="502920" cy="1508759"/>
          </a:xfrm>
          <a:prstGeom prst="straightConnector1">
            <a:avLst/>
          </a:prstGeom>
          <a:ln w="19050">
            <a:solidFill>
              <a:srgbClr val="4C5B6B"/>
            </a:solidFill>
            <a:tailEnd type="triangle" w="med" len="med"/>
          </a:ln>
        </p:spPr>
      </p:cxnSp>
      <p:sp>
        <p:nvSpPr>
          <p:cNvPr id="120" name="Shape 120"/>
          <p:cNvSpPr/>
          <p:nvPr/>
        </p:nvSpPr>
        <p:spPr>
          <a:xfrm>
            <a:off x="8366760" y="1645920"/>
            <a:ext cx="2971800" cy="1234440"/>
          </a:xfrm>
          <a:prstGeom prst="roundRect">
            <a:avLst>
              <a:gd name="adj" fmla="val 10000"/>
            </a:avLst>
          </a:prstGeom>
          <a:solidFill>
            <a:srgbClr val="005CFF"/>
          </a:solidFill>
          <a:ln>
            <a:noFill/>
          </a:ln>
        </p:spPr>
        <p:txBody>
          <a:bodyPr wrap="square" lIns="137160" tIns="73152" rIns="137160" bIns="73152" anchor="ctr">
            <a:normAutofit/>
          </a:bodyPr>
          <a:lstStyle/>
          <a:p>
            <a:pPr marL="0" indent="0" algn="l">
              <a:spcBef>
                <a:spcPts val="0"/>
              </a:spcBef>
              <a:buNone/>
            </a:pPr>
            <a:r>
              <a:rPr lang="th-TH" sz="1500" b="1" i="0" dirty="0">
                <a:solidFill>
                  <a:srgbClr val="FFFFFF"/>
                </a:solidFill>
              </a:rPr>
              <a:t>stdio</a:t>
            </a:r>
          </a:p>
          <a:p>
            <a:pPr marL="0" indent="0" algn="l">
              <a:spcBef>
                <a:spcPts val="100"/>
              </a:spcBef>
              <a:buNone/>
            </a:pPr>
            <a:r>
              <a:rPr lang="th-TH" sz="1150" b="0" i="0" dirty="0">
                <a:solidFill>
                  <a:srgbClr val="FFFFFF"/>
                </a:solidFill>
              </a:rPr>
              <a:t>Server รันในเครื่องเดียวกัน</a:t>
            </a:r>
          </a:p>
          <a:p>
            <a:pPr marL="0" indent="0" algn="l">
              <a:spcBef>
                <a:spcPts val="100"/>
              </a:spcBef>
              <a:buNone/>
            </a:pPr>
            <a:r>
              <a:rPr lang="th-TH" sz="950" b="0" i="0" dirty="0">
                <a:solidFill>
                  <a:srgbClr val="EAF2FF"/>
                </a:solidFill>
                <a:latin typeface="Consolas"/>
                <a:cs typeface="Consolas"/>
              </a:rPr>
              <a:t>npx some-mcp-server · script เราเอง</a:t>
            </a:r>
          </a:p>
        </p:txBody>
      </p:sp>
      <p:cxnSp>
        <p:nvCxnSpPr>
          <p:cNvPr id="121" name="Arrow 121"/>
          <p:cNvCxnSpPr/>
          <p:nvPr/>
        </p:nvCxnSpPr>
        <p:spPr>
          <a:xfrm flipV="1">
            <a:off x="7863840" y="3703320"/>
            <a:ext cx="502920" cy="45719"/>
          </a:xfrm>
          <a:prstGeom prst="straightConnector1">
            <a:avLst/>
          </a:prstGeom>
          <a:ln w="19050">
            <a:solidFill>
              <a:srgbClr val="4C5B6B"/>
            </a:solidFill>
            <a:tailEnd type="triangle" w="med" len="med"/>
          </a:ln>
        </p:spPr>
      </p:cxnSp>
      <p:sp>
        <p:nvSpPr>
          <p:cNvPr id="122" name="Shape 122"/>
          <p:cNvSpPr/>
          <p:nvPr/>
        </p:nvSpPr>
        <p:spPr>
          <a:xfrm>
            <a:off x="8366760" y="3108960"/>
            <a:ext cx="2971800" cy="1234440"/>
          </a:xfrm>
          <a:prstGeom prst="roundRect">
            <a:avLst>
              <a:gd name="adj" fmla="val 10000"/>
            </a:avLst>
          </a:prstGeom>
          <a:solidFill>
            <a:srgbClr val="2486FF"/>
          </a:solidFill>
          <a:ln>
            <a:noFill/>
          </a:ln>
        </p:spPr>
        <p:txBody>
          <a:bodyPr wrap="square" lIns="137160" tIns="73152" rIns="137160" bIns="73152" anchor="ctr">
            <a:normAutofit/>
          </a:bodyPr>
          <a:lstStyle/>
          <a:p>
            <a:pPr marL="0" indent="0" algn="l">
              <a:spcBef>
                <a:spcPts val="0"/>
              </a:spcBef>
              <a:buNone/>
            </a:pPr>
            <a:r>
              <a:rPr lang="th-TH" sz="1500" b="1" i="0" dirty="0">
                <a:solidFill>
                  <a:srgbClr val="FFFFFF"/>
                </a:solidFill>
              </a:rPr>
              <a:t>Streamable HTTP</a:t>
            </a:r>
          </a:p>
          <a:p>
            <a:pPr marL="0" indent="0" algn="l">
              <a:spcBef>
                <a:spcPts val="100"/>
              </a:spcBef>
              <a:buNone/>
            </a:pPr>
            <a:r>
              <a:rPr lang="th-TH" sz="1150" b="0" i="0" dirty="0">
                <a:solidFill>
                  <a:srgbClr val="FFFFFF"/>
                </a:solidFill>
              </a:rPr>
              <a:t>Remote service</a:t>
            </a:r>
          </a:p>
          <a:p>
            <a:pPr marL="0" indent="0" algn="l">
              <a:spcBef>
                <a:spcPts val="100"/>
              </a:spcBef>
              <a:buNone/>
            </a:pPr>
            <a:r>
              <a:rPr lang="th-TH" sz="950" b="0" i="0" dirty="0">
                <a:solidFill>
                  <a:srgbClr val="EAF2FF"/>
                </a:solidFill>
                <a:latin typeface="Consolas"/>
                <a:cs typeface="Consolas"/>
              </a:rPr>
              <a:t>https://mcp.notion.com/mcp</a:t>
            </a:r>
          </a:p>
        </p:txBody>
      </p:sp>
      <p:cxnSp>
        <p:nvCxnSpPr>
          <p:cNvPr id="123" name="Arrow 123"/>
          <p:cNvCxnSpPr/>
          <p:nvPr/>
        </p:nvCxnSpPr>
        <p:spPr>
          <a:xfrm>
            <a:off x="7863840" y="3749039"/>
            <a:ext cx="502920" cy="1417320"/>
          </a:xfrm>
          <a:prstGeom prst="straightConnector1">
            <a:avLst/>
          </a:prstGeom>
          <a:ln w="19050">
            <a:solidFill>
              <a:srgbClr val="4C5B6B"/>
            </a:solidFill>
            <a:tailEnd type="triangle" w="med" len="med"/>
          </a:ln>
        </p:spPr>
      </p:cxnSp>
      <p:sp>
        <p:nvSpPr>
          <p:cNvPr id="124" name="Shape 124"/>
          <p:cNvSpPr/>
          <p:nvPr/>
        </p:nvSpPr>
        <p:spPr>
          <a:xfrm>
            <a:off x="8366760" y="4572000"/>
            <a:ext cx="2971800" cy="1234440"/>
          </a:xfrm>
          <a:prstGeom prst="roundRect">
            <a:avLst>
              <a:gd name="adj" fmla="val 10000"/>
            </a:avLst>
          </a:prstGeom>
          <a:solidFill>
            <a:srgbClr val="4F8BD0"/>
          </a:solidFill>
          <a:ln>
            <a:noFill/>
          </a:ln>
        </p:spPr>
        <p:txBody>
          <a:bodyPr wrap="square" lIns="137160" tIns="73152" rIns="137160" bIns="73152" anchor="ctr">
            <a:normAutofit/>
          </a:bodyPr>
          <a:lstStyle/>
          <a:p>
            <a:pPr marL="0" indent="0" algn="l">
              <a:spcBef>
                <a:spcPts val="0"/>
              </a:spcBef>
              <a:buNone/>
            </a:pPr>
            <a:r>
              <a:rPr lang="th-TH" sz="1500" b="1" i="0" dirty="0">
                <a:solidFill>
                  <a:srgbClr val="FFFFFF"/>
                </a:solidFill>
              </a:rPr>
              <a:t>WebSocket</a:t>
            </a:r>
          </a:p>
          <a:p>
            <a:pPr marL="0" indent="0" algn="l">
              <a:spcBef>
                <a:spcPts val="100"/>
              </a:spcBef>
              <a:buNone/>
            </a:pPr>
            <a:r>
              <a:rPr lang="th-TH" sz="1150" b="0" i="0" dirty="0">
                <a:solidFill>
                  <a:srgbClr val="FFFFFF"/>
                </a:solidFill>
              </a:rPr>
              <a:t>Server ที่ push event สด</a:t>
            </a:r>
          </a:p>
          <a:p>
            <a:pPr marL="0" indent="0" algn="l">
              <a:spcBef>
                <a:spcPts val="100"/>
              </a:spcBef>
              <a:buNone/>
            </a:pPr>
            <a:r>
              <a:rPr lang="th-TH" sz="950" b="0" i="0" dirty="0">
                <a:solidFill>
                  <a:srgbClr val="EAF2FF"/>
                </a:solidFill>
                <a:latin typeface="Consolas"/>
                <a:cs typeface="Consolas"/>
              </a:rPr>
              <a:t>ตั้งผ่าน JSON config เท่านั้น</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MCP Scopes: ตั้งค่าไว้ระดับไหน ใครเห็นบ้าง</a:t>
            </a:r>
          </a:p>
        </p:txBody>
      </p:sp>
      <p:sp>
        <p:nvSpPr>
          <p:cNvPr id="109" name="Shape 109"/>
          <p:cNvSpPr/>
          <p:nvPr/>
        </p:nvSpPr>
        <p:spPr>
          <a:xfrm>
            <a:off x="841248" y="1645920"/>
            <a:ext cx="6035040" cy="4251960"/>
          </a:xfrm>
          <a:prstGeom prst="roundRect">
            <a:avLst>
              <a:gd name="adj" fmla="val 5000"/>
            </a:avLst>
          </a:prstGeom>
          <a:solidFill>
            <a:srgbClr val="EAF2FF"/>
          </a:solidFill>
          <a:ln w="12700">
            <a:solidFill>
              <a:srgbClr val="2486FF"/>
            </a:solidFill>
          </a:ln>
        </p:spPr>
        <p:txBody>
          <a:bodyPr wrap="square" lIns="228600" tIns="73152" rIns="228600" bIns="73152" anchor="t">
            <a:normAutofit/>
          </a:bodyPr>
          <a:lstStyle/>
          <a:p>
            <a:pPr marL="0" indent="0" algn="l">
              <a:spcBef>
                <a:spcPts val="0"/>
              </a:spcBef>
              <a:buNone/>
            </a:pPr>
            <a:r>
              <a:rPr lang="th-TH" sz="1600" b="1" i="0" dirty="0">
                <a:solidFill>
                  <a:srgbClr val="005CFF"/>
                </a:solidFill>
              </a:rPr>
              <a:t>User</a:t>
            </a:r>
          </a:p>
          <a:p>
            <a:pPr marL="0" indent="0" algn="l">
              <a:spcBef>
                <a:spcPts val="0"/>
              </a:spcBef>
              <a:buNone/>
            </a:pPr>
            <a:r>
              <a:rPr lang="th-TH" sz="1250" b="0" i="0" dirty="0">
                <a:solidFill>
                  <a:srgbClr val="4C5B6B"/>
                </a:solidFill>
              </a:rPr>
              <a:t>ทุกโปรเจกต์ของเรา</a:t>
            </a:r>
          </a:p>
        </p:txBody>
      </p:sp>
      <p:sp>
        <p:nvSpPr>
          <p:cNvPr id="110" name="Shape 110"/>
          <p:cNvSpPr/>
          <p:nvPr/>
        </p:nvSpPr>
        <p:spPr>
          <a:xfrm>
            <a:off x="1298448" y="2606040"/>
            <a:ext cx="5120640" cy="3063240"/>
          </a:xfrm>
          <a:prstGeom prst="roundRect">
            <a:avLst>
              <a:gd name="adj" fmla="val 6000"/>
            </a:avLst>
          </a:prstGeom>
          <a:solidFill>
            <a:srgbClr val="D6E6FF"/>
          </a:solidFill>
          <a:ln w="12700">
            <a:solidFill>
              <a:srgbClr val="2486FF"/>
            </a:solidFill>
          </a:ln>
        </p:spPr>
        <p:txBody>
          <a:bodyPr wrap="square" lIns="228600" tIns="73152" rIns="228600" bIns="73152" anchor="t">
            <a:normAutofit/>
          </a:bodyPr>
          <a:lstStyle/>
          <a:p>
            <a:pPr marL="0" indent="0" algn="l">
              <a:spcBef>
                <a:spcPts val="0"/>
              </a:spcBef>
              <a:buNone/>
            </a:pPr>
            <a:r>
              <a:rPr lang="th-TH" sz="1600" b="1" i="0" dirty="0">
                <a:solidFill>
                  <a:srgbClr val="0D1B2A"/>
                </a:solidFill>
              </a:rPr>
              <a:t>Project · .mcp.json</a:t>
            </a:r>
          </a:p>
          <a:p>
            <a:pPr marL="0" indent="0" algn="l">
              <a:spcBef>
                <a:spcPts val="0"/>
              </a:spcBef>
              <a:buNone/>
            </a:pPr>
            <a:r>
              <a:rPr lang="th-TH" sz="1250" b="0" i="0" dirty="0">
                <a:solidFill>
                  <a:srgbClr val="4C5B6B"/>
                </a:solidFill>
              </a:rPr>
              <a:t>แชร์กับทีมผ่าน Git</a:t>
            </a:r>
          </a:p>
        </p:txBody>
      </p:sp>
      <p:sp>
        <p:nvSpPr>
          <p:cNvPr id="111" name="Shape 111"/>
          <p:cNvSpPr/>
          <p:nvPr/>
        </p:nvSpPr>
        <p:spPr>
          <a:xfrm>
            <a:off x="1755648" y="3611880"/>
            <a:ext cx="4206240" cy="1783080"/>
          </a:xfrm>
          <a:prstGeom prst="roundRect">
            <a:avLst>
              <a:gd name="adj" fmla="val 8000"/>
            </a:avLst>
          </a:prstGeom>
          <a:solidFill>
            <a:srgbClr val="005CFF"/>
          </a:solidFill>
          <a:ln>
            <a:noFill/>
          </a:ln>
        </p:spPr>
        <p:txBody>
          <a:bodyPr wrap="square" lIns="228600" tIns="73152" rIns="228600" bIns="73152" anchor="t">
            <a:normAutofit/>
          </a:bodyPr>
          <a:lstStyle/>
          <a:p>
            <a:pPr marL="0" indent="0" algn="l">
              <a:spcBef>
                <a:spcPts val="0"/>
              </a:spcBef>
              <a:buNone/>
            </a:pPr>
            <a:r>
              <a:rPr lang="th-TH" sz="1600" b="1" i="0" dirty="0">
                <a:solidFill>
                  <a:srgbClr val="FFFFFF"/>
                </a:solidFill>
              </a:rPr>
              <a:t>Local</a:t>
            </a:r>
          </a:p>
          <a:p>
            <a:pPr marL="0" indent="0" algn="l">
              <a:spcBef>
                <a:spcPts val="0"/>
              </a:spcBef>
              <a:buNone/>
            </a:pPr>
            <a:r>
              <a:rPr lang="th-TH" sz="1250" b="0" i="0" dirty="0">
                <a:solidFill>
                  <a:srgbClr val="FFFFFF"/>
                </a:solidFill>
              </a:rPr>
              <a:t>โปรเจกต์นี้ · เครื่องนี้</a:t>
            </a:r>
          </a:p>
          <a:p>
            <a:pPr marL="0" indent="0" algn="l">
              <a:spcBef>
                <a:spcPts val="400"/>
              </a:spcBef>
              <a:buNone/>
            </a:pPr>
            <a:r>
              <a:rPr lang="th-TH" sz="1150" b="0" i="0" dirty="0">
                <a:solidFill>
                  <a:srgbClr val="FFFFFF"/>
                </a:solidFill>
                <a:latin typeface="Consolas"/>
                <a:cs typeface="Consolas"/>
              </a:rPr>
              <a:t>claude mcp add sales-echo</a:t>
            </a:r>
          </a:p>
          <a:p>
            <a:pPr marL="0" indent="0" algn="l">
              <a:spcBef>
                <a:spcPts val="50"/>
              </a:spcBef>
              <a:buNone/>
            </a:pPr>
            <a:r>
              <a:rPr lang="th-TH" sz="1150" b="0" i="0" dirty="0">
                <a:solidFill>
                  <a:srgbClr val="FFFFFF"/>
                </a:solidFill>
                <a:latin typeface="Consolas"/>
                <a:cs typeface="Consolas"/>
              </a:rPr>
              <a:t>  -- node mcp/echo-server.js</a:t>
            </a:r>
          </a:p>
        </p:txBody>
      </p:sp>
      <p:sp>
        <p:nvSpPr>
          <p:cNvPr id="112" name="Shape 112"/>
          <p:cNvSpPr/>
          <p:nvPr/>
        </p:nvSpPr>
        <p:spPr>
          <a:xfrm>
            <a:off x="7178040" y="1645920"/>
            <a:ext cx="4160520" cy="457200"/>
          </a:xfrm>
          <a:prstGeom prst="rect">
            <a:avLst/>
          </a:prstGeom>
          <a:noFill/>
          <a:ln>
            <a:noFill/>
          </a:ln>
        </p:spPr>
        <p:txBody>
          <a:bodyPr wrap="square" lIns="0" tIns="0" rIns="0" bIns="0" anchor="t">
            <a:normAutofit/>
          </a:bodyPr>
          <a:lstStyle/>
          <a:p>
            <a:pPr marL="0" indent="0" algn="l">
              <a:spcBef>
                <a:spcPts val="0"/>
              </a:spcBef>
              <a:buNone/>
            </a:pPr>
            <a:r>
              <a:rPr lang="th-TH" sz="1500" b="1" i="0" dirty="0">
                <a:solidFill>
                  <a:srgbClr val="0D1B2A"/>
                </a:solidFill>
              </a:rPr>
              <a:t>ผูก MCP ให้ Specialty Agent เฉพาะตัว</a:t>
            </a:r>
          </a:p>
        </p:txBody>
      </p:sp>
      <p:sp>
        <p:nvSpPr>
          <p:cNvPr id="113" name="Shape 113"/>
          <p:cNvSpPr/>
          <p:nvPr/>
        </p:nvSpPr>
        <p:spPr>
          <a:xfrm>
            <a:off x="7178040" y="2148840"/>
            <a:ext cx="4160520" cy="160020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0"/>
              </a:spcBef>
              <a:buNone/>
            </a:pPr>
            <a:r>
              <a:rPr lang="th-TH" sz="1100" b="1" i="0" dirty="0">
                <a:solidFill>
                  <a:srgbClr val="7FB5FA"/>
                </a:solidFill>
              </a:rPr>
              <a:t>.claude/agents/data-researcher.md</a:t>
            </a:r>
          </a:p>
          <a:p>
            <a:pPr marL="0" indent="0" algn="l">
              <a:spcBef>
                <a:spcPts val="100"/>
              </a:spcBef>
              <a:buNone/>
            </a:pPr>
            <a:r>
              <a:rPr lang="th-TH" sz="1200" b="0" i="0" dirty="0">
                <a:solidFill>
                  <a:srgbClr val="7FB5FA"/>
                </a:solidFill>
                <a:latin typeface="Consolas"/>
                <a:cs typeface="Consolas"/>
              </a:rPr>
              <a:t>---</a:t>
            </a:r>
          </a:p>
          <a:p>
            <a:pPr marL="0" indent="0" algn="l">
              <a:spcBef>
                <a:spcPts val="100"/>
              </a:spcBef>
              <a:buNone/>
            </a:pPr>
            <a:r>
              <a:rPr lang="th-TH" sz="1200" b="0" i="0" dirty="0">
                <a:solidFill>
                  <a:srgbClr val="FFD089"/>
                </a:solidFill>
                <a:latin typeface="Consolas"/>
                <a:cs typeface="Consolas"/>
              </a:rPr>
              <a:t>name: data-researcher</a:t>
            </a:r>
          </a:p>
          <a:p>
            <a:pPr marL="0" indent="0" algn="l">
              <a:spcBef>
                <a:spcPts val="100"/>
              </a:spcBef>
              <a:buNone/>
            </a:pPr>
            <a:r>
              <a:rPr lang="th-TH" sz="1200" b="0" i="0" dirty="0">
                <a:solidFill>
                  <a:srgbClr val="E6EDF7"/>
                </a:solidFill>
                <a:latin typeface="Consolas"/>
                <a:cs typeface="Consolas"/>
              </a:rPr>
              <a:t>...</a:t>
            </a:r>
          </a:p>
          <a:p>
            <a:pPr marL="0" indent="0" algn="l">
              <a:spcBef>
                <a:spcPts val="100"/>
              </a:spcBef>
              <a:buNone/>
            </a:pPr>
            <a:r>
              <a:rPr lang="th-TH" sz="1200" b="0" i="0" dirty="0">
                <a:solidFill>
                  <a:srgbClr val="FFD089"/>
                </a:solidFill>
                <a:latin typeface="Consolas"/>
                <a:cs typeface="Consolas"/>
              </a:rPr>
              <a:t>mcpServers: sales-echo</a:t>
            </a:r>
          </a:p>
          <a:p>
            <a:pPr marL="0" indent="0" algn="l">
              <a:spcBef>
                <a:spcPts val="100"/>
              </a:spcBef>
              <a:buNone/>
            </a:pPr>
            <a:r>
              <a:rPr lang="th-TH" sz="1200" b="0" i="0" dirty="0">
                <a:solidFill>
                  <a:srgbClr val="7FB5FA"/>
                </a:solidFill>
                <a:latin typeface="Consolas"/>
                <a:cs typeface="Consolas"/>
              </a:rPr>
              <a:t>---</a:t>
            </a:r>
          </a:p>
        </p:txBody>
      </p:sp>
      <p:sp>
        <p:nvSpPr>
          <p:cNvPr id="114" name="Shape 114"/>
          <p:cNvSpPr/>
          <p:nvPr/>
        </p:nvSpPr>
        <p:spPr>
          <a:xfrm>
            <a:off x="7178040" y="3931920"/>
            <a:ext cx="4160520" cy="1965960"/>
          </a:xfrm>
          <a:prstGeom prst="roundRect">
            <a:avLst>
              <a:gd name="adj" fmla="val 8000"/>
            </a:avLst>
          </a:prstGeom>
          <a:solidFill>
            <a:srgbClr val="F3F7FD"/>
          </a:solidFill>
          <a:ln w="12700">
            <a:solidFill>
              <a:srgbClr val="DCE6F5"/>
            </a:solidFill>
          </a:ln>
        </p:spPr>
        <p:txBody>
          <a:bodyPr wrap="square" lIns="182880" tIns="73152" rIns="182880" bIns="73152" anchor="t">
            <a:normAutofit/>
          </a:bodyPr>
          <a:lstStyle/>
          <a:p>
            <a:pPr marL="0" indent="0" algn="l">
              <a:spcBef>
                <a:spcPts val="0"/>
              </a:spcBef>
              <a:buNone/>
            </a:pPr>
            <a:r>
              <a:rPr lang="th-TH" sz="1400" b="1" i="0" dirty="0">
                <a:solidFill>
                  <a:srgbClr val="005CFF"/>
                </a:solidFill>
              </a:rPr>
              <a:t>ชื่อ tool ใน Claude Code</a:t>
            </a:r>
          </a:p>
          <a:p>
            <a:pPr marL="0" indent="0" algn="l">
              <a:spcBef>
                <a:spcPts val="250"/>
              </a:spcBef>
              <a:buNone/>
            </a:pPr>
            <a:r>
              <a:rPr lang="th-TH" sz="1300" b="0" i="0" dirty="0">
                <a:solidFill>
                  <a:srgbClr val="0D1B2A"/>
                </a:solidFill>
                <a:latin typeface="Consolas"/>
                <a:cs typeface="Consolas"/>
              </a:rPr>
              <a:t>mcp__&lt;server&gt;__&lt;tool&gt;</a:t>
            </a:r>
          </a:p>
          <a:p>
            <a:pPr marL="0" indent="0" algn="l">
              <a:spcBef>
                <a:spcPts val="250"/>
              </a:spcBef>
              <a:buNone/>
            </a:pPr>
            <a:r>
              <a:rPr lang="th-TH" sz="1250" b="0" i="0" dirty="0">
                <a:solidFill>
                  <a:srgbClr val="4C5B6B"/>
                </a:solidFill>
              </a:rPr>
              <a:t>เช่น mcp__sales-echo__echo → ตั้ง permission ได้ละเอียดระดับ tool</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87C616-065A-641E-184E-98CA4BED8418}"/>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4124EBD3-339E-BFF5-CC6E-723A0DC19C41}"/>
              </a:ext>
            </a:extLst>
          </p:cNvPr>
          <p:cNvSpPr>
            <a:spLocks noGrp="1"/>
          </p:cNvSpPr>
          <p:nvPr>
            <p:ph type="sldNum" sz="quarter" idx="4"/>
          </p:nvPr>
        </p:nvSpPr>
        <p:spPr/>
        <p:txBody>
          <a:bodyPr/>
          <a:lstStyle/>
          <a:p>
            <a:fld id="{7B973119-0BF9-7444-941C-BCE2AFE6BE2E}" type="slidenum">
              <a:rPr lang="en-TH" smtClean="0"/>
              <a:pPr/>
              <a:t>49</a:t>
            </a:fld>
            <a:endParaRPr lang="en-TH"/>
          </a:p>
        </p:txBody>
      </p:sp>
      <p:sp>
        <p:nvSpPr>
          <p:cNvPr id="104" name="Title 1"/>
          <p:cNvSpPr>
            <a:spLocks noGrp="1"/>
          </p:cNvSpPr>
          <p:nvPr>
            <p:ph type="title"/>
          </p:nvPr>
        </p:nvSpPr>
        <p:spPr/>
        <p:txBody>
          <a:bodyPr>
            <a:normAutofit/>
          </a:bodyPr>
          <a:lstStyle/>
          <a:p>
            <a:r>
              <a:rPr lang="th-TH" dirty="0"/>
              <a:t>Workshop 3 (Guided Demo ⏱ 20 นาที): ต่อ MCP ทีละขั้น</a:t>
            </a:r>
          </a:p>
        </p:txBody>
      </p:sp>
      <p:sp>
        <p:nvSpPr>
          <p:cNvPr id="105" name="Shape 105"/>
          <p:cNvSpPr/>
          <p:nvPr/>
        </p:nvSpPr>
        <p:spPr>
          <a:xfrm>
            <a:off x="1188720" y="2011680"/>
            <a:ext cx="9784080" cy="45720"/>
          </a:xfrm>
          <a:prstGeom prst="rect">
            <a:avLst/>
          </a:prstGeom>
          <a:solidFill>
            <a:srgbClr val="C9D6E8"/>
          </a:solidFill>
          <a:ln>
            <a:noFill/>
          </a:ln>
        </p:spPr>
        <p:txBody>
          <a:bodyPr wrap="square" lIns="109728" tIns="73152" rIns="109728" bIns="73152" anchor="t">
            <a:normAutofit fontScale="25000" lnSpcReduction="20000"/>
          </a:bodyPr>
          <a:lstStyle/>
          <a:p>
            <a:endParaRPr lang="en-US" sz="1000"/>
          </a:p>
        </p:txBody>
      </p:sp>
      <p:sp>
        <p:nvSpPr>
          <p:cNvPr id="106" name="Shape 106"/>
          <p:cNvSpPr/>
          <p:nvPr/>
        </p:nvSpPr>
        <p:spPr>
          <a:xfrm>
            <a:off x="1810512" y="1691640"/>
            <a:ext cx="640080" cy="64008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1800" b="1" i="0" dirty="0">
                <a:solidFill>
                  <a:srgbClr val="FFFFFF"/>
                </a:solidFill>
              </a:rPr>
              <a:t>1</a:t>
            </a:r>
          </a:p>
        </p:txBody>
      </p:sp>
      <p:sp>
        <p:nvSpPr>
          <p:cNvPr id="107" name="Shape 107"/>
          <p:cNvSpPr/>
          <p:nvPr/>
        </p:nvSpPr>
        <p:spPr>
          <a:xfrm>
            <a:off x="841248" y="2468880"/>
            <a:ext cx="2560320" cy="457200"/>
          </a:xfrm>
          <a:prstGeom prst="rect">
            <a:avLst/>
          </a:prstGeom>
          <a:noFill/>
          <a:ln>
            <a:noFill/>
          </a:ln>
        </p:spPr>
        <p:txBody>
          <a:bodyPr wrap="square" lIns="0" tIns="0" rIns="0" bIns="0" anchor="t">
            <a:normAutofit/>
          </a:bodyPr>
          <a:lstStyle/>
          <a:p>
            <a:pPr marL="0" indent="0" algn="ctr">
              <a:spcBef>
                <a:spcPts val="0"/>
              </a:spcBef>
              <a:buNone/>
            </a:pPr>
            <a:r>
              <a:rPr lang="th-TH" sz="1500" b="1" i="0" dirty="0">
                <a:solidFill>
                  <a:srgbClr val="0D1B2A"/>
                </a:solidFill>
              </a:rPr>
              <a:t>ลงทะเบียน server</a:t>
            </a:r>
          </a:p>
        </p:txBody>
      </p:sp>
      <p:sp>
        <p:nvSpPr>
          <p:cNvPr id="108" name="Shape 108"/>
          <p:cNvSpPr/>
          <p:nvPr/>
        </p:nvSpPr>
        <p:spPr>
          <a:xfrm>
            <a:off x="886968" y="2971800"/>
            <a:ext cx="2468880" cy="132588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100"/>
              </a:spcBef>
              <a:buNone/>
            </a:pPr>
            <a:r>
              <a:rPr lang="th-TH" sz="1150" b="0" i="0" dirty="0">
                <a:solidFill>
                  <a:srgbClr val="E6EDF7"/>
                </a:solidFill>
                <a:latin typeface="Consolas"/>
                <a:cs typeface="Consolas"/>
              </a:rPr>
              <a:t>claude mcp add sales-echo</a:t>
            </a:r>
          </a:p>
          <a:p>
            <a:pPr marL="0" indent="0" algn="l">
              <a:spcBef>
                <a:spcPts val="100"/>
              </a:spcBef>
              <a:buNone/>
            </a:pPr>
            <a:r>
              <a:rPr lang="th-TH" sz="1150" b="0" i="0" dirty="0">
                <a:solidFill>
                  <a:srgbClr val="E6EDF7"/>
                </a:solidFill>
                <a:latin typeface="Consolas"/>
                <a:cs typeface="Consolas"/>
              </a:rPr>
              <a:t>-- node mcp/echo-server.js</a:t>
            </a:r>
          </a:p>
        </p:txBody>
      </p:sp>
      <p:sp>
        <p:nvSpPr>
          <p:cNvPr id="109" name="Shape 109"/>
          <p:cNvSpPr/>
          <p:nvPr/>
        </p:nvSpPr>
        <p:spPr>
          <a:xfrm>
            <a:off x="841248" y="4434840"/>
            <a:ext cx="2560320" cy="365760"/>
          </a:xfrm>
          <a:prstGeom prst="rect">
            <a:avLst/>
          </a:prstGeom>
          <a:noFill/>
          <a:ln>
            <a:noFill/>
          </a:ln>
        </p:spPr>
        <p:txBody>
          <a:bodyPr wrap="square" lIns="0" tIns="0" rIns="0" bIns="0" anchor="t">
            <a:normAutofit/>
          </a:bodyPr>
          <a:lstStyle/>
          <a:p>
            <a:pPr marL="0" indent="0" algn="ctr">
              <a:spcBef>
                <a:spcPts val="0"/>
              </a:spcBef>
              <a:buNone/>
            </a:pPr>
            <a:r>
              <a:rPr lang="th-TH" sz="1150" b="0" i="0" dirty="0">
                <a:solidFill>
                  <a:srgbClr val="4C5B6B"/>
                </a:solidFill>
              </a:rPr>
              <a:t>จาก sandbox/sales-insight · scope local</a:t>
            </a:r>
          </a:p>
        </p:txBody>
      </p:sp>
      <p:sp>
        <p:nvSpPr>
          <p:cNvPr id="110" name="Shape 110"/>
          <p:cNvSpPr/>
          <p:nvPr/>
        </p:nvSpPr>
        <p:spPr>
          <a:xfrm>
            <a:off x="4480560" y="1691640"/>
            <a:ext cx="640080" cy="64008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1800" b="1" i="0" dirty="0">
                <a:solidFill>
                  <a:srgbClr val="FFFFFF"/>
                </a:solidFill>
              </a:rPr>
              <a:t>2</a:t>
            </a:r>
          </a:p>
        </p:txBody>
      </p:sp>
      <p:sp>
        <p:nvSpPr>
          <p:cNvPr id="111" name="Shape 111"/>
          <p:cNvSpPr/>
          <p:nvPr/>
        </p:nvSpPr>
        <p:spPr>
          <a:xfrm>
            <a:off x="3511296" y="2468880"/>
            <a:ext cx="2560320" cy="457200"/>
          </a:xfrm>
          <a:prstGeom prst="rect">
            <a:avLst/>
          </a:prstGeom>
          <a:noFill/>
          <a:ln>
            <a:noFill/>
          </a:ln>
        </p:spPr>
        <p:txBody>
          <a:bodyPr wrap="square" lIns="0" tIns="0" rIns="0" bIns="0" anchor="t">
            <a:normAutofit/>
          </a:bodyPr>
          <a:lstStyle/>
          <a:p>
            <a:pPr marL="0" indent="0" algn="ctr">
              <a:spcBef>
                <a:spcPts val="0"/>
              </a:spcBef>
              <a:buNone/>
            </a:pPr>
            <a:r>
              <a:rPr lang="th-TH" sz="1500" b="1" i="0" dirty="0">
                <a:solidFill>
                  <a:srgbClr val="0D1B2A"/>
                </a:solidFill>
              </a:rPr>
              <a:t>ตรวจว่าเห็น</a:t>
            </a:r>
          </a:p>
        </p:txBody>
      </p:sp>
      <p:sp>
        <p:nvSpPr>
          <p:cNvPr id="112" name="Shape 112"/>
          <p:cNvSpPr/>
          <p:nvPr/>
        </p:nvSpPr>
        <p:spPr>
          <a:xfrm>
            <a:off x="3557015" y="2971800"/>
            <a:ext cx="2468880" cy="132588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100"/>
              </a:spcBef>
              <a:buNone/>
            </a:pPr>
            <a:r>
              <a:rPr lang="th-TH" sz="1150" b="0" i="0" dirty="0">
                <a:solidFill>
                  <a:srgbClr val="E6EDF7"/>
                </a:solidFill>
                <a:latin typeface="Consolas"/>
                <a:cs typeface="Consolas"/>
              </a:rPr>
              <a:t>claude mcp list</a:t>
            </a:r>
          </a:p>
        </p:txBody>
      </p:sp>
      <p:sp>
        <p:nvSpPr>
          <p:cNvPr id="113" name="Shape 113"/>
          <p:cNvSpPr/>
          <p:nvPr/>
        </p:nvSpPr>
        <p:spPr>
          <a:xfrm>
            <a:off x="3511296" y="4434840"/>
            <a:ext cx="2560320" cy="365760"/>
          </a:xfrm>
          <a:prstGeom prst="rect">
            <a:avLst/>
          </a:prstGeom>
          <a:noFill/>
          <a:ln>
            <a:noFill/>
          </a:ln>
        </p:spPr>
        <p:txBody>
          <a:bodyPr wrap="square" lIns="0" tIns="0" rIns="0" bIns="0" anchor="t">
            <a:normAutofit/>
          </a:bodyPr>
          <a:lstStyle/>
          <a:p>
            <a:pPr marL="0" indent="0" algn="ctr">
              <a:spcBef>
                <a:spcPts val="0"/>
              </a:spcBef>
              <a:buNone/>
            </a:pPr>
            <a:r>
              <a:rPr lang="th-TH" sz="1150" b="0" i="0" dirty="0">
                <a:solidFill>
                  <a:srgbClr val="4C5B6B"/>
                </a:solidFill>
              </a:rPr>
              <a:t>ผลที่คาดหวัง: มี sales-echo</a:t>
            </a:r>
          </a:p>
        </p:txBody>
      </p:sp>
      <p:sp>
        <p:nvSpPr>
          <p:cNvPr id="114" name="Shape 114"/>
          <p:cNvSpPr/>
          <p:nvPr/>
        </p:nvSpPr>
        <p:spPr>
          <a:xfrm>
            <a:off x="7150608" y="1691640"/>
            <a:ext cx="640080" cy="64008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1800" b="1" i="0" dirty="0">
                <a:solidFill>
                  <a:srgbClr val="FFFFFF"/>
                </a:solidFill>
              </a:rPr>
              <a:t>3</a:t>
            </a:r>
          </a:p>
        </p:txBody>
      </p:sp>
      <p:sp>
        <p:nvSpPr>
          <p:cNvPr id="115" name="Shape 115"/>
          <p:cNvSpPr/>
          <p:nvPr/>
        </p:nvSpPr>
        <p:spPr>
          <a:xfrm>
            <a:off x="6181344" y="2468880"/>
            <a:ext cx="2560320" cy="457200"/>
          </a:xfrm>
          <a:prstGeom prst="rect">
            <a:avLst/>
          </a:prstGeom>
          <a:noFill/>
          <a:ln>
            <a:noFill/>
          </a:ln>
        </p:spPr>
        <p:txBody>
          <a:bodyPr wrap="square" lIns="0" tIns="0" rIns="0" bIns="0" anchor="t">
            <a:normAutofit/>
          </a:bodyPr>
          <a:lstStyle/>
          <a:p>
            <a:pPr marL="0" indent="0" algn="ctr">
              <a:spcBef>
                <a:spcPts val="0"/>
              </a:spcBef>
              <a:buNone/>
            </a:pPr>
            <a:r>
              <a:rPr lang="th-TH" sz="1500" b="1" i="0" dirty="0">
                <a:solidFill>
                  <a:srgbClr val="0D1B2A"/>
                </a:solidFill>
              </a:rPr>
              <a:t>เรียก tool ใน TUI</a:t>
            </a:r>
          </a:p>
        </p:txBody>
      </p:sp>
      <p:sp>
        <p:nvSpPr>
          <p:cNvPr id="116" name="Shape 116"/>
          <p:cNvSpPr/>
          <p:nvPr/>
        </p:nvSpPr>
        <p:spPr>
          <a:xfrm>
            <a:off x="6227064" y="2971800"/>
            <a:ext cx="2468880" cy="132588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100"/>
              </a:spcBef>
              <a:buNone/>
            </a:pPr>
            <a:r>
              <a:rPr lang="th-TH" sz="1150" b="0" i="0" dirty="0">
                <a:solidFill>
                  <a:srgbClr val="E6EDF7"/>
                </a:solidFill>
                <a:latin typeface="Consolas"/>
                <a:cs typeface="Consolas"/>
              </a:rPr>
              <a:t>claude</a:t>
            </a:r>
          </a:p>
          <a:p>
            <a:pPr marL="0" indent="0" algn="l">
              <a:spcBef>
                <a:spcPts val="100"/>
              </a:spcBef>
              <a:buNone/>
            </a:pPr>
            <a:r>
              <a:rPr lang="th-TH" sz="1150" b="0" i="0" dirty="0">
                <a:solidFill>
                  <a:srgbClr val="E6EDF7"/>
                </a:solidFill>
                <a:latin typeface="Consolas"/>
                <a:cs typeface="Consolas"/>
              </a:rPr>
              <a:t>วาง prompt TH (แนะนำ)</a:t>
            </a:r>
          </a:p>
          <a:p>
            <a:pPr marL="0" indent="0" algn="l">
              <a:spcBef>
                <a:spcPts val="100"/>
              </a:spcBef>
              <a:buNone/>
            </a:pPr>
            <a:r>
              <a:rPr lang="th-TH" sz="1150" b="0" i="0" dirty="0">
                <a:solidFill>
                  <a:srgbClr val="E6EDF7"/>
                </a:solidFill>
                <a:latin typeface="Consolas"/>
                <a:cs typeface="Consolas"/>
              </a:rPr>
              <a:t>หรือ EN → กดอนุญาต tool</a:t>
            </a:r>
          </a:p>
        </p:txBody>
      </p:sp>
      <p:sp>
        <p:nvSpPr>
          <p:cNvPr id="117" name="Shape 117"/>
          <p:cNvSpPr/>
          <p:nvPr/>
        </p:nvSpPr>
        <p:spPr>
          <a:xfrm>
            <a:off x="6181344" y="4434840"/>
            <a:ext cx="2560320" cy="365760"/>
          </a:xfrm>
          <a:prstGeom prst="rect">
            <a:avLst/>
          </a:prstGeom>
          <a:noFill/>
          <a:ln>
            <a:noFill/>
          </a:ln>
        </p:spPr>
        <p:txBody>
          <a:bodyPr wrap="square" lIns="0" tIns="0" rIns="0" bIns="0" anchor="t">
            <a:normAutofit/>
          </a:bodyPr>
          <a:lstStyle/>
          <a:p>
            <a:pPr marL="0" indent="0" algn="ctr">
              <a:spcBef>
                <a:spcPts val="0"/>
              </a:spcBef>
              <a:buNone/>
            </a:pPr>
            <a:r>
              <a:rPr lang="th-TH" sz="1150" b="0" i="0" dirty="0">
                <a:solidFill>
                  <a:srgbClr val="4C5B6B"/>
                </a:solidFill>
              </a:rPr>
              <a:t>ชื่อเต็ม mcp__sales-echo__echo</a:t>
            </a:r>
          </a:p>
        </p:txBody>
      </p:sp>
      <p:sp>
        <p:nvSpPr>
          <p:cNvPr id="118" name="Shape 118"/>
          <p:cNvSpPr/>
          <p:nvPr/>
        </p:nvSpPr>
        <p:spPr>
          <a:xfrm>
            <a:off x="9820656" y="1691640"/>
            <a:ext cx="640080" cy="640080"/>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800" b="1" i="0" dirty="0">
                <a:solidFill>
                  <a:srgbClr val="FFFFFF"/>
                </a:solidFill>
              </a:rPr>
              <a:t>4</a:t>
            </a:r>
          </a:p>
        </p:txBody>
      </p:sp>
      <p:sp>
        <p:nvSpPr>
          <p:cNvPr id="119" name="Shape 119"/>
          <p:cNvSpPr/>
          <p:nvPr/>
        </p:nvSpPr>
        <p:spPr>
          <a:xfrm>
            <a:off x="8851392" y="2468880"/>
            <a:ext cx="2560320" cy="457200"/>
          </a:xfrm>
          <a:prstGeom prst="rect">
            <a:avLst/>
          </a:prstGeom>
          <a:noFill/>
          <a:ln>
            <a:noFill/>
          </a:ln>
        </p:spPr>
        <p:txBody>
          <a:bodyPr wrap="square" lIns="0" tIns="0" rIns="0" bIns="0" anchor="t">
            <a:normAutofit/>
          </a:bodyPr>
          <a:lstStyle/>
          <a:p>
            <a:pPr marL="0" indent="0" algn="ctr">
              <a:spcBef>
                <a:spcPts val="0"/>
              </a:spcBef>
              <a:buNone/>
            </a:pPr>
            <a:r>
              <a:rPr lang="th-TH" sz="1500" b="1" i="0" dirty="0">
                <a:solidFill>
                  <a:srgbClr val="0D1B2A"/>
                </a:solidFill>
              </a:rPr>
              <a:t>ผูกให้ data-researcher</a:t>
            </a:r>
          </a:p>
        </p:txBody>
      </p:sp>
      <p:sp>
        <p:nvSpPr>
          <p:cNvPr id="120" name="Shape 120"/>
          <p:cNvSpPr/>
          <p:nvPr/>
        </p:nvSpPr>
        <p:spPr>
          <a:xfrm>
            <a:off x="8897112" y="2971800"/>
            <a:ext cx="2468880" cy="132588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100"/>
              </a:spcBef>
              <a:buNone/>
            </a:pPr>
            <a:r>
              <a:rPr lang="th-TH" sz="1150" b="0" i="0" dirty="0">
                <a:solidFill>
                  <a:srgbClr val="FFD089"/>
                </a:solidFill>
                <a:latin typeface="Consolas"/>
                <a:cs typeface="Consolas"/>
              </a:rPr>
              <a:t>mcpServers: sales-echo</a:t>
            </a:r>
          </a:p>
          <a:p>
            <a:pPr marL="0" indent="0" algn="l">
              <a:spcBef>
                <a:spcPts val="100"/>
              </a:spcBef>
              <a:buNone/>
            </a:pPr>
            <a:r>
              <a:rPr lang="th-TH" sz="1150" b="0" i="0" dirty="0">
                <a:solidFill>
                  <a:srgbClr val="FFD089"/>
                </a:solidFill>
                <a:latin typeface="Consolas"/>
                <a:cs typeface="Consolas"/>
              </a:rPr>
              <a:t>(ผ่าน TUI แล้วกดอนุญาต)</a:t>
            </a:r>
          </a:p>
        </p:txBody>
      </p:sp>
      <p:sp>
        <p:nvSpPr>
          <p:cNvPr id="121" name="Shape 121"/>
          <p:cNvSpPr/>
          <p:nvPr/>
        </p:nvSpPr>
        <p:spPr>
          <a:xfrm>
            <a:off x="8851392" y="4434840"/>
            <a:ext cx="2560320" cy="365760"/>
          </a:xfrm>
          <a:prstGeom prst="rect">
            <a:avLst/>
          </a:prstGeom>
          <a:noFill/>
          <a:ln>
            <a:noFill/>
          </a:ln>
        </p:spPr>
        <p:txBody>
          <a:bodyPr wrap="square" lIns="0" tIns="0" rIns="0" bIns="0" anchor="t">
            <a:normAutofit/>
          </a:bodyPr>
          <a:lstStyle/>
          <a:p>
            <a:pPr marL="0" indent="0" algn="ctr">
              <a:spcBef>
                <a:spcPts val="0"/>
              </a:spcBef>
              <a:buNone/>
            </a:pPr>
            <a:r>
              <a:rPr lang="th-TH" sz="1150" b="0" i="0" dirty="0">
                <a:solidFill>
                  <a:srgbClr val="4C5B6B"/>
                </a:solidFill>
              </a:rPr>
              <a:t>tools: Read, Grep, Glob ยังครบ</a:t>
            </a:r>
          </a:p>
        </p:txBody>
      </p:sp>
      <p:sp>
        <p:nvSpPr>
          <p:cNvPr id="122" name="Shape 122"/>
          <p:cNvSpPr/>
          <p:nvPr/>
        </p:nvSpPr>
        <p:spPr>
          <a:xfrm>
            <a:off x="841248" y="4937760"/>
            <a:ext cx="10515600" cy="960120"/>
          </a:xfrm>
          <a:prstGeom prst="roundRect">
            <a:avLst>
              <a:gd name="adj" fmla="val 10000"/>
            </a:avLst>
          </a:prstGeom>
          <a:solidFill>
            <a:srgbClr val="FFF4ED"/>
          </a:solidFill>
          <a:ln>
            <a:noFill/>
          </a:ln>
        </p:spPr>
        <p:txBody>
          <a:bodyPr wrap="square" lIns="182880" tIns="73152" rIns="182880" bIns="73152" anchor="ctr">
            <a:normAutofit/>
          </a:bodyPr>
          <a:lstStyle/>
          <a:p>
            <a:pPr marL="0" indent="0" algn="l">
              <a:spcBef>
                <a:spcPts val="0"/>
              </a:spcBef>
              <a:buNone/>
            </a:pPr>
            <a:r>
              <a:rPr lang="th-TH" sz="1300" b="1" i="0" dirty="0">
                <a:solidFill>
                  <a:srgbClr val="B93815"/>
                </a:solidFill>
              </a:rPr>
              <a:t>กับดัก: </a:t>
            </a:r>
            <a:r>
              <a:rPr lang="th-TH" sz="1250" b="0" i="0" dirty="0">
                <a:solidFill>
                  <a:srgbClr val="0D1B2A"/>
                </a:solidFill>
              </a:rPr>
              <a:t>ลืม -- คั่นก่อน node → Claude Code อ่าน flag เป็นของตัวเองแล้ว error · ดีบักไป stderr เท่านั้น ห้าม console.log ลง stdout</a:t>
            </a:r>
          </a:p>
          <a:p>
            <a:pPr marL="0" indent="0" algn="l">
              <a:spcBef>
                <a:spcPts val="200"/>
              </a:spcBef>
              <a:buNone/>
            </a:pPr>
            <a:r>
              <a:rPr lang="th-TH" sz="1300" b="1" i="0" dirty="0">
                <a:solidFill>
                  <a:srgbClr val="005CFF"/>
                </a:solidFill>
              </a:rPr>
              <a:t>✅ Checkpoint: </a:t>
            </a:r>
            <a:r>
              <a:rPr lang="th-TH" sz="1250" b="0" i="0" dirty="0">
                <a:solidFill>
                  <a:srgbClr val="0D1B2A"/>
                </a:solidFill>
              </a:rPr>
              <a:t>mcp list มี sales-echo · echo ไทยกลับมาตรงทุกตัว · พูดชื่อเต็มได้ · ไม่เพิ่ม console.log</a:t>
            </a:r>
          </a:p>
        </p:txBody>
      </p:sp>
    </p:spTree>
    <p:extLst>
      <p:ext uri="{BB962C8B-B14F-4D97-AF65-F5344CB8AC3E}">
        <p14:creationId xmlns:p14="http://schemas.microsoft.com/office/powerpoint/2010/main" val="12850996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Workshop 2 · </a:t>
            </a:r>
            <a:r>
              <a:rPr lang="th-TH" dirty="0"/>
              <a:t>ให้ </a:t>
            </a:r>
            <a:r>
              <a:rPr lang="en-US" dirty="0"/>
              <a:t>Claude </a:t>
            </a:r>
            <a:r>
              <a:rPr lang="th-TH" dirty="0"/>
              <a:t>เขียน </a:t>
            </a:r>
            <a:r>
              <a:rPr lang="en-US" dirty="0"/>
              <a:t>data-researcher</a:t>
            </a:r>
            <a:endParaRPr dirty="0"/>
          </a:p>
        </p:txBody>
      </p:sp>
      <p:sp>
        <p:nvSpPr>
          <p:cNvPr id="6" name="TextBox 5"/>
          <p:cNvSpPr txBox="1"/>
          <p:nvPr/>
        </p:nvSpPr>
        <p:spPr>
          <a:xfrm>
            <a:off x="838200" y="6350000"/>
            <a:ext cx="10515600" cy="320000"/>
          </a:xfrm>
          <a:prstGeom prst="rect">
            <a:avLst/>
          </a:prstGeom>
          <a:noFill/>
        </p:spPr>
        <p:txBody>
          <a:bodyPr wrap="none">
            <a:spAutoFit/>
          </a:bodyPr>
          <a:lstStyle/>
          <a:p>
            <a:r>
              <a:rPr sz="1000"/>
              <a:t>จับภาพจริงจาก TUI (interactive) · Claude Code 2.1.310 · sandbox/sales-insight</a:t>
            </a:r>
          </a:p>
        </p:txBody>
      </p:sp>
      <p:pic>
        <p:nvPicPr>
          <p:cNvPr id="8" name="Content Placeholder 7" descr="w2-perm.png">
            <a:extLst>
              <a:ext uri="{FF2B5EF4-FFF2-40B4-BE49-F238E27FC236}">
                <a16:creationId xmlns:a16="http://schemas.microsoft.com/office/drawing/2014/main" id="{A39B1E5A-3884-DEC3-1BB2-6E4698644F5D}"/>
              </a:ext>
            </a:extLst>
          </p:cNvPr>
          <p:cNvPicPr>
            <a:picLocks noGrp="1" noChangeAspect="1"/>
          </p:cNvPicPr>
          <p:nvPr>
            <p:ph sz="quarter" idx="12"/>
          </p:nvPr>
        </p:nvPicPr>
        <p:blipFill>
          <a:blip r:embed="rId2"/>
          <a:stretch>
            <a:fillRect/>
          </a:stretch>
        </p:blipFill>
        <p:spPr>
          <a:xfrm>
            <a:off x="1890888" y="1549400"/>
            <a:ext cx="8410223" cy="449421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Workshop 2 </a:t>
            </a:r>
            <a:r>
              <a:rPr lang="th-TH" dirty="0"/>
              <a:t>อ้าง </a:t>
            </a:r>
            <a:r>
              <a:rPr lang="en-US" dirty="0"/>
              <a:t>server.js</a:t>
            </a:r>
            <a:r>
              <a:rPr lang="th-TH" dirty="0"/>
              <a:t> ทุกประเด็น</a:t>
            </a:r>
            <a:endParaRPr dirty="0"/>
          </a:p>
        </p:txBody>
      </p:sp>
      <p:sp>
        <p:nvSpPr>
          <p:cNvPr id="6" name="TextBox 5"/>
          <p:cNvSpPr txBox="1"/>
          <p:nvPr/>
        </p:nvSpPr>
        <p:spPr>
          <a:xfrm>
            <a:off x="838200" y="6350000"/>
            <a:ext cx="10515600" cy="320000"/>
          </a:xfrm>
          <a:prstGeom prst="rect">
            <a:avLst/>
          </a:prstGeom>
          <a:noFill/>
        </p:spPr>
        <p:txBody>
          <a:bodyPr wrap="none">
            <a:spAutoFit/>
          </a:bodyPr>
          <a:lstStyle/>
          <a:p>
            <a:r>
              <a:rPr sz="1000"/>
              <a:t>จับภาพจริงจาก TUI (interactive) · Claude Code 2.1.310 · sandbox/sales-insight</a:t>
            </a:r>
          </a:p>
        </p:txBody>
      </p:sp>
      <p:pic>
        <p:nvPicPr>
          <p:cNvPr id="8" name="Content Placeholder 7" descr="w2-invoke2-end.png">
            <a:extLst>
              <a:ext uri="{FF2B5EF4-FFF2-40B4-BE49-F238E27FC236}">
                <a16:creationId xmlns:a16="http://schemas.microsoft.com/office/drawing/2014/main" id="{458B700E-F6E1-9EBC-7612-6A6A5FE0D8DD}"/>
              </a:ext>
            </a:extLst>
          </p:cNvPr>
          <p:cNvPicPr>
            <a:picLocks noGrp="1" noChangeAspect="1"/>
          </p:cNvPicPr>
          <p:nvPr>
            <p:ph sz="quarter" idx="12"/>
          </p:nvPr>
        </p:nvPicPr>
        <p:blipFill>
          <a:blip r:embed="rId2"/>
          <a:stretch>
            <a:fillRect/>
          </a:stretch>
        </p:blipFill>
        <p:spPr>
          <a:xfrm>
            <a:off x="1890888" y="1549400"/>
            <a:ext cx="8410223" cy="449421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1E0DB7-27C0-6275-75D6-AD941EA73101}"/>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720BBBC7-615D-D7B5-EB78-06B8A2877FD6}"/>
              </a:ext>
            </a:extLst>
          </p:cNvPr>
          <p:cNvSpPr>
            <a:spLocks noGrp="1"/>
          </p:cNvSpPr>
          <p:nvPr>
            <p:ph type="sldNum" sz="quarter" idx="4"/>
          </p:nvPr>
        </p:nvSpPr>
        <p:spPr/>
        <p:txBody>
          <a:bodyPr/>
          <a:lstStyle/>
          <a:p>
            <a:fld id="{7B973119-0BF9-7444-941C-BCE2AFE6BE2E}" type="slidenum">
              <a:rPr lang="en-TH" smtClean="0"/>
              <a:pPr/>
              <a:t>52</a:t>
            </a:fld>
            <a:endParaRPr lang="en-TH"/>
          </a:p>
        </p:txBody>
      </p:sp>
      <p:sp>
        <p:nvSpPr>
          <p:cNvPr id="104" name="Title 1"/>
          <p:cNvSpPr>
            <a:spLocks noGrp="1"/>
          </p:cNvSpPr>
          <p:nvPr>
            <p:ph type="title"/>
          </p:nvPr>
        </p:nvSpPr>
        <p:spPr/>
        <p:txBody>
          <a:bodyPr>
            <a:normAutofit/>
          </a:bodyPr>
          <a:lstStyle/>
          <a:p>
            <a:r>
              <a:rPr lang="th-TH" dirty="0"/>
              <a:t>ทดสอบภาษาไทยผ่าน MCP: ตัวอักษรต้องกลับมาครบทั้งสาย</a:t>
            </a:r>
          </a:p>
        </p:txBody>
      </p:sp>
      <p:sp>
        <p:nvSpPr>
          <p:cNvPr id="105" name="Shape 105"/>
          <p:cNvSpPr/>
          <p:nvPr/>
        </p:nvSpPr>
        <p:spPr>
          <a:xfrm>
            <a:off x="841248" y="1645920"/>
            <a:ext cx="6309360" cy="425196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0"/>
              </a:spcBef>
              <a:buNone/>
            </a:pPr>
            <a:r>
              <a:rPr lang="th-TH" sz="1100" b="1" i="0" dirty="0">
                <a:solidFill>
                  <a:srgbClr val="7FB5FA"/>
                </a:solidFill>
              </a:rPr>
              <a:t>Prompt TH (แนะนำ) — วางใน TUI</a:t>
            </a:r>
          </a:p>
          <a:p>
            <a:pPr marL="0" indent="0" algn="l">
              <a:spcBef>
                <a:spcPts val="100"/>
              </a:spcBef>
              <a:buNone/>
            </a:pPr>
            <a:r>
              <a:rPr lang="th-TH" sz="1100" b="0" i="0" dirty="0">
                <a:solidFill>
                  <a:srgbClr val="E6EDF7"/>
                </a:solidFill>
                <a:latin typeface="Consolas"/>
                <a:cs typeface="Consolas"/>
              </a:rPr>
              <a:t>เรียก tool echo ของ MCP server ชื่อ sales-echo</a:t>
            </a:r>
          </a:p>
          <a:p>
            <a:pPr marL="0" indent="0" algn="l">
              <a:spcBef>
                <a:spcPts val="100"/>
              </a:spcBef>
              <a:buNone/>
            </a:pPr>
            <a:r>
              <a:rPr lang="th-TH" sz="1100" b="0" i="0" dirty="0">
                <a:solidFill>
                  <a:srgbClr val="E6EDF7"/>
                </a:solidFill>
                <a:latin typeface="Consolas"/>
                <a:cs typeface="Consolas"/>
              </a:rPr>
              <a:t>โดยส่งข้อความ "สวัสดี — ทดสอบ ก-ฮ ๐๑๒๓"</a:t>
            </a:r>
          </a:p>
          <a:p>
            <a:pPr marL="0" indent="0" algn="l">
              <a:spcBef>
                <a:spcPts val="100"/>
              </a:spcBef>
              <a:buNone/>
            </a:pPr>
            <a:r>
              <a:rPr lang="th-TH" sz="1100" b="0" i="0" dirty="0">
                <a:solidFill>
                  <a:srgbClr val="E6EDF7"/>
                </a:solidFill>
                <a:latin typeface="Consolas"/>
                <a:cs typeface="Consolas"/>
              </a:rPr>
              <a:t>แล้วบอกมาตรง ๆ ว่าได้ข้อความกลับแบบใด</a:t>
            </a:r>
          </a:p>
          <a:p>
            <a:pPr marL="0" indent="0" algn="l">
              <a:spcBef>
                <a:spcPts val="100"/>
              </a:spcBef>
              <a:buNone/>
            </a:pPr>
            <a:r>
              <a:rPr lang="th-TH" sz="1100" b="0" i="0" dirty="0">
                <a:solidFill>
                  <a:srgbClr val="E6EDF7"/>
                </a:solidFill>
                <a:latin typeface="Consolas"/>
                <a:cs typeface="Consolas"/>
              </a:rPr>
              <a:t>ตรงทุกตัวหรือเพี้ยน</a:t>
            </a:r>
          </a:p>
          <a:p>
            <a:pPr marL="0" indent="0" algn="l">
              <a:spcBef>
                <a:spcPts val="100"/>
              </a:spcBef>
              <a:buNone/>
            </a:pPr>
            <a:endParaRPr lang="th-TH" sz="1100" b="0" i="0" dirty="0">
              <a:solidFill>
                <a:srgbClr val="E6EDF7"/>
              </a:solidFill>
              <a:latin typeface="Consolas"/>
              <a:cs typeface="Consolas"/>
            </a:endParaRPr>
          </a:p>
          <a:p>
            <a:pPr marL="0" indent="0" algn="l">
              <a:spcBef>
                <a:spcPts val="0"/>
              </a:spcBef>
              <a:buNone/>
            </a:pPr>
            <a:r>
              <a:rPr lang="th-TH" sz="1100" b="1" i="0" dirty="0">
                <a:solidFill>
                  <a:srgbClr val="7FB5FA"/>
                </a:solidFill>
              </a:rPr>
              <a:t>Prompt EN (ใช้ได้เต็มที่)</a:t>
            </a:r>
          </a:p>
          <a:p>
            <a:pPr marL="0" indent="0" algn="l">
              <a:spcBef>
                <a:spcPts val="100"/>
              </a:spcBef>
              <a:buNone/>
            </a:pPr>
            <a:r>
              <a:rPr lang="th-TH" sz="1100" b="0" i="0" dirty="0">
                <a:solidFill>
                  <a:srgbClr val="E6EDF7"/>
                </a:solidFill>
                <a:latin typeface="Consolas"/>
                <a:cs typeface="Consolas"/>
              </a:rPr>
              <a:t>Use the sales-echo MCP echo tool with the text</a:t>
            </a:r>
          </a:p>
          <a:p>
            <a:pPr marL="0" indent="0" algn="l">
              <a:spcBef>
                <a:spcPts val="100"/>
              </a:spcBef>
              <a:buNone/>
            </a:pPr>
            <a:r>
              <a:rPr lang="th-TH" sz="1100" b="0" i="0" dirty="0">
                <a:solidFill>
                  <a:srgbClr val="E6EDF7"/>
                </a:solidFill>
                <a:latin typeface="Consolas"/>
                <a:cs typeface="Consolas"/>
              </a:rPr>
              <a:t>"hello-sales" and quote exactly what came back.</a:t>
            </a:r>
          </a:p>
          <a:p>
            <a:pPr marL="0" indent="0" algn="l">
              <a:spcBef>
                <a:spcPts val="100"/>
              </a:spcBef>
              <a:buNone/>
            </a:pPr>
            <a:endParaRPr lang="th-TH" sz="1100" b="0" i="0" dirty="0">
              <a:solidFill>
                <a:srgbClr val="E6EDF7"/>
              </a:solidFill>
              <a:latin typeface="Consolas"/>
              <a:cs typeface="Consolas"/>
            </a:endParaRPr>
          </a:p>
          <a:p>
            <a:pPr marL="0" indent="0" algn="l">
              <a:spcBef>
                <a:spcPts val="100"/>
              </a:spcBef>
              <a:buNone/>
            </a:pPr>
            <a:r>
              <a:rPr lang="th-TH" sz="1100" b="0" i="0" dirty="0">
                <a:solidFill>
                  <a:srgbClr val="E6EDF7"/>
                </a:solidFill>
                <a:latin typeface="Consolas"/>
                <a:cs typeface="Consolas"/>
              </a:rPr>
              <a:t>✅ ผลที่คาดหวัง: ข้อความไทยกลับมาตรงทุกตัว</a:t>
            </a:r>
          </a:p>
          <a:p>
            <a:pPr marL="0" indent="0" algn="l">
              <a:spcBef>
                <a:spcPts val="100"/>
              </a:spcBef>
              <a:buNone/>
            </a:pPr>
            <a:r>
              <a:rPr lang="th-TH" sz="1100" b="0" i="0" dirty="0">
                <a:solidFill>
                  <a:srgbClr val="E6EDF7"/>
                </a:solidFill>
                <a:latin typeface="Consolas"/>
                <a:cs typeface="Consolas"/>
              </a:rPr>
              <a:t>✅ เลขไทย ๐๑๒๓ อยู่ในช่วง U+0E50–U+0E53</a:t>
            </a:r>
          </a:p>
          <a:p>
            <a:pPr marL="0" indent="0" algn="l">
              <a:spcBef>
                <a:spcPts val="100"/>
              </a:spcBef>
              <a:buNone/>
            </a:pPr>
            <a:r>
              <a:rPr lang="th-TH" sz="1100" b="0" i="0" dirty="0">
                <a:solidFill>
                  <a:srgbClr val="E6EDF7"/>
                </a:solidFill>
                <a:latin typeface="Consolas"/>
                <a:cs typeface="Consolas"/>
              </a:rPr>
              <a:t>✅ ไม่มี mojibake หรือ replacement character</a:t>
            </a:r>
          </a:p>
        </p:txBody>
      </p:sp>
      <p:sp>
        <p:nvSpPr>
          <p:cNvPr id="106" name="Shape 106"/>
          <p:cNvSpPr/>
          <p:nvPr/>
        </p:nvSpPr>
        <p:spPr>
          <a:xfrm>
            <a:off x="7589520" y="1645920"/>
            <a:ext cx="3749039" cy="640080"/>
          </a:xfrm>
          <a:prstGeom prst="roundRect">
            <a:avLst>
              <a:gd name="adj" fmla="val 25000"/>
            </a:avLst>
          </a:prstGeom>
          <a:solidFill>
            <a:srgbClr val="005CFF"/>
          </a:solidFill>
          <a:ln>
            <a:noFill/>
          </a:ln>
        </p:spPr>
        <p:txBody>
          <a:bodyPr wrap="square" lIns="109728" tIns="73152" rIns="109728" bIns="73152" anchor="ctr">
            <a:normAutofit/>
          </a:bodyPr>
          <a:lstStyle/>
          <a:p>
            <a:pPr marL="0" indent="0" algn="ctr">
              <a:spcBef>
                <a:spcPts val="0"/>
              </a:spcBef>
              <a:buNone/>
            </a:pPr>
            <a:r>
              <a:rPr lang="th-TH" sz="1400" b="1" i="0" dirty="0">
                <a:solidFill>
                  <a:srgbClr val="FFFFFF"/>
                </a:solidFill>
              </a:rPr>
              <a:t>Prompt ไทย</a:t>
            </a:r>
          </a:p>
        </p:txBody>
      </p:sp>
      <p:cxnSp>
        <p:nvCxnSpPr>
          <p:cNvPr id="107" name="Arrow 107"/>
          <p:cNvCxnSpPr/>
          <p:nvPr/>
        </p:nvCxnSpPr>
        <p:spPr>
          <a:xfrm>
            <a:off x="9464040" y="2286000"/>
            <a:ext cx="0" cy="228600"/>
          </a:xfrm>
          <a:prstGeom prst="straightConnector1">
            <a:avLst/>
          </a:prstGeom>
          <a:ln w="19050">
            <a:solidFill>
              <a:srgbClr val="4C5B6B"/>
            </a:solidFill>
            <a:tailEnd type="triangle" w="med" len="med"/>
          </a:ln>
        </p:spPr>
      </p:cxnSp>
      <p:sp>
        <p:nvSpPr>
          <p:cNvPr id="108" name="Shape 108"/>
          <p:cNvSpPr/>
          <p:nvPr/>
        </p:nvSpPr>
        <p:spPr>
          <a:xfrm>
            <a:off x="7589520" y="2514600"/>
            <a:ext cx="3749039" cy="640080"/>
          </a:xfrm>
          <a:prstGeom prst="roundRect">
            <a:avLst>
              <a:gd name="adj" fmla="val 25000"/>
            </a:avLst>
          </a:prstGeom>
          <a:solidFill>
            <a:srgbClr val="2486FF"/>
          </a:solidFill>
          <a:ln>
            <a:noFill/>
          </a:ln>
        </p:spPr>
        <p:txBody>
          <a:bodyPr wrap="square" lIns="109728" tIns="73152" rIns="109728" bIns="73152" anchor="ctr">
            <a:normAutofit/>
          </a:bodyPr>
          <a:lstStyle/>
          <a:p>
            <a:pPr marL="0" indent="0" algn="ctr">
              <a:spcBef>
                <a:spcPts val="0"/>
              </a:spcBef>
              <a:buNone/>
            </a:pPr>
            <a:r>
              <a:rPr lang="th-TH" sz="1400" b="1" i="0" dirty="0">
                <a:solidFill>
                  <a:srgbClr val="FFFFFF"/>
                </a:solidFill>
              </a:rPr>
              <a:t>Tool call</a:t>
            </a:r>
          </a:p>
        </p:txBody>
      </p:sp>
      <p:cxnSp>
        <p:nvCxnSpPr>
          <p:cNvPr id="109" name="Arrow 109"/>
          <p:cNvCxnSpPr/>
          <p:nvPr/>
        </p:nvCxnSpPr>
        <p:spPr>
          <a:xfrm>
            <a:off x="9464040" y="3154680"/>
            <a:ext cx="0" cy="228600"/>
          </a:xfrm>
          <a:prstGeom prst="straightConnector1">
            <a:avLst/>
          </a:prstGeom>
          <a:ln w="19050">
            <a:solidFill>
              <a:srgbClr val="4C5B6B"/>
            </a:solidFill>
            <a:tailEnd type="triangle" w="med" len="med"/>
          </a:ln>
        </p:spPr>
      </p:cxnSp>
      <p:sp>
        <p:nvSpPr>
          <p:cNvPr id="110" name="Shape 110"/>
          <p:cNvSpPr/>
          <p:nvPr/>
        </p:nvSpPr>
        <p:spPr>
          <a:xfrm>
            <a:off x="7589520" y="3383280"/>
            <a:ext cx="3749039" cy="640080"/>
          </a:xfrm>
          <a:prstGeom prst="roundRect">
            <a:avLst>
              <a:gd name="adj" fmla="val 25000"/>
            </a:avLst>
          </a:prstGeom>
          <a:solidFill>
            <a:srgbClr val="005CFF"/>
          </a:solidFill>
          <a:ln>
            <a:noFill/>
          </a:ln>
        </p:spPr>
        <p:txBody>
          <a:bodyPr wrap="square" lIns="109728" tIns="73152" rIns="109728" bIns="73152" anchor="ctr">
            <a:normAutofit/>
          </a:bodyPr>
          <a:lstStyle/>
          <a:p>
            <a:pPr marL="0" indent="0" algn="ctr">
              <a:spcBef>
                <a:spcPts val="0"/>
              </a:spcBef>
              <a:buNone/>
            </a:pPr>
            <a:r>
              <a:rPr lang="th-TH" sz="1400" b="1" i="0" dirty="0">
                <a:solidFill>
                  <a:srgbClr val="FFFFFF"/>
                </a:solidFill>
              </a:rPr>
              <a:t>MCP Server (Node)</a:t>
            </a:r>
          </a:p>
        </p:txBody>
      </p:sp>
      <p:cxnSp>
        <p:nvCxnSpPr>
          <p:cNvPr id="111" name="Arrow 111"/>
          <p:cNvCxnSpPr/>
          <p:nvPr/>
        </p:nvCxnSpPr>
        <p:spPr>
          <a:xfrm>
            <a:off x="9464040" y="4023360"/>
            <a:ext cx="0" cy="228600"/>
          </a:xfrm>
          <a:prstGeom prst="straightConnector1">
            <a:avLst/>
          </a:prstGeom>
          <a:ln w="19050">
            <a:solidFill>
              <a:srgbClr val="4C5B6B"/>
            </a:solidFill>
            <a:tailEnd type="triangle" w="med" len="med"/>
          </a:ln>
        </p:spPr>
      </p:cxnSp>
      <p:sp>
        <p:nvSpPr>
          <p:cNvPr id="112" name="Shape 112"/>
          <p:cNvSpPr/>
          <p:nvPr/>
        </p:nvSpPr>
        <p:spPr>
          <a:xfrm>
            <a:off x="7589520" y="4251959"/>
            <a:ext cx="3749039" cy="640080"/>
          </a:xfrm>
          <a:prstGeom prst="roundRect">
            <a:avLst>
              <a:gd name="adj" fmla="val 25000"/>
            </a:avLst>
          </a:prstGeom>
          <a:solidFill>
            <a:srgbClr val="2486FF"/>
          </a:solidFill>
          <a:ln>
            <a:noFill/>
          </a:ln>
        </p:spPr>
        <p:txBody>
          <a:bodyPr wrap="square" lIns="109728" tIns="73152" rIns="109728" bIns="73152" anchor="ctr">
            <a:normAutofit/>
          </a:bodyPr>
          <a:lstStyle/>
          <a:p>
            <a:pPr marL="0" indent="0" algn="ctr">
              <a:spcBef>
                <a:spcPts val="0"/>
              </a:spcBef>
              <a:buNone/>
            </a:pPr>
            <a:r>
              <a:rPr lang="th-TH" sz="1400" b="1" i="0" dirty="0">
                <a:solidFill>
                  <a:srgbClr val="FFFFFF"/>
                </a:solidFill>
              </a:rPr>
              <a:t>Tool result</a:t>
            </a:r>
          </a:p>
        </p:txBody>
      </p:sp>
      <p:cxnSp>
        <p:nvCxnSpPr>
          <p:cNvPr id="113" name="Arrow 113"/>
          <p:cNvCxnSpPr/>
          <p:nvPr/>
        </p:nvCxnSpPr>
        <p:spPr>
          <a:xfrm>
            <a:off x="9464040" y="4892040"/>
            <a:ext cx="0" cy="228600"/>
          </a:xfrm>
          <a:prstGeom prst="straightConnector1">
            <a:avLst/>
          </a:prstGeom>
          <a:ln w="19050">
            <a:solidFill>
              <a:srgbClr val="4C5B6B"/>
            </a:solidFill>
            <a:tailEnd type="triangle" w="med" len="med"/>
          </a:ln>
        </p:spPr>
      </p:cxnSp>
      <p:sp>
        <p:nvSpPr>
          <p:cNvPr id="114" name="Shape 114"/>
          <p:cNvSpPr/>
          <p:nvPr/>
        </p:nvSpPr>
        <p:spPr>
          <a:xfrm>
            <a:off x="7589520" y="5120640"/>
            <a:ext cx="3749039" cy="640080"/>
          </a:xfrm>
          <a:prstGeom prst="roundRect">
            <a:avLst>
              <a:gd name="adj" fmla="val 25000"/>
            </a:avLst>
          </a:prstGeom>
          <a:solidFill>
            <a:srgbClr val="005CFF"/>
          </a:solidFill>
          <a:ln>
            <a:noFill/>
          </a:ln>
        </p:spPr>
        <p:txBody>
          <a:bodyPr wrap="square" lIns="109728" tIns="73152" rIns="109728" bIns="73152" anchor="ctr">
            <a:normAutofit/>
          </a:bodyPr>
          <a:lstStyle/>
          <a:p>
            <a:pPr marL="0" indent="0" algn="ctr">
              <a:spcBef>
                <a:spcPts val="0"/>
              </a:spcBef>
              <a:buNone/>
            </a:pPr>
            <a:r>
              <a:rPr lang="th-TH" sz="1400" b="1" i="0" dirty="0">
                <a:solidFill>
                  <a:srgbClr val="FFFFFF"/>
                </a:solidFill>
              </a:rPr>
              <a:t>Context</a:t>
            </a:r>
          </a:p>
        </p:txBody>
      </p:sp>
      <p:sp>
        <p:nvSpPr>
          <p:cNvPr id="115" name="Shape 115"/>
          <p:cNvSpPr/>
          <p:nvPr/>
        </p:nvSpPr>
        <p:spPr>
          <a:xfrm>
            <a:off x="7589520" y="5897879"/>
            <a:ext cx="3749039" cy="274320"/>
          </a:xfrm>
          <a:prstGeom prst="rect">
            <a:avLst/>
          </a:prstGeom>
          <a:noFill/>
          <a:ln>
            <a:noFill/>
          </a:ln>
        </p:spPr>
        <p:txBody>
          <a:bodyPr wrap="square" lIns="0" tIns="0" rIns="0" bIns="0" anchor="t">
            <a:normAutofit/>
          </a:bodyPr>
          <a:lstStyle/>
          <a:p>
            <a:pPr marL="0" indent="0" algn="ctr">
              <a:spcBef>
                <a:spcPts val="0"/>
              </a:spcBef>
              <a:buNone/>
            </a:pPr>
            <a:r>
              <a:rPr lang="th-TH" sz="1050" b="0" i="0" dirty="0">
                <a:solidFill>
                  <a:srgbClr val="4C5B6B"/>
                </a:solidFill>
              </a:rPr>
              <a:t>ถ้าเพี้ยน: มีที่ไหนพิมพ์ของแปลกปลอมลง stdout</a:t>
            </a:r>
          </a:p>
        </p:txBody>
      </p:sp>
    </p:spTree>
    <p:extLst>
      <p:ext uri="{BB962C8B-B14F-4D97-AF65-F5344CB8AC3E}">
        <p14:creationId xmlns:p14="http://schemas.microsoft.com/office/powerpoint/2010/main" val="28656763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Module 7 · Orchestration</a:t>
            </a:r>
          </a:p>
        </p:txBody>
      </p:sp>
      <p:sp>
        <p:nvSpPr>
          <p:cNvPr id="3" name="Text Placeholder 2"/>
          <p:cNvSpPr>
            <a:spLocks noGrp="1"/>
          </p:cNvSpPr>
          <p:nvPr>
            <p:ph type="body" idx="1"/>
          </p:nvPr>
        </p:nvSpPr>
        <p:spPr/>
        <p:txBody>
          <a:bodyPr>
            <a:normAutofit/>
          </a:bodyPr>
          <a:lstStyle/>
          <a:p>
            <a:r>
              <a:rPr lang="th-TH" dirty="0"/>
              <a:t>ส่งต่องานเป็นสายการผลิต และให้ Leader กำกับทีม</a:t>
            </a:r>
          </a:p>
        </p:txBody>
      </p:sp>
      <p:sp>
        <p:nvSpPr>
          <p:cNvPr id="5" name="Text Placeholder 4"/>
          <p:cNvSpPr>
            <a:spLocks noGrp="1"/>
          </p:cNvSpPr>
          <p:nvPr>
            <p:ph type="body" idx="14"/>
          </p:nvPr>
        </p:nvSpPr>
        <p:spPr/>
        <p:txBody>
          <a:bodyPr/>
          <a:lstStyle/>
          <a:p>
            <a:r>
              <a:rPr lang="th-TH" dirty="0"/>
              <a:t>วันที่ 2 · เช้า · ⏱ ~60 นาที · Workshop 4</a:t>
            </a:r>
          </a:p>
        </p:txBody>
      </p:sp>
      <p:pic>
        <p:nvPicPr>
          <p:cNvPr id="9" name="Picture Placeholder 8" descr="The image depicts a minimalistic, white square with a prominent orange sun-like pattern in the center.&#10;&#10;AI-generated content may be incorrect.">
            <a:extLst>
              <a:ext uri="{FF2B5EF4-FFF2-40B4-BE49-F238E27FC236}">
                <a16:creationId xmlns:a16="http://schemas.microsoft.com/office/drawing/2014/main" id="{CA228C49-A4F5-1E99-16E8-3BF1BE88DAB3}"/>
              </a:ext>
            </a:extLst>
          </p:cNvPr>
          <p:cNvPicPr>
            <a:picLocks noGrp="1" noChangeAspect="1"/>
          </p:cNvPicPr>
          <p:nvPr>
            <p:ph type="pic" sz="quarter" idx="13"/>
          </p:nvPr>
        </p:nvPicPr>
        <p:blipFill>
          <a:blip r:embed="rId3"/>
          <a:srcRect t="3167" b="3167"/>
          <a:stretch/>
        </p:blipFill>
        <p:spPr>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Sequential Pipeline: ส่งต่อ Output เป็น Input</a:t>
            </a:r>
          </a:p>
        </p:txBody>
      </p:sp>
      <p:sp>
        <p:nvSpPr>
          <p:cNvPr id="3" name="Content Placeholder 2"/>
          <p:cNvSpPr>
            <a:spLocks noGrp="1"/>
          </p:cNvSpPr>
          <p:nvPr>
            <p:ph sz="quarter" idx="12"/>
          </p:nvPr>
        </p:nvSpPr>
        <p:spPr/>
        <p:txBody>
          <a:bodyPr/>
          <a:lstStyle/>
          <a:p>
            <a:pPr marL="0" indent="0" algn="l">
              <a:spcBef>
                <a:spcPts val="0"/>
              </a:spcBef>
              <a:buNone/>
            </a:pPr>
            <a:r>
              <a:rPr lang="th-TH" sz="1600" b="1" i="0" dirty="0">
                <a:solidFill>
                  <a:srgbClr val="005CFF"/>
                </a:solidFill>
              </a:rPr>
              <a:t>Design  →  Clean  →  Review</a:t>
            </a:r>
          </a:p>
          <a:p>
            <a:pPr marL="285750" indent="-285750" algn="l">
              <a:spcBef>
                <a:spcPts val="1100"/>
              </a:spcBef>
              <a:buFont typeface="Arial"/>
              <a:buChar char="•"/>
            </a:pPr>
            <a:r>
              <a:rPr lang="th-TH" sz="1550" b="1" i="0" dirty="0">
                <a:solidFill>
                  <a:srgbClr val="0D1B2A"/>
                </a:solidFill>
              </a:rPr>
              <a:t>ขั้นเขียนต้องมี DESIGN.md ก่อน</a:t>
            </a:r>
          </a:p>
          <a:p>
            <a:pPr marL="285750" indent="0" algn="l">
              <a:spcBef>
                <a:spcPts val="150"/>
              </a:spcBef>
              <a:buNone/>
            </a:pPr>
            <a:r>
              <a:rPr lang="th-TH" sz="1400" b="0" i="0" dirty="0">
                <a:solidFill>
                  <a:srgbClr val="4C5B6B"/>
                </a:solidFill>
              </a:rPr>
              <a:t>ไม่งั้น Agent เดาเอง</a:t>
            </a:r>
          </a:p>
          <a:p>
            <a:pPr marL="285750" indent="-285750" algn="l">
              <a:spcBef>
                <a:spcPts val="1100"/>
              </a:spcBef>
              <a:buFont typeface="Arial"/>
              <a:buChar char="•"/>
            </a:pPr>
            <a:r>
              <a:rPr lang="th-TH" sz="1550" b="1" i="0" dirty="0">
                <a:solidFill>
                  <a:srgbClr val="0D1B2A"/>
                </a:solidFill>
              </a:rPr>
              <a:t>ขั้นรีวิวต้องมีสคริปต์จริง</a:t>
            </a:r>
          </a:p>
          <a:p>
            <a:pPr marL="285750" indent="0" algn="l">
              <a:spcBef>
                <a:spcPts val="150"/>
              </a:spcBef>
              <a:buNone/>
            </a:pPr>
            <a:r>
              <a:rPr lang="th-TH" sz="1400" b="0" i="0" dirty="0">
                <a:solidFill>
                  <a:srgbClr val="4C5B6B"/>
                </a:solidFill>
              </a:rPr>
              <a:t>REVIEW.md เทียบ clean-sales.js กับ DESIGN.md</a:t>
            </a:r>
          </a:p>
          <a:p>
            <a:pPr marL="285750" indent="-285750" algn="l">
              <a:spcBef>
                <a:spcPts val="1100"/>
              </a:spcBef>
              <a:buFont typeface="Arial"/>
              <a:buChar char="•"/>
            </a:pPr>
            <a:r>
              <a:rPr lang="th-TH" sz="1550" b="1" i="0" dirty="0">
                <a:solidFill>
                  <a:srgbClr val="0D1B2A"/>
                </a:solidFill>
              </a:rPr>
              <a:t>วัดผลด้วยไฟล์ ไม่ใช่ความเรียงในแชท</a:t>
            </a:r>
          </a:p>
          <a:p>
            <a:pPr marL="285750" indent="0" algn="l">
              <a:spcBef>
                <a:spcPts val="150"/>
              </a:spcBef>
              <a:buNone/>
            </a:pPr>
            <a:r>
              <a:rPr lang="th-TH" sz="1400" b="0" i="0" dirty="0">
                <a:solidFill>
                  <a:srgbClr val="4C5B6B"/>
                </a:solidFill>
              </a:rPr>
              <a:t>ไม่มีสองไฟล์นี้ งานสามขั้นเหลือแค่เรื่องเล่า</a:t>
            </a:r>
          </a:p>
        </p:txBody>
      </p:sp>
      <p:pic>
        <p:nvPicPr>
          <p:cNvPr id="4" name="Picture Placeholder 3" descr="handoff-agents.png"/>
          <p:cNvPicPr>
            <a:picLocks noGrp="1" noChangeAspect="1"/>
          </p:cNvPicPr>
          <p:nvPr>
            <p:ph type="pic" sz="quarter" idx="13"/>
          </p:nvPr>
        </p:nvPicPr>
        <p:blipFill>
          <a:blip r:embed="rId3"/>
          <a:srcRect l="17727" r="17727"/>
          <a:stretch>
            <a:fillRect/>
          </a:stretch>
        </p:blip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Module 5 · </a:t>
            </a:r>
            <a:r>
              <a:rPr lang="th-TH" dirty="0"/>
              <a:t>ประโยค </a:t>
            </a:r>
            <a:r>
              <a:rPr lang="en-US" dirty="0"/>
              <a:t>trigger </a:t>
            </a:r>
            <a:r>
              <a:rPr lang="th-TH" dirty="0"/>
              <a:t>เดียว ตรวจครบ 4 ขั้น</a:t>
            </a:r>
            <a:br>
              <a:rPr lang="th-TH" dirty="0"/>
            </a:br>
            <a:endParaRPr dirty="0"/>
          </a:p>
        </p:txBody>
      </p:sp>
      <p:sp>
        <p:nvSpPr>
          <p:cNvPr id="6" name="TextBox 5"/>
          <p:cNvSpPr txBox="1"/>
          <p:nvPr/>
        </p:nvSpPr>
        <p:spPr>
          <a:xfrm>
            <a:off x="838200" y="6350000"/>
            <a:ext cx="10515600" cy="320000"/>
          </a:xfrm>
          <a:prstGeom prst="rect">
            <a:avLst/>
          </a:prstGeom>
          <a:noFill/>
        </p:spPr>
        <p:txBody>
          <a:bodyPr wrap="none">
            <a:spAutoFit/>
          </a:bodyPr>
          <a:lstStyle/>
          <a:p>
            <a:r>
              <a:rPr sz="1000"/>
              <a:t>จับภาพจริงจาก TUI (interactive) · Claude Code 2.1.310 · sandbox/sales-insight</a:t>
            </a:r>
          </a:p>
        </p:txBody>
      </p:sp>
      <p:pic>
        <p:nvPicPr>
          <p:cNvPr id="8" name="Content Placeholder 7" descr="m5-final.png">
            <a:extLst>
              <a:ext uri="{FF2B5EF4-FFF2-40B4-BE49-F238E27FC236}">
                <a16:creationId xmlns:a16="http://schemas.microsoft.com/office/drawing/2014/main" id="{0CCBE947-F51F-7433-90B2-03EA260F30CB}"/>
              </a:ext>
            </a:extLst>
          </p:cNvPr>
          <p:cNvPicPr>
            <a:picLocks noGrp="1" noChangeAspect="1"/>
          </p:cNvPicPr>
          <p:nvPr>
            <p:ph sz="quarter" idx="12"/>
          </p:nvPr>
        </p:nvPicPr>
        <p:blipFill>
          <a:blip r:embed="rId2"/>
          <a:stretch>
            <a:fillRect/>
          </a:stretch>
        </p:blipFill>
        <p:spPr>
          <a:xfrm>
            <a:off x="1890888" y="1549400"/>
            <a:ext cx="8410223" cy="4494213"/>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8D1321E-C6DD-0BFD-672D-F9AB14EFB1C5}"/>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B7AB5144-DC62-4D0F-E587-92FFCA4A1D15}"/>
              </a:ext>
            </a:extLst>
          </p:cNvPr>
          <p:cNvSpPr>
            <a:spLocks noGrp="1"/>
          </p:cNvSpPr>
          <p:nvPr>
            <p:ph type="sldNum" sz="quarter" idx="4"/>
          </p:nvPr>
        </p:nvSpPr>
        <p:spPr/>
        <p:txBody>
          <a:bodyPr/>
          <a:lstStyle/>
          <a:p>
            <a:fld id="{7B973119-0BF9-7444-941C-BCE2AFE6BE2E}" type="slidenum">
              <a:rPr lang="en-TH" smtClean="0"/>
              <a:pPr/>
              <a:t>56</a:t>
            </a:fld>
            <a:endParaRPr lang="en-TH"/>
          </a:p>
        </p:txBody>
      </p:sp>
      <p:sp>
        <p:nvSpPr>
          <p:cNvPr id="104" name="Title 1"/>
          <p:cNvSpPr>
            <a:spLocks noGrp="1"/>
          </p:cNvSpPr>
          <p:nvPr>
            <p:ph type="title"/>
          </p:nvPr>
        </p:nvSpPr>
        <p:spPr/>
        <p:txBody>
          <a:bodyPr>
            <a:normAutofit/>
          </a:bodyPr>
          <a:lstStyle/>
          <a:p>
            <a:r>
              <a:rPr lang="th-TH" dirty="0"/>
              <a:t>Leader-first Orchestration: Leader คุม Task List และสถานะ</a:t>
            </a:r>
          </a:p>
        </p:txBody>
      </p:sp>
      <p:sp>
        <p:nvSpPr>
          <p:cNvPr id="105" name="Shape 105"/>
          <p:cNvSpPr/>
          <p:nvPr/>
        </p:nvSpPr>
        <p:spPr>
          <a:xfrm>
            <a:off x="1371600" y="2331720"/>
            <a:ext cx="9418320" cy="54864"/>
          </a:xfrm>
          <a:prstGeom prst="rect">
            <a:avLst/>
          </a:prstGeom>
          <a:solidFill>
            <a:srgbClr val="C9D6E8"/>
          </a:solidFill>
          <a:ln>
            <a:noFill/>
          </a:ln>
        </p:spPr>
        <p:txBody>
          <a:bodyPr wrap="square" lIns="109728" tIns="73152" rIns="109728" bIns="73152" anchor="t">
            <a:normAutofit fontScale="25000" lnSpcReduction="20000"/>
          </a:bodyPr>
          <a:lstStyle/>
          <a:p>
            <a:endParaRPr lang="en-US" sz="1000"/>
          </a:p>
        </p:txBody>
      </p:sp>
      <p:sp>
        <p:nvSpPr>
          <p:cNvPr id="106" name="Shape 106"/>
          <p:cNvSpPr/>
          <p:nvPr/>
        </p:nvSpPr>
        <p:spPr>
          <a:xfrm>
            <a:off x="1280160" y="1901952"/>
            <a:ext cx="914400" cy="91440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2200" b="0" i="0" dirty="0">
                <a:solidFill>
                  <a:srgbClr val="FFFFFF"/>
                </a:solidFill>
              </a:rPr>
              <a:t>1</a:t>
            </a:r>
          </a:p>
        </p:txBody>
      </p:sp>
      <p:cxnSp>
        <p:nvCxnSpPr>
          <p:cNvPr id="107" name="Arrow 107"/>
          <p:cNvCxnSpPr/>
          <p:nvPr/>
        </p:nvCxnSpPr>
        <p:spPr>
          <a:xfrm>
            <a:off x="2286000" y="2359152"/>
            <a:ext cx="1737360" cy="0"/>
          </a:xfrm>
          <a:prstGeom prst="straightConnector1">
            <a:avLst/>
          </a:prstGeom>
          <a:ln w="25400">
            <a:solidFill>
              <a:srgbClr val="4C5B6B"/>
            </a:solidFill>
            <a:tailEnd type="triangle" w="med" len="med"/>
          </a:ln>
        </p:spPr>
      </p:cxnSp>
      <p:sp>
        <p:nvSpPr>
          <p:cNvPr id="108" name="Shape 108"/>
          <p:cNvSpPr/>
          <p:nvPr/>
        </p:nvSpPr>
        <p:spPr>
          <a:xfrm>
            <a:off x="411479" y="2926080"/>
            <a:ext cx="2651760" cy="109728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0D1B2A"/>
                </a:solidFill>
              </a:rPr>
              <a:t>Plan Approval</a:t>
            </a:r>
          </a:p>
          <a:p>
            <a:pPr marL="0" indent="0" algn="ctr">
              <a:spcBef>
                <a:spcPts val="250"/>
              </a:spcBef>
              <a:buNone/>
            </a:pPr>
            <a:r>
              <a:rPr lang="th-TH" sz="1300" b="0" i="0" dirty="0">
                <a:solidFill>
                  <a:srgbClr val="0D1B2A"/>
                </a:solidFill>
              </a:rPr>
              <a:t>Leader เสนอแผน — เราอนุมัติก่อนเริ่ม</a:t>
            </a:r>
          </a:p>
        </p:txBody>
      </p:sp>
      <p:sp>
        <p:nvSpPr>
          <p:cNvPr id="109" name="Shape 109"/>
          <p:cNvSpPr/>
          <p:nvPr/>
        </p:nvSpPr>
        <p:spPr>
          <a:xfrm>
            <a:off x="4160520" y="1901952"/>
            <a:ext cx="914400" cy="914400"/>
          </a:xfrm>
          <a:prstGeom prst="ellipse">
            <a:avLst/>
          </a:prstGeom>
          <a:solidFill>
            <a:srgbClr val="4C5B6B"/>
          </a:solidFill>
          <a:ln>
            <a:noFill/>
          </a:ln>
        </p:spPr>
        <p:txBody>
          <a:bodyPr wrap="square" lIns="0" tIns="0" rIns="0" bIns="0" anchor="ctr">
            <a:normAutofit/>
          </a:bodyPr>
          <a:lstStyle/>
          <a:p>
            <a:pPr marL="0" indent="0" algn="ctr">
              <a:spcBef>
                <a:spcPts val="0"/>
              </a:spcBef>
              <a:buNone/>
            </a:pPr>
            <a:r>
              <a:rPr lang="th-TH" sz="2200" b="0" i="0" dirty="0">
                <a:solidFill>
                  <a:srgbClr val="FFFFFF"/>
                </a:solidFill>
              </a:rPr>
              <a:t>2</a:t>
            </a:r>
          </a:p>
        </p:txBody>
      </p:sp>
      <p:cxnSp>
        <p:nvCxnSpPr>
          <p:cNvPr id="110" name="Arrow 110"/>
          <p:cNvCxnSpPr/>
          <p:nvPr/>
        </p:nvCxnSpPr>
        <p:spPr>
          <a:xfrm>
            <a:off x="5166359" y="2359152"/>
            <a:ext cx="1737360" cy="0"/>
          </a:xfrm>
          <a:prstGeom prst="straightConnector1">
            <a:avLst/>
          </a:prstGeom>
          <a:ln w="25400">
            <a:solidFill>
              <a:srgbClr val="4C5B6B"/>
            </a:solidFill>
            <a:tailEnd type="triangle" w="med" len="med"/>
          </a:ln>
        </p:spPr>
      </p:cxnSp>
      <p:sp>
        <p:nvSpPr>
          <p:cNvPr id="111" name="Shape 111"/>
          <p:cNvSpPr/>
          <p:nvPr/>
        </p:nvSpPr>
        <p:spPr>
          <a:xfrm>
            <a:off x="3291839" y="2926080"/>
            <a:ext cx="2651760" cy="109728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4C5B6B"/>
                </a:solidFill>
              </a:rPr>
              <a:t>Pending</a:t>
            </a:r>
          </a:p>
          <a:p>
            <a:pPr marL="0" indent="0" algn="ctr">
              <a:spcBef>
                <a:spcPts val="250"/>
              </a:spcBef>
              <a:buNone/>
            </a:pPr>
            <a:r>
              <a:rPr lang="th-TH" sz="1300" b="0" i="0" dirty="0">
                <a:solidFill>
                  <a:srgbClr val="0D1B2A"/>
                </a:solidFill>
              </a:rPr>
              <a:t>งานใน Task List ที่ยังไม่เริ่ม</a:t>
            </a:r>
          </a:p>
        </p:txBody>
      </p:sp>
      <p:sp>
        <p:nvSpPr>
          <p:cNvPr id="112" name="Shape 112"/>
          <p:cNvSpPr/>
          <p:nvPr/>
        </p:nvSpPr>
        <p:spPr>
          <a:xfrm>
            <a:off x="7040879" y="1901952"/>
            <a:ext cx="914400" cy="91440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2200" b="0" i="0" dirty="0">
                <a:solidFill>
                  <a:srgbClr val="FFFFFF"/>
                </a:solidFill>
              </a:rPr>
              <a:t>3</a:t>
            </a:r>
          </a:p>
        </p:txBody>
      </p:sp>
      <p:cxnSp>
        <p:nvCxnSpPr>
          <p:cNvPr id="113" name="Arrow 113"/>
          <p:cNvCxnSpPr/>
          <p:nvPr/>
        </p:nvCxnSpPr>
        <p:spPr>
          <a:xfrm>
            <a:off x="8046719" y="2359152"/>
            <a:ext cx="1737360" cy="0"/>
          </a:xfrm>
          <a:prstGeom prst="straightConnector1">
            <a:avLst/>
          </a:prstGeom>
          <a:ln w="25400">
            <a:solidFill>
              <a:srgbClr val="4C5B6B"/>
            </a:solidFill>
            <a:tailEnd type="triangle" w="med" len="med"/>
          </a:ln>
        </p:spPr>
      </p:cxnSp>
      <p:sp>
        <p:nvSpPr>
          <p:cNvPr id="114" name="Shape 114"/>
          <p:cNvSpPr/>
          <p:nvPr/>
        </p:nvSpPr>
        <p:spPr>
          <a:xfrm>
            <a:off x="6172199" y="2926080"/>
            <a:ext cx="2651760" cy="109728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005CFF"/>
                </a:solidFill>
              </a:rPr>
              <a:t>In Progress</a:t>
            </a:r>
          </a:p>
          <a:p>
            <a:pPr marL="0" indent="0" algn="ctr">
              <a:spcBef>
                <a:spcPts val="250"/>
              </a:spcBef>
              <a:buNone/>
            </a:pPr>
            <a:r>
              <a:rPr lang="th-TH" sz="1300" b="0" i="0" dirty="0">
                <a:solidFill>
                  <a:srgbClr val="0D1B2A"/>
                </a:solidFill>
              </a:rPr>
              <a:t>Leader แจกงานและติดตาม</a:t>
            </a:r>
          </a:p>
        </p:txBody>
      </p:sp>
      <p:sp>
        <p:nvSpPr>
          <p:cNvPr id="115" name="Shape 115"/>
          <p:cNvSpPr/>
          <p:nvPr/>
        </p:nvSpPr>
        <p:spPr>
          <a:xfrm>
            <a:off x="9921240" y="1901952"/>
            <a:ext cx="914400" cy="914400"/>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2200" b="0" i="0" dirty="0">
                <a:solidFill>
                  <a:srgbClr val="FFFFFF"/>
                </a:solidFill>
              </a:rPr>
              <a:t>✅</a:t>
            </a:r>
          </a:p>
        </p:txBody>
      </p:sp>
      <p:sp>
        <p:nvSpPr>
          <p:cNvPr id="116" name="Shape 116"/>
          <p:cNvSpPr/>
          <p:nvPr/>
        </p:nvSpPr>
        <p:spPr>
          <a:xfrm>
            <a:off x="9052560" y="2926080"/>
            <a:ext cx="2651760" cy="109728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12B76A"/>
                </a:solidFill>
              </a:rPr>
              <a:t>Completed</a:t>
            </a:r>
          </a:p>
          <a:p>
            <a:pPr marL="0" indent="0" algn="ctr">
              <a:spcBef>
                <a:spcPts val="250"/>
              </a:spcBef>
              <a:buNone/>
            </a:pPr>
            <a:r>
              <a:rPr lang="th-TH" sz="1300" b="0" i="0" dirty="0">
                <a:solidFill>
                  <a:srgbClr val="0D1B2A"/>
                </a:solidFill>
              </a:rPr>
              <a:t>ปิดงานทีละด่าน เห็นพัฒนาการ</a:t>
            </a:r>
          </a:p>
        </p:txBody>
      </p:sp>
      <p:sp>
        <p:nvSpPr>
          <p:cNvPr id="117" name="Shape 117"/>
          <p:cNvSpPr/>
          <p:nvPr/>
        </p:nvSpPr>
        <p:spPr>
          <a:xfrm>
            <a:off x="841248" y="4069080"/>
            <a:ext cx="5486400" cy="365760"/>
          </a:xfrm>
          <a:prstGeom prst="rect">
            <a:avLst/>
          </a:prstGeom>
          <a:noFill/>
          <a:ln>
            <a:noFill/>
          </a:ln>
        </p:spPr>
        <p:txBody>
          <a:bodyPr wrap="square" lIns="0" tIns="0" rIns="0" bIns="0" anchor="t">
            <a:normAutofit/>
          </a:bodyPr>
          <a:lstStyle/>
          <a:p>
            <a:pPr marL="0" indent="0" algn="l">
              <a:spcBef>
                <a:spcPts val="0"/>
              </a:spcBef>
              <a:buNone/>
            </a:pPr>
            <a:r>
              <a:rPr lang="th-TH" sz="1400" b="1" i="0" dirty="0">
                <a:solidFill>
                  <a:srgbClr val="0D1B2A"/>
                </a:solidFill>
              </a:rPr>
              <a:t>บรรทัดที่ต้องมีใน prompt</a:t>
            </a:r>
          </a:p>
        </p:txBody>
      </p:sp>
      <p:sp>
        <p:nvSpPr>
          <p:cNvPr id="118" name="Shape 118"/>
          <p:cNvSpPr/>
          <p:nvPr/>
        </p:nvSpPr>
        <p:spPr>
          <a:xfrm>
            <a:off x="841248" y="4434840"/>
            <a:ext cx="10515600" cy="141732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100"/>
              </a:spcBef>
              <a:buNone/>
            </a:pPr>
            <a:r>
              <a:rPr lang="th-TH" sz="1250" b="0" i="0" dirty="0">
                <a:solidFill>
                  <a:srgbClr val="E6EDF7"/>
                </a:solidFill>
                <a:latin typeface="Consolas"/>
                <a:cs typeface="Consolas"/>
              </a:rPr>
              <a:t>Before starting, create a task list for the 3 stages and keep it updated</a:t>
            </a:r>
          </a:p>
          <a:p>
            <a:pPr marL="0" indent="0" algn="l">
              <a:spcBef>
                <a:spcPts val="100"/>
              </a:spcBef>
              <a:buNone/>
            </a:pPr>
            <a:r>
              <a:rPr lang="th-TH" sz="1250" b="0" i="0" dirty="0">
                <a:solidFill>
                  <a:srgbClr val="E6EDF7"/>
                </a:solidFill>
                <a:latin typeface="Consolas"/>
                <a:cs typeface="Consolas"/>
              </a:rPr>
              <a:t>as you complete each stage. I want to see progress:</a:t>
            </a:r>
          </a:p>
          <a:p>
            <a:pPr marL="0" indent="0" algn="l">
              <a:spcBef>
                <a:spcPts val="100"/>
              </a:spcBef>
              <a:buNone/>
            </a:pPr>
            <a:r>
              <a:rPr lang="th-TH" sz="1250" b="0" i="0" dirty="0">
                <a:solidFill>
                  <a:srgbClr val="E6EDF7"/>
                </a:solidFill>
                <a:latin typeface="Consolas"/>
                <a:cs typeface="Consolas"/>
              </a:rPr>
              <a:t>Pending → In Progress → Completed.</a:t>
            </a:r>
          </a:p>
        </p:txBody>
      </p:sp>
    </p:spTree>
    <p:extLst>
      <p:ext uri="{BB962C8B-B14F-4D97-AF65-F5344CB8AC3E}">
        <p14:creationId xmlns:p14="http://schemas.microsoft.com/office/powerpoint/2010/main" val="30186524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FBA9E91-BCAD-64D4-8588-21178F7D5306}"/>
              </a:ext>
            </a:extLst>
          </p:cNvPr>
          <p:cNvSpPr>
            <a:spLocks noGrp="1"/>
          </p:cNvSpPr>
          <p:nvPr>
            <p:ph type="ftr" sz="quarter" idx="10"/>
          </p:nvPr>
        </p:nvSpPr>
        <p:spPr/>
        <p:txBody>
          <a:bodyPr/>
          <a:lstStyle/>
          <a:p>
            <a:endParaRPr lang="en-TH" dirty="0"/>
          </a:p>
        </p:txBody>
      </p:sp>
      <p:sp>
        <p:nvSpPr>
          <p:cNvPr id="3" name="Slide Number Placeholder 2">
            <a:extLst>
              <a:ext uri="{FF2B5EF4-FFF2-40B4-BE49-F238E27FC236}">
                <a16:creationId xmlns:a16="http://schemas.microsoft.com/office/drawing/2014/main" id="{13E30E4E-4EFA-6E8B-7845-CF8A37449A6D}"/>
              </a:ext>
            </a:extLst>
          </p:cNvPr>
          <p:cNvSpPr>
            <a:spLocks noGrp="1"/>
          </p:cNvSpPr>
          <p:nvPr>
            <p:ph type="sldNum" sz="quarter" idx="11"/>
          </p:nvPr>
        </p:nvSpPr>
        <p:spPr/>
        <p:txBody>
          <a:bodyPr/>
          <a:lstStyle/>
          <a:p>
            <a:endParaRPr lang="en-TH" dirty="0"/>
          </a:p>
        </p:txBody>
      </p:sp>
      <p:sp>
        <p:nvSpPr>
          <p:cNvPr id="104" name="Title 1"/>
          <p:cNvSpPr>
            <a:spLocks noGrp="1"/>
          </p:cNvSpPr>
          <p:nvPr>
            <p:ph type="title"/>
          </p:nvPr>
        </p:nvSpPr>
        <p:spPr/>
        <p:txBody>
          <a:bodyPr>
            <a:normAutofit/>
          </a:bodyPr>
          <a:lstStyle/>
          <a:p>
            <a:r>
              <a:rPr lang="th-TH" dirty="0"/>
              <a:t>Agent Teams: Teammates คุยกันเองผ่าน SendMessage</a:t>
            </a:r>
          </a:p>
        </p:txBody>
      </p:sp>
      <p:sp>
        <p:nvSpPr>
          <p:cNvPr id="105" name="Shape 105"/>
          <p:cNvSpPr/>
          <p:nvPr/>
        </p:nvSpPr>
        <p:spPr>
          <a:xfrm>
            <a:off x="2148840" y="3063240"/>
            <a:ext cx="2103120" cy="1188720"/>
          </a:xfrm>
          <a:prstGeom prst="roundRect">
            <a:avLst>
              <a:gd name="adj" fmla="val 12000"/>
            </a:avLst>
          </a:prstGeom>
          <a:solidFill>
            <a:srgbClr val="0D1B2A"/>
          </a:solidFill>
          <a:ln>
            <a:noFill/>
          </a:ln>
        </p:spPr>
        <p:txBody>
          <a:bodyPr wrap="square" lIns="109728" tIns="73152" rIns="109728" bIns="73152" anchor="ctr">
            <a:normAutofit/>
          </a:bodyPr>
          <a:lstStyle/>
          <a:p>
            <a:pPr marL="0" indent="0" algn="ctr">
              <a:spcBef>
                <a:spcPts val="0"/>
              </a:spcBef>
              <a:buNone/>
            </a:pPr>
            <a:r>
              <a:rPr lang="th-TH" sz="1400" b="1" i="0" dirty="0">
                <a:solidFill>
                  <a:srgbClr val="FFFFFF"/>
                </a:solidFill>
              </a:rPr>
              <a:t>Shared</a:t>
            </a:r>
          </a:p>
          <a:p>
            <a:pPr marL="0" indent="0" algn="ctr">
              <a:spcBef>
                <a:spcPts val="0"/>
              </a:spcBef>
              <a:buNone/>
            </a:pPr>
            <a:r>
              <a:rPr lang="th-TH" sz="1400" b="1" i="0" dirty="0">
                <a:solidFill>
                  <a:srgbClr val="FFFFFF"/>
                </a:solidFill>
              </a:rPr>
              <a:t>Task List</a:t>
            </a:r>
          </a:p>
        </p:txBody>
      </p:sp>
      <p:sp>
        <p:nvSpPr>
          <p:cNvPr id="106" name="Shape 106"/>
          <p:cNvSpPr/>
          <p:nvPr/>
        </p:nvSpPr>
        <p:spPr>
          <a:xfrm>
            <a:off x="2286000" y="1600200"/>
            <a:ext cx="1828800" cy="868680"/>
          </a:xfrm>
          <a:prstGeom prst="roundRect">
            <a:avLst>
              <a:gd name="adj" fmla="val 15000"/>
            </a:avLst>
          </a:prstGeom>
          <a:solidFill>
            <a:srgbClr val="005CFF"/>
          </a:solidFill>
          <a:ln>
            <a:noFill/>
          </a:ln>
        </p:spPr>
        <p:txBody>
          <a:bodyPr wrap="square" lIns="45720" tIns="45720" rIns="45720" bIns="45720" anchor="ctr">
            <a:normAutofit/>
          </a:bodyPr>
          <a:lstStyle/>
          <a:p>
            <a:pPr marL="0" indent="0" algn="ctr">
              <a:spcBef>
                <a:spcPts val="0"/>
              </a:spcBef>
              <a:buNone/>
            </a:pPr>
            <a:r>
              <a:rPr lang="th-TH" sz="1400" b="1" i="0" dirty="0">
                <a:solidFill>
                  <a:srgbClr val="FFFFFF"/>
                </a:solidFill>
              </a:rPr>
              <a:t>Designer</a:t>
            </a:r>
          </a:p>
          <a:p>
            <a:pPr marL="0" indent="0" algn="ctr">
              <a:spcBef>
                <a:spcPts val="0"/>
              </a:spcBef>
              <a:buNone/>
            </a:pPr>
            <a:r>
              <a:rPr lang="th-TH" sz="1100" b="0" i="0" dirty="0">
                <a:solidFill>
                  <a:srgbClr val="EAF2FF"/>
                </a:solidFill>
              </a:rPr>
              <a:t>เขียนแผนก่อน</a:t>
            </a:r>
          </a:p>
        </p:txBody>
      </p:sp>
      <p:sp>
        <p:nvSpPr>
          <p:cNvPr id="107" name="Shape 107"/>
          <p:cNvSpPr/>
          <p:nvPr/>
        </p:nvSpPr>
        <p:spPr>
          <a:xfrm>
            <a:off x="841248" y="4617720"/>
            <a:ext cx="1828800" cy="868680"/>
          </a:xfrm>
          <a:prstGeom prst="roundRect">
            <a:avLst>
              <a:gd name="adj" fmla="val 15000"/>
            </a:avLst>
          </a:prstGeom>
          <a:solidFill>
            <a:srgbClr val="005CFF"/>
          </a:solidFill>
          <a:ln>
            <a:noFill/>
          </a:ln>
        </p:spPr>
        <p:txBody>
          <a:bodyPr wrap="square" lIns="45720" tIns="45720" rIns="45720" bIns="45720" anchor="ctr">
            <a:normAutofit/>
          </a:bodyPr>
          <a:lstStyle/>
          <a:p>
            <a:pPr marL="0" indent="0" algn="ctr">
              <a:spcBef>
                <a:spcPts val="0"/>
              </a:spcBef>
              <a:buNone/>
            </a:pPr>
            <a:r>
              <a:rPr lang="th-TH" sz="1400" b="1" i="0" dirty="0">
                <a:solidFill>
                  <a:srgbClr val="FFFFFF"/>
                </a:solidFill>
              </a:rPr>
              <a:t>Implementer</a:t>
            </a:r>
          </a:p>
          <a:p>
            <a:pPr marL="0" indent="0" algn="ctr">
              <a:spcBef>
                <a:spcPts val="0"/>
              </a:spcBef>
              <a:buNone/>
            </a:pPr>
            <a:r>
              <a:rPr lang="th-TH" sz="1100" b="0" i="0" dirty="0">
                <a:solidFill>
                  <a:srgbClr val="EAF2FF"/>
                </a:solidFill>
              </a:rPr>
              <a:t>รอแผนแล้วลงมือ</a:t>
            </a:r>
          </a:p>
        </p:txBody>
      </p:sp>
      <p:sp>
        <p:nvSpPr>
          <p:cNvPr id="108" name="Shape 108"/>
          <p:cNvSpPr/>
          <p:nvPr/>
        </p:nvSpPr>
        <p:spPr>
          <a:xfrm>
            <a:off x="3657600" y="4617720"/>
            <a:ext cx="1828800" cy="868680"/>
          </a:xfrm>
          <a:prstGeom prst="roundRect">
            <a:avLst>
              <a:gd name="adj" fmla="val 15000"/>
            </a:avLst>
          </a:prstGeom>
          <a:solidFill>
            <a:srgbClr val="005CFF"/>
          </a:solidFill>
          <a:ln>
            <a:noFill/>
          </a:ln>
        </p:spPr>
        <p:txBody>
          <a:bodyPr wrap="square" lIns="45720" tIns="45720" rIns="45720" bIns="45720" anchor="ctr">
            <a:normAutofit/>
          </a:bodyPr>
          <a:lstStyle/>
          <a:p>
            <a:pPr marL="0" indent="0" algn="ctr">
              <a:spcBef>
                <a:spcPts val="0"/>
              </a:spcBef>
              <a:buNone/>
            </a:pPr>
            <a:r>
              <a:rPr lang="th-TH" sz="1400" b="1" i="0" dirty="0">
                <a:solidFill>
                  <a:srgbClr val="FFFFFF"/>
                </a:solidFill>
              </a:rPr>
              <a:t>Reviewer</a:t>
            </a:r>
          </a:p>
          <a:p>
            <a:pPr marL="0" indent="0" algn="ctr">
              <a:spcBef>
                <a:spcPts val="0"/>
              </a:spcBef>
              <a:buNone/>
            </a:pPr>
            <a:r>
              <a:rPr lang="th-TH" sz="1100" b="0" i="0" dirty="0">
                <a:solidFill>
                  <a:srgbClr val="EAF2FF"/>
                </a:solidFill>
              </a:rPr>
              <a:t>ตรวจตอนท้าย</a:t>
            </a:r>
          </a:p>
        </p:txBody>
      </p:sp>
      <p:cxnSp>
        <p:nvCxnSpPr>
          <p:cNvPr id="109" name="Arrow 109"/>
          <p:cNvCxnSpPr/>
          <p:nvPr/>
        </p:nvCxnSpPr>
        <p:spPr>
          <a:xfrm>
            <a:off x="3200400" y="2468880"/>
            <a:ext cx="0" cy="594359"/>
          </a:xfrm>
          <a:prstGeom prst="straightConnector1">
            <a:avLst/>
          </a:prstGeom>
          <a:ln w="19050">
            <a:solidFill>
              <a:srgbClr val="4C5B6B"/>
            </a:solidFill>
            <a:tailEnd type="triangle" w="med" len="med"/>
          </a:ln>
        </p:spPr>
      </p:cxnSp>
      <p:cxnSp>
        <p:nvCxnSpPr>
          <p:cNvPr id="110" name="Arrow 110"/>
          <p:cNvCxnSpPr/>
          <p:nvPr/>
        </p:nvCxnSpPr>
        <p:spPr>
          <a:xfrm flipH="1">
            <a:off x="1755648" y="4251960"/>
            <a:ext cx="941832" cy="365759"/>
          </a:xfrm>
          <a:prstGeom prst="straightConnector1">
            <a:avLst/>
          </a:prstGeom>
          <a:ln w="19050">
            <a:solidFill>
              <a:srgbClr val="4C5B6B"/>
            </a:solidFill>
            <a:tailEnd type="triangle" w="med" len="med"/>
          </a:ln>
        </p:spPr>
      </p:cxnSp>
      <p:cxnSp>
        <p:nvCxnSpPr>
          <p:cNvPr id="111" name="Arrow 111"/>
          <p:cNvCxnSpPr/>
          <p:nvPr/>
        </p:nvCxnSpPr>
        <p:spPr>
          <a:xfrm>
            <a:off x="3703320" y="4251960"/>
            <a:ext cx="868680" cy="365759"/>
          </a:xfrm>
          <a:prstGeom prst="straightConnector1">
            <a:avLst/>
          </a:prstGeom>
          <a:ln w="19050">
            <a:solidFill>
              <a:srgbClr val="4C5B6B"/>
            </a:solidFill>
            <a:tailEnd type="triangle" w="med" len="med"/>
          </a:ln>
        </p:spPr>
      </p:cxnSp>
      <p:cxnSp>
        <p:nvCxnSpPr>
          <p:cNvPr id="112" name="Arrow 112"/>
          <p:cNvCxnSpPr/>
          <p:nvPr/>
        </p:nvCxnSpPr>
        <p:spPr>
          <a:xfrm>
            <a:off x="2670048" y="5047488"/>
            <a:ext cx="987552" cy="0"/>
          </a:xfrm>
          <a:prstGeom prst="straightConnector1">
            <a:avLst/>
          </a:prstGeom>
          <a:ln w="19050">
            <a:solidFill>
              <a:srgbClr val="2486FF"/>
            </a:solidFill>
            <a:prstDash val="dash"/>
            <a:tailEnd type="triangle" w="med" len="med"/>
          </a:ln>
        </p:spPr>
      </p:cxnSp>
      <p:sp>
        <p:nvSpPr>
          <p:cNvPr id="113" name="Shape 113"/>
          <p:cNvSpPr/>
          <p:nvPr/>
        </p:nvSpPr>
        <p:spPr>
          <a:xfrm>
            <a:off x="2377440" y="5468112"/>
            <a:ext cx="1828800" cy="320040"/>
          </a:xfrm>
          <a:prstGeom prst="rect">
            <a:avLst/>
          </a:prstGeom>
          <a:noFill/>
          <a:ln>
            <a:noFill/>
          </a:ln>
        </p:spPr>
        <p:txBody>
          <a:bodyPr wrap="square" lIns="0" tIns="0" rIns="0" bIns="0" anchor="t">
            <a:normAutofit/>
          </a:bodyPr>
          <a:lstStyle/>
          <a:p>
            <a:pPr marL="0" indent="0" algn="ctr">
              <a:spcBef>
                <a:spcPts val="0"/>
              </a:spcBef>
              <a:buNone/>
            </a:pPr>
            <a:r>
              <a:rPr lang="th-TH" sz="1100" b="1" i="0" dirty="0">
                <a:solidFill>
                  <a:srgbClr val="2486FF"/>
                </a:solidFill>
              </a:rPr>
              <a:t>SendMessage</a:t>
            </a:r>
          </a:p>
        </p:txBody>
      </p:sp>
      <p:sp>
        <p:nvSpPr>
          <p:cNvPr id="114" name="Shape 114"/>
          <p:cNvSpPr/>
          <p:nvPr/>
        </p:nvSpPr>
        <p:spPr>
          <a:xfrm>
            <a:off x="6309360" y="1645920"/>
            <a:ext cx="5029200" cy="4251960"/>
          </a:xfrm>
          <a:prstGeom prst="roundRect">
            <a:avLst>
              <a:gd name="adj" fmla="val 5000"/>
            </a:avLst>
          </a:prstGeom>
          <a:solidFill>
            <a:srgbClr val="F3F7FD"/>
          </a:solidFill>
          <a:ln w="12700">
            <a:solidFill>
              <a:srgbClr val="DCE6F5"/>
            </a:solidFill>
          </a:ln>
        </p:spPr>
        <p:txBody>
          <a:bodyPr wrap="square" lIns="274320" tIns="73152" rIns="274320" bIns="73152" anchor="t">
            <a:normAutofit/>
          </a:bodyPr>
          <a:lstStyle/>
          <a:p>
            <a:pPr marL="0" indent="0" algn="l">
              <a:spcBef>
                <a:spcPts val="0"/>
              </a:spcBef>
              <a:buNone/>
            </a:pPr>
            <a:r>
              <a:rPr lang="th-TH" sz="1450" b="1" i="0" dirty="0">
                <a:solidFill>
                  <a:srgbClr val="005CFF"/>
                </a:solidFill>
              </a:rPr>
              <a:t>ในคอร์ส: </a:t>
            </a:r>
            <a:r>
              <a:rPr lang="th-TH" sz="1400" b="0" i="0" dirty="0">
                <a:solidFill>
                  <a:srgbClr val="0D1B2A"/>
                </a:solidFill>
              </a:rPr>
              <a:t>ผู้สอนสาธิต — เปิดด้วย CLAUDE_CODE_EXPERIMENTAL_AGENT_TEAMS=1 แล็บปกติไม่เปิด</a:t>
            </a:r>
          </a:p>
          <a:p>
            <a:pPr marL="0" indent="0" algn="l">
              <a:spcBef>
                <a:spcPts val="900"/>
              </a:spcBef>
              <a:buNone/>
            </a:pPr>
            <a:r>
              <a:rPr lang="th-TH" sz="1450" b="1" i="0" dirty="0">
                <a:solidFill>
                  <a:srgbClr val="005CFF"/>
                </a:solidFill>
              </a:rPr>
              <a:t>สื่อสาร: </a:t>
            </a:r>
            <a:r>
              <a:rPr lang="th-TH" sz="1400" b="0" i="0" dirty="0">
                <a:solidFill>
                  <a:srgbClr val="0D1B2A"/>
                </a:solidFill>
              </a:rPr>
              <a:t>SendMessage + แชร์ Task List — dependency ปลดล็อกอัตโนมัติ</a:t>
            </a:r>
          </a:p>
          <a:p>
            <a:pPr marL="0" indent="0" algn="l">
              <a:spcBef>
                <a:spcPts val="900"/>
              </a:spcBef>
              <a:buNone/>
            </a:pPr>
            <a:r>
              <a:rPr lang="th-TH" sz="1450" b="1" i="0" dirty="0">
                <a:solidFill>
                  <a:srgbClr val="005CFF"/>
                </a:solidFill>
              </a:rPr>
              <a:t>ขนาดทีม: </a:t>
            </a:r>
            <a:r>
              <a:rPr lang="th-TH" sz="1400" b="0" i="0" dirty="0">
                <a:solidFill>
                  <a:srgbClr val="0D1B2A"/>
                </a:solidFill>
              </a:rPr>
              <a:t>เริ่มที่ 3–5 ตัว — token โตเป็นเส้นตรงตามจำนวนสมาชิก</a:t>
            </a:r>
          </a:p>
          <a:p>
            <a:pPr marL="0" indent="0" algn="l">
              <a:spcBef>
                <a:spcPts val="900"/>
              </a:spcBef>
              <a:buNone/>
            </a:pPr>
            <a:r>
              <a:rPr lang="th-TH" sz="1450" b="1" i="0" dirty="0">
                <a:solidFill>
                  <a:srgbClr val="005CFF"/>
                </a:solidFill>
              </a:rPr>
              <a:t>ข้อจำกัด: </a:t>
            </a:r>
            <a:r>
              <a:rPr lang="th-TH" sz="1400" b="0" i="0" dirty="0">
                <a:solidFill>
                  <a:srgbClr val="0D1B2A"/>
                </a:solidFill>
              </a:rPr>
              <a:t>สร้าง teammate ได้เฉพาะ session แบบ interactive</a:t>
            </a:r>
          </a:p>
          <a:p>
            <a:pPr marL="0" indent="0" algn="l">
              <a:spcBef>
                <a:spcPts val="900"/>
              </a:spcBef>
              <a:buNone/>
            </a:pPr>
            <a:r>
              <a:rPr lang="th-TH" sz="1450" b="1" i="0" dirty="0">
                <a:solidFill>
                  <a:srgbClr val="005CFF"/>
                </a:solidFill>
              </a:rPr>
              <a:t>ในโปรดักชัน: </a:t>
            </a:r>
            <a:r>
              <a:rPr lang="th-TH" sz="1400" b="0" i="0" dirty="0">
                <a:solidFill>
                  <a:srgbClr val="0D1B2A"/>
                </a:solidFill>
              </a:rPr>
              <a:t>ยัง experimental → ใช้ sequential pipeline ก่อน</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87C616-065A-641E-184E-98CA4BED8418}"/>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4124EBD3-339E-BFF5-CC6E-723A0DC19C41}"/>
              </a:ext>
            </a:extLst>
          </p:cNvPr>
          <p:cNvSpPr>
            <a:spLocks noGrp="1"/>
          </p:cNvSpPr>
          <p:nvPr>
            <p:ph type="sldNum" sz="quarter" idx="4"/>
          </p:nvPr>
        </p:nvSpPr>
        <p:spPr/>
        <p:txBody>
          <a:bodyPr/>
          <a:lstStyle/>
          <a:p>
            <a:fld id="{7B973119-0BF9-7444-941C-BCE2AFE6BE2E}" type="slidenum">
              <a:rPr lang="en-TH" smtClean="0"/>
              <a:pPr/>
              <a:t>58</a:t>
            </a:fld>
            <a:endParaRPr lang="en-TH"/>
          </a:p>
        </p:txBody>
      </p:sp>
      <p:sp>
        <p:nvSpPr>
          <p:cNvPr id="104" name="Title 1"/>
          <p:cNvSpPr>
            <a:spLocks noGrp="1"/>
          </p:cNvSpPr>
          <p:nvPr>
            <p:ph type="title"/>
          </p:nvPr>
        </p:nvSpPr>
        <p:spPr/>
        <p:txBody>
          <a:bodyPr>
            <a:normAutofit/>
          </a:bodyPr>
          <a:lstStyle/>
          <a:p>
            <a:r>
              <a:rPr lang="th-TH" dirty="0"/>
              <a:t>Workshop 4: Design → Clean → Review (⏱ 40 นาที)</a:t>
            </a:r>
          </a:p>
        </p:txBody>
      </p:sp>
      <p:sp>
        <p:nvSpPr>
          <p:cNvPr id="105" name="Shape 105"/>
          <p:cNvSpPr/>
          <p:nvPr/>
        </p:nvSpPr>
        <p:spPr>
          <a:xfrm>
            <a:off x="841248" y="1645920"/>
            <a:ext cx="3246120" cy="251460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6" name="Shape 106"/>
          <p:cNvSpPr/>
          <p:nvPr/>
        </p:nvSpPr>
        <p:spPr>
          <a:xfrm>
            <a:off x="1024128" y="1810512"/>
            <a:ext cx="548640" cy="54864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1700" b="1" i="0" dirty="0">
                <a:solidFill>
                  <a:srgbClr val="FFFFFF"/>
                </a:solidFill>
              </a:rPr>
              <a:t>1</a:t>
            </a:r>
          </a:p>
        </p:txBody>
      </p:sp>
      <p:sp>
        <p:nvSpPr>
          <p:cNvPr id="107" name="Shape 107"/>
          <p:cNvSpPr/>
          <p:nvPr/>
        </p:nvSpPr>
        <p:spPr>
          <a:xfrm>
            <a:off x="1709928" y="1810512"/>
            <a:ext cx="2286000" cy="548640"/>
          </a:xfrm>
          <a:prstGeom prst="rect">
            <a:avLst/>
          </a:prstGeom>
          <a:noFill/>
          <a:ln>
            <a:noFill/>
          </a:ln>
        </p:spPr>
        <p:txBody>
          <a:bodyPr wrap="square" lIns="0" tIns="0" rIns="0" bIns="0" anchor="ctr">
            <a:normAutofit/>
          </a:bodyPr>
          <a:lstStyle/>
          <a:p>
            <a:pPr marL="0" indent="0" algn="l">
              <a:spcBef>
                <a:spcPts val="0"/>
              </a:spcBef>
              <a:buNone/>
            </a:pPr>
            <a:r>
              <a:rPr lang="th-TH" sz="1900" b="1" i="0" dirty="0">
                <a:solidFill>
                  <a:srgbClr val="0D1B2A"/>
                </a:solidFill>
              </a:rPr>
              <a:t>Design</a:t>
            </a:r>
          </a:p>
        </p:txBody>
      </p:sp>
      <p:sp>
        <p:nvSpPr>
          <p:cNvPr id="108" name="Shape 108"/>
          <p:cNvSpPr/>
          <p:nvPr/>
        </p:nvSpPr>
        <p:spPr>
          <a:xfrm>
            <a:off x="1024128" y="2468880"/>
            <a:ext cx="2880360" cy="1097280"/>
          </a:xfrm>
          <a:prstGeom prst="rect">
            <a:avLst/>
          </a:prstGeom>
          <a:noFill/>
          <a:ln>
            <a:noFill/>
          </a:ln>
        </p:spPr>
        <p:txBody>
          <a:bodyPr wrap="square" lIns="0" tIns="0" rIns="0" bIns="0" anchor="t">
            <a:normAutofit/>
          </a:bodyPr>
          <a:lstStyle/>
          <a:p>
            <a:pPr marL="0" indent="0" algn="l">
              <a:spcBef>
                <a:spcPts val="0"/>
              </a:spcBef>
              <a:buNone/>
            </a:pPr>
            <a:r>
              <a:rPr lang="th-TH" sz="1300" b="0" i="0" dirty="0">
                <a:solidFill>
                  <a:srgbClr val="0D1B2A"/>
                </a:solidFill>
              </a:rPr>
              <a:t>docs/DESIGN.md: แถวที่ทิ้ง การซ่อม และสูตร qty * unit_price_thb</a:t>
            </a:r>
          </a:p>
        </p:txBody>
      </p:sp>
      <p:sp>
        <p:nvSpPr>
          <p:cNvPr id="109" name="Shape 109"/>
          <p:cNvSpPr/>
          <p:nvPr/>
        </p:nvSpPr>
        <p:spPr>
          <a:xfrm>
            <a:off x="1024128" y="3611880"/>
            <a:ext cx="2880360" cy="384048"/>
          </a:xfrm>
          <a:prstGeom prst="roundRect">
            <a:avLst>
              <a:gd name="adj" fmla="val 40000"/>
            </a:avLst>
          </a:prstGeom>
          <a:solidFill>
            <a:srgbClr val="FFF4ED"/>
          </a:solidFill>
          <a:ln>
            <a:noFill/>
          </a:ln>
        </p:spPr>
        <p:txBody>
          <a:bodyPr wrap="square" lIns="45720" tIns="45720" rIns="45720" bIns="45720" anchor="ctr">
            <a:normAutofit/>
          </a:bodyPr>
          <a:lstStyle/>
          <a:p>
            <a:pPr marL="0" indent="0" algn="ctr">
              <a:spcBef>
                <a:spcPts val="0"/>
              </a:spcBef>
              <a:buNone/>
            </a:pPr>
            <a:r>
              <a:rPr lang="th-TH" sz="1150" b="0" i="0" dirty="0">
                <a:solidFill>
                  <a:srgbClr val="B93815"/>
                </a:solidFill>
                <a:latin typeface="Consolas"/>
                <a:cs typeface="Consolas"/>
              </a:rPr>
              <a:t>Do not write code yet</a:t>
            </a:r>
          </a:p>
        </p:txBody>
      </p:sp>
      <p:cxnSp>
        <p:nvCxnSpPr>
          <p:cNvPr id="110" name="Arrow 110"/>
          <p:cNvCxnSpPr/>
          <p:nvPr/>
        </p:nvCxnSpPr>
        <p:spPr>
          <a:xfrm>
            <a:off x="4114800" y="2880360"/>
            <a:ext cx="320040" cy="0"/>
          </a:xfrm>
          <a:prstGeom prst="straightConnector1">
            <a:avLst/>
          </a:prstGeom>
          <a:ln w="25400">
            <a:solidFill>
              <a:srgbClr val="4C5B6B"/>
            </a:solidFill>
            <a:tailEnd type="triangle" w="med" len="med"/>
          </a:ln>
        </p:spPr>
      </p:cxnSp>
      <p:sp>
        <p:nvSpPr>
          <p:cNvPr id="111" name="Shape 111"/>
          <p:cNvSpPr/>
          <p:nvPr/>
        </p:nvSpPr>
        <p:spPr>
          <a:xfrm>
            <a:off x="4453128" y="1645920"/>
            <a:ext cx="3246120" cy="251460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2" name="Shape 112"/>
          <p:cNvSpPr/>
          <p:nvPr/>
        </p:nvSpPr>
        <p:spPr>
          <a:xfrm>
            <a:off x="4636008" y="1810512"/>
            <a:ext cx="548640" cy="54864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1700" b="1" i="0" dirty="0">
                <a:solidFill>
                  <a:srgbClr val="FFFFFF"/>
                </a:solidFill>
              </a:rPr>
              <a:t>2</a:t>
            </a:r>
          </a:p>
        </p:txBody>
      </p:sp>
      <p:sp>
        <p:nvSpPr>
          <p:cNvPr id="113" name="Shape 113"/>
          <p:cNvSpPr/>
          <p:nvPr/>
        </p:nvSpPr>
        <p:spPr>
          <a:xfrm>
            <a:off x="5321808" y="1810512"/>
            <a:ext cx="2286000" cy="548640"/>
          </a:xfrm>
          <a:prstGeom prst="rect">
            <a:avLst/>
          </a:prstGeom>
          <a:noFill/>
          <a:ln>
            <a:noFill/>
          </a:ln>
        </p:spPr>
        <p:txBody>
          <a:bodyPr wrap="square" lIns="0" tIns="0" rIns="0" bIns="0" anchor="ctr">
            <a:normAutofit/>
          </a:bodyPr>
          <a:lstStyle/>
          <a:p>
            <a:pPr marL="0" indent="0" algn="l">
              <a:spcBef>
                <a:spcPts val="0"/>
              </a:spcBef>
              <a:buNone/>
            </a:pPr>
            <a:r>
              <a:rPr lang="th-TH" sz="1900" b="1" i="0" dirty="0">
                <a:solidFill>
                  <a:srgbClr val="0D1B2A"/>
                </a:solidFill>
              </a:rPr>
              <a:t>Clean</a:t>
            </a:r>
          </a:p>
        </p:txBody>
      </p:sp>
      <p:sp>
        <p:nvSpPr>
          <p:cNvPr id="114" name="Shape 114"/>
          <p:cNvSpPr/>
          <p:nvPr/>
        </p:nvSpPr>
        <p:spPr>
          <a:xfrm>
            <a:off x="4636008" y="2468880"/>
            <a:ext cx="2880360" cy="1097280"/>
          </a:xfrm>
          <a:prstGeom prst="rect">
            <a:avLst/>
          </a:prstGeom>
          <a:noFill/>
          <a:ln>
            <a:noFill/>
          </a:ln>
        </p:spPr>
        <p:txBody>
          <a:bodyPr wrap="square" lIns="0" tIns="0" rIns="0" bIns="0" anchor="t">
            <a:normAutofit/>
          </a:bodyPr>
          <a:lstStyle/>
          <a:p>
            <a:pPr marL="0" indent="0" algn="l">
              <a:spcBef>
                <a:spcPts val="0"/>
              </a:spcBef>
              <a:buNone/>
            </a:pPr>
            <a:r>
              <a:rPr lang="th-TH" sz="1300" b="0" i="0" dirty="0">
                <a:solidFill>
                  <a:srgbClr val="0D1B2A"/>
                </a:solidFill>
              </a:rPr>
              <a:t>scripts/clean-sales.js (node ล้วน) ทำตาม DESIGN.md</a:t>
            </a:r>
          </a:p>
        </p:txBody>
      </p:sp>
      <p:sp>
        <p:nvSpPr>
          <p:cNvPr id="115" name="Shape 115"/>
          <p:cNvSpPr/>
          <p:nvPr/>
        </p:nvSpPr>
        <p:spPr>
          <a:xfrm>
            <a:off x="4636008" y="3611880"/>
            <a:ext cx="2880360" cy="384048"/>
          </a:xfrm>
          <a:prstGeom prst="roundRect">
            <a:avLst>
              <a:gd name="adj" fmla="val 40000"/>
            </a:avLst>
          </a:prstGeom>
          <a:solidFill>
            <a:srgbClr val="FFF4ED"/>
          </a:solidFill>
          <a:ln>
            <a:noFill/>
          </a:ln>
        </p:spPr>
        <p:txBody>
          <a:bodyPr wrap="square" lIns="45720" tIns="45720" rIns="45720" bIns="45720" anchor="ctr">
            <a:normAutofit/>
          </a:bodyPr>
          <a:lstStyle/>
          <a:p>
            <a:pPr marL="0" indent="0" algn="ctr">
              <a:spcBef>
                <a:spcPts val="0"/>
              </a:spcBef>
              <a:buNone/>
            </a:pPr>
            <a:r>
              <a:rPr lang="th-TH" sz="1150" b="0" i="0" dirty="0">
                <a:solidFill>
                  <a:srgbClr val="B93815"/>
                </a:solidFill>
                <a:latin typeface="Consolas"/>
                <a:cs typeface="Consolas"/>
              </a:rPr>
              <a:t>Do not edit server.js</a:t>
            </a:r>
          </a:p>
        </p:txBody>
      </p:sp>
      <p:cxnSp>
        <p:nvCxnSpPr>
          <p:cNvPr id="116" name="Arrow 116"/>
          <p:cNvCxnSpPr/>
          <p:nvPr/>
        </p:nvCxnSpPr>
        <p:spPr>
          <a:xfrm>
            <a:off x="7726679" y="2880360"/>
            <a:ext cx="320040" cy="0"/>
          </a:xfrm>
          <a:prstGeom prst="straightConnector1">
            <a:avLst/>
          </a:prstGeom>
          <a:ln w="25400">
            <a:solidFill>
              <a:srgbClr val="4C5B6B"/>
            </a:solidFill>
            <a:tailEnd type="triangle" w="med" len="med"/>
          </a:ln>
        </p:spPr>
      </p:cxnSp>
      <p:sp>
        <p:nvSpPr>
          <p:cNvPr id="117" name="Shape 117"/>
          <p:cNvSpPr/>
          <p:nvPr/>
        </p:nvSpPr>
        <p:spPr>
          <a:xfrm>
            <a:off x="8065008" y="1645920"/>
            <a:ext cx="3246120" cy="251460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8" name="Shape 118"/>
          <p:cNvSpPr/>
          <p:nvPr/>
        </p:nvSpPr>
        <p:spPr>
          <a:xfrm>
            <a:off x="8247888" y="1810512"/>
            <a:ext cx="548640" cy="54864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1700" b="1" i="0" dirty="0">
                <a:solidFill>
                  <a:srgbClr val="FFFFFF"/>
                </a:solidFill>
              </a:rPr>
              <a:t>3</a:t>
            </a:r>
          </a:p>
        </p:txBody>
      </p:sp>
      <p:sp>
        <p:nvSpPr>
          <p:cNvPr id="119" name="Shape 119"/>
          <p:cNvSpPr/>
          <p:nvPr/>
        </p:nvSpPr>
        <p:spPr>
          <a:xfrm>
            <a:off x="8933688" y="1810512"/>
            <a:ext cx="2286000" cy="548640"/>
          </a:xfrm>
          <a:prstGeom prst="rect">
            <a:avLst/>
          </a:prstGeom>
          <a:noFill/>
          <a:ln>
            <a:noFill/>
          </a:ln>
        </p:spPr>
        <p:txBody>
          <a:bodyPr wrap="square" lIns="0" tIns="0" rIns="0" bIns="0" anchor="ctr">
            <a:normAutofit/>
          </a:bodyPr>
          <a:lstStyle/>
          <a:p>
            <a:pPr marL="0" indent="0" algn="l">
              <a:spcBef>
                <a:spcPts val="0"/>
              </a:spcBef>
              <a:buNone/>
            </a:pPr>
            <a:r>
              <a:rPr lang="th-TH" sz="1900" b="1" i="0" dirty="0">
                <a:solidFill>
                  <a:srgbClr val="0D1B2A"/>
                </a:solidFill>
              </a:rPr>
              <a:t>Review</a:t>
            </a:r>
          </a:p>
        </p:txBody>
      </p:sp>
      <p:sp>
        <p:nvSpPr>
          <p:cNvPr id="120" name="Shape 120"/>
          <p:cNvSpPr/>
          <p:nvPr/>
        </p:nvSpPr>
        <p:spPr>
          <a:xfrm>
            <a:off x="8247888" y="2468880"/>
            <a:ext cx="2880360" cy="1097280"/>
          </a:xfrm>
          <a:prstGeom prst="rect">
            <a:avLst/>
          </a:prstGeom>
          <a:noFill/>
          <a:ln>
            <a:noFill/>
          </a:ln>
        </p:spPr>
        <p:txBody>
          <a:bodyPr wrap="square" lIns="0" tIns="0" rIns="0" bIns="0" anchor="t">
            <a:normAutofit/>
          </a:bodyPr>
          <a:lstStyle/>
          <a:p>
            <a:pPr marL="0" indent="0" algn="l">
              <a:spcBef>
                <a:spcPts val="0"/>
              </a:spcBef>
              <a:buNone/>
            </a:pPr>
            <a:r>
              <a:rPr lang="th-TH" sz="1300" b="0" i="0" dirty="0">
                <a:solidFill>
                  <a:srgbClr val="0D1B2A"/>
                </a:solidFill>
              </a:rPr>
              <a:t>docs/REVIEW.md เทียบสคริปต์กับ DESIGN.md อ้าง clean-sales.js</a:t>
            </a:r>
          </a:p>
        </p:txBody>
      </p:sp>
      <p:sp>
        <p:nvSpPr>
          <p:cNvPr id="121" name="Shape 121"/>
          <p:cNvSpPr/>
          <p:nvPr/>
        </p:nvSpPr>
        <p:spPr>
          <a:xfrm>
            <a:off x="8247888" y="3611880"/>
            <a:ext cx="2880360" cy="384048"/>
          </a:xfrm>
          <a:prstGeom prst="roundRect">
            <a:avLst>
              <a:gd name="adj" fmla="val 40000"/>
            </a:avLst>
          </a:prstGeom>
          <a:solidFill>
            <a:srgbClr val="FFF4ED"/>
          </a:solidFill>
          <a:ln>
            <a:noFill/>
          </a:ln>
        </p:spPr>
        <p:txBody>
          <a:bodyPr wrap="square" lIns="45720" tIns="45720" rIns="45720" bIns="45720" anchor="ctr">
            <a:normAutofit/>
          </a:bodyPr>
          <a:lstStyle/>
          <a:p>
            <a:pPr marL="0" indent="0" algn="ctr">
              <a:spcBef>
                <a:spcPts val="0"/>
              </a:spcBef>
              <a:buNone/>
            </a:pPr>
            <a:r>
              <a:rPr lang="th-TH" sz="1150" b="0" i="0" dirty="0">
                <a:solidFill>
                  <a:srgbClr val="B93815"/>
                </a:solidFill>
                <a:latin typeface="Consolas"/>
                <a:cs typeface="Consolas"/>
              </a:rPr>
              <a:t>Fix nothing</a:t>
            </a:r>
          </a:p>
        </p:txBody>
      </p:sp>
      <p:sp>
        <p:nvSpPr>
          <p:cNvPr id="122" name="Shape 122"/>
          <p:cNvSpPr/>
          <p:nvPr/>
        </p:nvSpPr>
        <p:spPr>
          <a:xfrm>
            <a:off x="841248" y="4297680"/>
            <a:ext cx="5943600" cy="365760"/>
          </a:xfrm>
          <a:prstGeom prst="rect">
            <a:avLst/>
          </a:prstGeom>
          <a:noFill/>
          <a:ln>
            <a:noFill/>
          </a:ln>
        </p:spPr>
        <p:txBody>
          <a:bodyPr wrap="square" lIns="0" tIns="0" rIns="0" bIns="0" anchor="t">
            <a:normAutofit/>
          </a:bodyPr>
          <a:lstStyle/>
          <a:p>
            <a:pPr marL="0" indent="0" algn="l">
              <a:spcBef>
                <a:spcPts val="0"/>
              </a:spcBef>
              <a:buNone/>
            </a:pPr>
            <a:r>
              <a:rPr lang="th-TH" sz="1450" b="1" i="0" dirty="0">
                <a:solidFill>
                  <a:srgbClr val="005CFF"/>
                </a:solidFill>
              </a:rPr>
              <a:t>✅ Checkpoint</a:t>
            </a:r>
          </a:p>
        </p:txBody>
      </p:sp>
      <p:sp>
        <p:nvSpPr>
          <p:cNvPr id="123" name="Shape 123"/>
          <p:cNvSpPr/>
          <p:nvPr/>
        </p:nvSpPr>
        <p:spPr>
          <a:xfrm>
            <a:off x="841248" y="4663440"/>
            <a:ext cx="5212080" cy="365760"/>
          </a:xfrm>
          <a:prstGeom prst="rect">
            <a:avLst/>
          </a:prstGeom>
          <a:noFill/>
          <a:ln>
            <a:noFill/>
          </a:ln>
        </p:spPr>
        <p:txBody>
          <a:bodyPr wrap="square" lIns="0" tIns="0" rIns="0" bIns="0" anchor="t">
            <a:normAutofit/>
          </a:bodyPr>
          <a:lstStyle/>
          <a:p>
            <a:pPr marL="0" indent="0" algn="l">
              <a:spcBef>
                <a:spcPts val="0"/>
              </a:spcBef>
              <a:buNone/>
            </a:pPr>
            <a:r>
              <a:rPr lang="th-TH" sz="1300" b="1" i="0" dirty="0">
                <a:solidFill>
                  <a:srgbClr val="12B76A"/>
                </a:solidFill>
              </a:rPr>
              <a:t>☑ </a:t>
            </a:r>
            <a:r>
              <a:rPr lang="th-TH" sz="1300" b="0" i="0" dirty="0">
                <a:solidFill>
                  <a:srgbClr val="0D1B2A"/>
                </a:solidFill>
              </a:rPr>
              <a:t>DESIGN.md มีรายการที่ทิ้ง + สูตรรายได้</a:t>
            </a:r>
          </a:p>
        </p:txBody>
      </p:sp>
      <p:sp>
        <p:nvSpPr>
          <p:cNvPr id="124" name="Shape 124"/>
          <p:cNvSpPr/>
          <p:nvPr/>
        </p:nvSpPr>
        <p:spPr>
          <a:xfrm>
            <a:off x="6099048" y="4663440"/>
            <a:ext cx="5212080" cy="365760"/>
          </a:xfrm>
          <a:prstGeom prst="rect">
            <a:avLst/>
          </a:prstGeom>
          <a:noFill/>
          <a:ln>
            <a:noFill/>
          </a:ln>
        </p:spPr>
        <p:txBody>
          <a:bodyPr wrap="square" lIns="0" tIns="0" rIns="0" bIns="0" anchor="t">
            <a:normAutofit/>
          </a:bodyPr>
          <a:lstStyle/>
          <a:p>
            <a:pPr marL="0" indent="0" algn="l">
              <a:spcBef>
                <a:spcPts val="0"/>
              </a:spcBef>
              <a:buNone/>
            </a:pPr>
            <a:r>
              <a:rPr lang="th-TH" sz="1300" b="1" i="0" dirty="0">
                <a:solidFill>
                  <a:srgbClr val="12B76A"/>
                </a:solidFill>
              </a:rPr>
              <a:t>☑ </a:t>
            </a:r>
            <a:r>
              <a:rPr lang="th-TH" sz="1300" b="0" i="0" dirty="0">
                <a:solidFill>
                  <a:srgbClr val="0D1B2A"/>
                </a:solidFill>
              </a:rPr>
              <a:t>node scripts/clean-sales.js data/sales.csv data/sales.clean.csv</a:t>
            </a:r>
          </a:p>
        </p:txBody>
      </p:sp>
      <p:sp>
        <p:nvSpPr>
          <p:cNvPr id="125" name="Shape 125"/>
          <p:cNvSpPr/>
          <p:nvPr/>
        </p:nvSpPr>
        <p:spPr>
          <a:xfrm>
            <a:off x="841248" y="5047488"/>
            <a:ext cx="5212080" cy="365760"/>
          </a:xfrm>
          <a:prstGeom prst="rect">
            <a:avLst/>
          </a:prstGeom>
          <a:noFill/>
          <a:ln>
            <a:noFill/>
          </a:ln>
        </p:spPr>
        <p:txBody>
          <a:bodyPr wrap="square" lIns="0" tIns="0" rIns="0" bIns="0" anchor="t">
            <a:normAutofit/>
          </a:bodyPr>
          <a:lstStyle/>
          <a:p>
            <a:pPr marL="0" indent="0" algn="l">
              <a:spcBef>
                <a:spcPts val="0"/>
              </a:spcBef>
              <a:buNone/>
            </a:pPr>
            <a:r>
              <a:rPr lang="th-TH" sz="1300" b="1" i="0" dirty="0">
                <a:solidFill>
                  <a:srgbClr val="12B76A"/>
                </a:solidFill>
              </a:rPr>
              <a:t>☑ </a:t>
            </a:r>
            <a:r>
              <a:rPr lang="th-TH" sz="1300" b="0" i="0" dirty="0">
                <a:solidFill>
                  <a:srgbClr val="0D1B2A"/>
                </a:solidFill>
              </a:rPr>
              <a:t>REVIEW.md อ้าง clean-sales.js และ DESIGN.md</a:t>
            </a:r>
          </a:p>
        </p:txBody>
      </p:sp>
      <p:sp>
        <p:nvSpPr>
          <p:cNvPr id="126" name="Shape 126"/>
          <p:cNvSpPr/>
          <p:nvPr/>
        </p:nvSpPr>
        <p:spPr>
          <a:xfrm>
            <a:off x="6099048" y="5047488"/>
            <a:ext cx="5212080" cy="365760"/>
          </a:xfrm>
          <a:prstGeom prst="rect">
            <a:avLst/>
          </a:prstGeom>
          <a:noFill/>
          <a:ln>
            <a:noFill/>
          </a:ln>
        </p:spPr>
        <p:txBody>
          <a:bodyPr wrap="square" lIns="0" tIns="0" rIns="0" bIns="0" anchor="t">
            <a:normAutofit/>
          </a:bodyPr>
          <a:lstStyle/>
          <a:p>
            <a:pPr marL="0" indent="0" algn="l">
              <a:spcBef>
                <a:spcPts val="0"/>
              </a:spcBef>
              <a:buNone/>
            </a:pPr>
            <a:r>
              <a:rPr lang="th-TH" sz="1300" b="1" i="0" dirty="0">
                <a:solidFill>
                  <a:srgbClr val="12B76A"/>
                </a:solidFill>
              </a:rPr>
              <a:t>☑ </a:t>
            </a:r>
            <a:r>
              <a:rPr lang="th-TH" sz="1300" b="0" i="0" dirty="0">
                <a:solidFill>
                  <a:srgbClr val="0D1B2A"/>
                </a:solidFill>
              </a:rPr>
              <a:t>git diff -- server.js ว่าง</a:t>
            </a:r>
          </a:p>
        </p:txBody>
      </p:sp>
      <p:sp>
        <p:nvSpPr>
          <p:cNvPr id="127" name="Shape 127"/>
          <p:cNvSpPr/>
          <p:nvPr/>
        </p:nvSpPr>
        <p:spPr>
          <a:xfrm>
            <a:off x="841248" y="5468112"/>
            <a:ext cx="10515600" cy="457200"/>
          </a:xfrm>
          <a:prstGeom prst="roundRect">
            <a:avLst>
              <a:gd name="adj" fmla="val 30000"/>
            </a:avLst>
          </a:prstGeom>
          <a:solidFill>
            <a:srgbClr val="FFF8E6"/>
          </a:solidFill>
          <a:ln>
            <a:noFill/>
          </a:ln>
        </p:spPr>
        <p:txBody>
          <a:bodyPr wrap="square" lIns="182880" tIns="73152" rIns="182880" bIns="73152" anchor="ctr">
            <a:normAutofit/>
          </a:bodyPr>
          <a:lstStyle/>
          <a:p>
            <a:pPr marL="0" indent="0" algn="l">
              <a:spcBef>
                <a:spcPts val="0"/>
              </a:spcBef>
              <a:buNone/>
            </a:pPr>
            <a:r>
              <a:rPr lang="th-TH" sz="1200" b="1" i="0" dirty="0">
                <a:solidFill>
                  <a:srgbClr val="B54708"/>
                </a:solidFill>
              </a:rPr>
              <a:t>ผลที่คาดหวัง: gate อาจยังแดง — sales.csv ยังดิบ และ POST /api/notes ยังล้ม แก้ใน Workshop 5 · ห้ามแตะ quality-gate.js</a:t>
            </a:r>
          </a:p>
        </p:txBody>
      </p:sp>
    </p:spTree>
    <p:extLst>
      <p:ext uri="{BB962C8B-B14F-4D97-AF65-F5344CB8AC3E}">
        <p14:creationId xmlns:p14="http://schemas.microsoft.com/office/powerpoint/2010/main" val="12850996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D1EBC54-7FDB-8BFA-4C1A-0B12F0DAD94C}"/>
              </a:ext>
            </a:extLst>
          </p:cNvPr>
          <p:cNvSpPr>
            <a:spLocks noGrp="1"/>
          </p:cNvSpPr>
          <p:nvPr>
            <p:ph type="ftr" sz="quarter" idx="3"/>
          </p:nvPr>
        </p:nvSpPr>
        <p:spPr/>
        <p:txBody>
          <a:bodyPr/>
          <a:lstStyle/>
          <a:p>
            <a:r>
              <a:rPr lang="en-US"/>
              <a:t>Copyright © 2026 9Expert Co., Ltd. All rights reserved.</a:t>
            </a:r>
            <a:endParaRPr lang="en-TH" dirty="0"/>
          </a:p>
        </p:txBody>
      </p:sp>
      <p:sp>
        <p:nvSpPr>
          <p:cNvPr id="103" name="Title 1"/>
          <p:cNvSpPr>
            <a:spLocks noGrp="1"/>
          </p:cNvSpPr>
          <p:nvPr>
            <p:ph type="title"/>
          </p:nvPr>
        </p:nvSpPr>
        <p:spPr/>
        <p:txBody>
          <a:bodyPr>
            <a:normAutofit/>
          </a:bodyPr>
          <a:lstStyle/>
          <a:p>
            <a:r>
              <a:rPr lang="th-TH" dirty="0"/>
              <a:t>OpenAI Agents SDK vs Claude Code: แนวคิดคล้าย ไม่ใช่ 1:1</a:t>
            </a:r>
          </a:p>
        </p:txBody>
      </p:sp>
      <p:sp>
        <p:nvSpPr>
          <p:cNvPr id="104" name="Shape 104"/>
          <p:cNvSpPr/>
          <p:nvPr/>
        </p:nvSpPr>
        <p:spPr>
          <a:xfrm>
            <a:off x="841248" y="1600200"/>
            <a:ext cx="2331720" cy="438912"/>
          </a:xfrm>
          <a:prstGeom prst="rect">
            <a:avLst/>
          </a:prstGeom>
          <a:solidFill>
            <a:srgbClr val="005CFF"/>
          </a:solidFill>
          <a:ln>
            <a:noFill/>
          </a:ln>
        </p:spPr>
        <p:txBody>
          <a:bodyPr wrap="square" lIns="137160" tIns="73152" rIns="137160" bIns="73152" anchor="ctr">
            <a:normAutofit/>
          </a:bodyPr>
          <a:lstStyle/>
          <a:p>
            <a:pPr marL="0" indent="0" algn="l">
              <a:spcBef>
                <a:spcPts val="0"/>
              </a:spcBef>
              <a:buNone/>
            </a:pPr>
            <a:r>
              <a:rPr lang="th-TH" sz="1350" b="1" i="0" dirty="0">
                <a:solidFill>
                  <a:srgbClr val="FFFFFF"/>
                </a:solidFill>
              </a:rPr>
              <a:t>เรื่อง</a:t>
            </a:r>
          </a:p>
        </p:txBody>
      </p:sp>
      <p:sp>
        <p:nvSpPr>
          <p:cNvPr id="105" name="Shape 105"/>
          <p:cNvSpPr/>
          <p:nvPr/>
        </p:nvSpPr>
        <p:spPr>
          <a:xfrm>
            <a:off x="3218688" y="1600200"/>
            <a:ext cx="4023360" cy="438912"/>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350" b="1" i="0" dirty="0">
                <a:solidFill>
                  <a:srgbClr val="FFFFFF"/>
                </a:solidFill>
              </a:rPr>
              <a:t>OpenAI Agents SDK</a:t>
            </a:r>
          </a:p>
        </p:txBody>
      </p:sp>
      <p:sp>
        <p:nvSpPr>
          <p:cNvPr id="106" name="Shape 106"/>
          <p:cNvSpPr/>
          <p:nvPr/>
        </p:nvSpPr>
        <p:spPr>
          <a:xfrm>
            <a:off x="7287768" y="1600200"/>
            <a:ext cx="4069080" cy="438912"/>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350" b="1" i="0" dirty="0">
                <a:solidFill>
                  <a:srgbClr val="FFFFFF"/>
                </a:solidFill>
              </a:rPr>
              <a:t>Claude Code (L2)</a:t>
            </a:r>
          </a:p>
        </p:txBody>
      </p:sp>
      <p:sp>
        <p:nvSpPr>
          <p:cNvPr id="107" name="Shape 107"/>
          <p:cNvSpPr/>
          <p:nvPr/>
        </p:nvSpPr>
        <p:spPr>
          <a:xfrm>
            <a:off x="841248" y="2084831"/>
            <a:ext cx="233172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1" i="0" dirty="0">
                <a:solidFill>
                  <a:srgbClr val="0D1B2A"/>
                </a:solidFill>
              </a:rPr>
              <a:t>ส่งงานต่อ</a:t>
            </a:r>
          </a:p>
        </p:txBody>
      </p:sp>
      <p:sp>
        <p:nvSpPr>
          <p:cNvPr id="108" name="Shape 108"/>
          <p:cNvSpPr/>
          <p:nvPr/>
        </p:nvSpPr>
        <p:spPr>
          <a:xfrm>
            <a:off x="3218688" y="2084831"/>
            <a:ext cx="4023360" cy="51206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Handoffs / agents as tools</a:t>
            </a:r>
          </a:p>
        </p:txBody>
      </p:sp>
      <p:sp>
        <p:nvSpPr>
          <p:cNvPr id="109" name="Shape 109"/>
          <p:cNvSpPr/>
          <p:nvPr/>
        </p:nvSpPr>
        <p:spPr>
          <a:xfrm>
            <a:off x="7287768" y="2084831"/>
            <a:ext cx="4069080" cy="512064"/>
          </a:xfrm>
          <a:prstGeom prst="rect">
            <a:avLst/>
          </a:prstGeom>
          <a:solidFill>
            <a:srgbClr val="F3F7FD"/>
          </a:solidFill>
          <a:ln w="12700">
            <a:solidFill>
              <a:srgbClr val="DCE6F5"/>
            </a:solidFill>
          </a:ln>
        </p:spPr>
        <p:txBody>
          <a:bodyPr wrap="square" lIns="137160" tIns="73152" rIns="137160" bIns="73152" anchor="ctr">
            <a:normAutofit lnSpcReduction="10000"/>
          </a:bodyPr>
          <a:lstStyle/>
          <a:p>
            <a:pPr marL="0" indent="0" algn="l">
              <a:spcBef>
                <a:spcPts val="0"/>
              </a:spcBef>
              <a:buNone/>
            </a:pPr>
            <a:r>
              <a:rPr lang="th-TH" sz="1250" b="0" i="0" dirty="0">
                <a:solidFill>
                  <a:srgbClr val="0D1B2A"/>
                </a:solidFill>
              </a:rPr>
              <a:t>Subagent ผ่าน Leader · Agent Teams + SendMessage</a:t>
            </a:r>
          </a:p>
        </p:txBody>
      </p:sp>
      <p:sp>
        <p:nvSpPr>
          <p:cNvPr id="110" name="Shape 110"/>
          <p:cNvSpPr/>
          <p:nvPr/>
        </p:nvSpPr>
        <p:spPr>
          <a:xfrm>
            <a:off x="841248" y="2633472"/>
            <a:ext cx="233172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1" i="0" dirty="0">
                <a:solidFill>
                  <a:srgbClr val="0D1B2A"/>
                </a:solidFill>
              </a:rPr>
              <a:t>ด่านตรวจ</a:t>
            </a:r>
          </a:p>
        </p:txBody>
      </p:sp>
      <p:sp>
        <p:nvSpPr>
          <p:cNvPr id="111" name="Shape 111"/>
          <p:cNvSpPr/>
          <p:nvPr/>
        </p:nvSpPr>
        <p:spPr>
          <a:xfrm>
            <a:off x="3218688" y="2633472"/>
            <a:ext cx="4023360"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Guardrails ตรวจ input / output</a:t>
            </a:r>
          </a:p>
        </p:txBody>
      </p:sp>
      <p:sp>
        <p:nvSpPr>
          <p:cNvPr id="112" name="Shape 112"/>
          <p:cNvSpPr/>
          <p:nvPr/>
        </p:nvSpPr>
        <p:spPr>
          <a:xfrm>
            <a:off x="7287768" y="2633472"/>
            <a:ext cx="4069080"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Hooks (exit 2) + permissions</a:t>
            </a:r>
          </a:p>
        </p:txBody>
      </p:sp>
      <p:sp>
        <p:nvSpPr>
          <p:cNvPr id="113" name="Shape 113"/>
          <p:cNvSpPr/>
          <p:nvPr/>
        </p:nvSpPr>
        <p:spPr>
          <a:xfrm>
            <a:off x="841248" y="3182111"/>
            <a:ext cx="233172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1" i="0" dirty="0">
                <a:solidFill>
                  <a:srgbClr val="0D1B2A"/>
                </a:solidFill>
              </a:rPr>
              <a:t>Human-in-the-loop</a:t>
            </a:r>
          </a:p>
        </p:txBody>
      </p:sp>
      <p:sp>
        <p:nvSpPr>
          <p:cNvPr id="114" name="Shape 114"/>
          <p:cNvSpPr/>
          <p:nvPr/>
        </p:nvSpPr>
        <p:spPr>
          <a:xfrm>
            <a:off x="3218688" y="3182111"/>
            <a:ext cx="4023360" cy="51206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มีกลไก HITL ในตัว</a:t>
            </a:r>
          </a:p>
        </p:txBody>
      </p:sp>
      <p:sp>
        <p:nvSpPr>
          <p:cNvPr id="115" name="Shape 115"/>
          <p:cNvSpPr/>
          <p:nvPr/>
        </p:nvSpPr>
        <p:spPr>
          <a:xfrm>
            <a:off x="7287768" y="3182111"/>
            <a:ext cx="4069080" cy="51206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Plan Approval · permission prompt</a:t>
            </a:r>
          </a:p>
        </p:txBody>
      </p:sp>
      <p:sp>
        <p:nvSpPr>
          <p:cNvPr id="116" name="Shape 116"/>
          <p:cNvSpPr/>
          <p:nvPr/>
        </p:nvSpPr>
        <p:spPr>
          <a:xfrm>
            <a:off x="841248" y="3730752"/>
            <a:ext cx="233172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1" i="0" dirty="0">
                <a:solidFill>
                  <a:srgbClr val="0D1B2A"/>
                </a:solidFill>
              </a:rPr>
              <a:t>ความจำ / state</a:t>
            </a:r>
          </a:p>
        </p:txBody>
      </p:sp>
      <p:sp>
        <p:nvSpPr>
          <p:cNvPr id="117" name="Shape 117"/>
          <p:cNvSpPr/>
          <p:nvPr/>
        </p:nvSpPr>
        <p:spPr>
          <a:xfrm>
            <a:off x="3218688" y="3730752"/>
            <a:ext cx="4023360"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Sessions: memory layer ข้าม turn</a:t>
            </a:r>
          </a:p>
        </p:txBody>
      </p:sp>
      <p:sp>
        <p:nvSpPr>
          <p:cNvPr id="118" name="Shape 118"/>
          <p:cNvSpPr/>
          <p:nvPr/>
        </p:nvSpPr>
        <p:spPr>
          <a:xfrm>
            <a:off x="7287768" y="3730752"/>
            <a:ext cx="4069080"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frontmatter memory · CLAUDE.md</a:t>
            </a:r>
          </a:p>
        </p:txBody>
      </p:sp>
      <p:sp>
        <p:nvSpPr>
          <p:cNvPr id="119" name="Shape 119"/>
          <p:cNvSpPr/>
          <p:nvPr/>
        </p:nvSpPr>
        <p:spPr>
          <a:xfrm>
            <a:off x="841248" y="4279392"/>
            <a:ext cx="233172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1" i="0" dirty="0">
                <a:solidFill>
                  <a:srgbClr val="0D1B2A"/>
                </a:solidFill>
              </a:rPr>
              <a:t>เครื่องมือ</a:t>
            </a:r>
          </a:p>
        </p:txBody>
      </p:sp>
      <p:sp>
        <p:nvSpPr>
          <p:cNvPr id="120" name="Shape 120"/>
          <p:cNvSpPr/>
          <p:nvPr/>
        </p:nvSpPr>
        <p:spPr>
          <a:xfrm>
            <a:off x="3218688" y="4279392"/>
            <a:ext cx="4023360" cy="51206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Function tools (Python) + MCP</a:t>
            </a:r>
          </a:p>
        </p:txBody>
      </p:sp>
      <p:sp>
        <p:nvSpPr>
          <p:cNvPr id="121" name="Shape 121"/>
          <p:cNvSpPr/>
          <p:nvPr/>
        </p:nvSpPr>
        <p:spPr>
          <a:xfrm>
            <a:off x="7287768" y="4279392"/>
            <a:ext cx="4069080" cy="51206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Built-in tools + MCP servers</a:t>
            </a:r>
          </a:p>
        </p:txBody>
      </p:sp>
      <p:sp>
        <p:nvSpPr>
          <p:cNvPr id="122" name="Shape 122"/>
          <p:cNvSpPr/>
          <p:nvPr/>
        </p:nvSpPr>
        <p:spPr>
          <a:xfrm>
            <a:off x="841248" y="4828031"/>
            <a:ext cx="233172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1" i="0" dirty="0">
                <a:solidFill>
                  <a:srgbClr val="0D1B2A"/>
                </a:solidFill>
              </a:rPr>
              <a:t>นิยาม agent</a:t>
            </a:r>
          </a:p>
        </p:txBody>
      </p:sp>
      <p:sp>
        <p:nvSpPr>
          <p:cNvPr id="123" name="Shape 123"/>
          <p:cNvSpPr/>
          <p:nvPr/>
        </p:nvSpPr>
        <p:spPr>
          <a:xfrm>
            <a:off x="3218688" y="4828031"/>
            <a:ext cx="4023360"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โค้ด Python (Agent + Runner)</a:t>
            </a:r>
          </a:p>
        </p:txBody>
      </p:sp>
      <p:sp>
        <p:nvSpPr>
          <p:cNvPr id="124" name="Shape 124"/>
          <p:cNvSpPr/>
          <p:nvPr/>
        </p:nvSpPr>
        <p:spPr>
          <a:xfrm>
            <a:off x="7287768" y="4828031"/>
            <a:ext cx="4069080" cy="51206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ไฟล์ .claude/agents/*.md</a:t>
            </a:r>
          </a:p>
        </p:txBody>
      </p:sp>
      <p:sp>
        <p:nvSpPr>
          <p:cNvPr id="125" name="Shape 125"/>
          <p:cNvSpPr/>
          <p:nvPr/>
        </p:nvSpPr>
        <p:spPr>
          <a:xfrm>
            <a:off x="841248" y="5376671"/>
            <a:ext cx="2331720" cy="51206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1" i="0" dirty="0">
                <a:solidFill>
                  <a:srgbClr val="0D1B2A"/>
                </a:solidFill>
              </a:rPr>
              <a:t>ดีบัก</a:t>
            </a:r>
          </a:p>
        </p:txBody>
      </p:sp>
      <p:sp>
        <p:nvSpPr>
          <p:cNvPr id="126" name="Shape 126"/>
          <p:cNvSpPr/>
          <p:nvPr/>
        </p:nvSpPr>
        <p:spPr>
          <a:xfrm>
            <a:off x="3218688" y="5376671"/>
            <a:ext cx="4023360" cy="51206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Tracing ในตัว</a:t>
            </a:r>
          </a:p>
        </p:txBody>
      </p:sp>
      <p:sp>
        <p:nvSpPr>
          <p:cNvPr id="127" name="Shape 127"/>
          <p:cNvSpPr/>
          <p:nvPr/>
        </p:nvSpPr>
        <p:spPr>
          <a:xfrm>
            <a:off x="7287768" y="5376671"/>
            <a:ext cx="4069080" cy="51206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250" b="0" i="0" dirty="0">
                <a:solidFill>
                  <a:srgbClr val="0D1B2A"/>
                </a:solidFill>
              </a:rPr>
              <a:t>transcript · --debug log</a:t>
            </a:r>
          </a:p>
        </p:txBody>
      </p:sp>
    </p:spTree>
    <p:extLst>
      <p:ext uri="{BB962C8B-B14F-4D97-AF65-F5344CB8AC3E}">
        <p14:creationId xmlns:p14="http://schemas.microsoft.com/office/powerpoint/2010/main" val="16268583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Module 8 · Context &amp; Memory</a:t>
            </a:r>
          </a:p>
        </p:txBody>
      </p:sp>
      <p:sp>
        <p:nvSpPr>
          <p:cNvPr id="3" name="Text Placeholder 2"/>
          <p:cNvSpPr>
            <a:spLocks noGrp="1"/>
          </p:cNvSpPr>
          <p:nvPr>
            <p:ph type="body" idx="1"/>
          </p:nvPr>
        </p:nvSpPr>
        <p:spPr/>
        <p:txBody>
          <a:bodyPr>
            <a:normAutofit/>
          </a:bodyPr>
          <a:lstStyle/>
          <a:p>
            <a:r>
              <a:rPr lang="th-TH" dirty="0"/>
              <a:t>ไม่ให้ทีม Agent ท่วม context และจำข้ามเซสชันได้</a:t>
            </a:r>
          </a:p>
        </p:txBody>
      </p:sp>
      <p:sp>
        <p:nvSpPr>
          <p:cNvPr id="5" name="Text Placeholder 4"/>
          <p:cNvSpPr>
            <a:spLocks noGrp="1"/>
          </p:cNvSpPr>
          <p:nvPr>
            <p:ph type="body" idx="14"/>
          </p:nvPr>
        </p:nvSpPr>
        <p:spPr/>
        <p:txBody>
          <a:bodyPr/>
          <a:lstStyle/>
          <a:p>
            <a:r>
              <a:rPr lang="th-TH" dirty="0"/>
              <a:t>วันที่ 2 · เช้า · ⏱ ~30 นาที</a:t>
            </a:r>
          </a:p>
        </p:txBody>
      </p:sp>
      <p:pic>
        <p:nvPicPr>
          <p:cNvPr id="9" name="Picture Placeholder 8">
            <a:extLst>
              <a:ext uri="{FF2B5EF4-FFF2-40B4-BE49-F238E27FC236}">
                <a16:creationId xmlns:a16="http://schemas.microsoft.com/office/drawing/2014/main" id="{66541D7B-AF26-D16D-8D89-C62EC2DFD837}"/>
              </a:ext>
            </a:extLst>
          </p:cNvPr>
          <p:cNvPicPr>
            <a:picLocks noGrp="1" noChangeAspect="1"/>
          </p:cNvPicPr>
          <p:nvPr>
            <p:ph type="pic" sz="quarter" idx="13"/>
          </p:nvPr>
        </p:nvPicPr>
        <p:blipFill>
          <a:blip r:embed="rId3"/>
          <a:srcRect t="3167" b="3167"/>
          <a:stretch/>
        </p:blipFill>
        <p:spPr>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Module 6 · echo </a:t>
            </a:r>
            <a:r>
              <a:rPr lang="th-TH" dirty="0"/>
              <a:t>ไทย+เลขไทย กลับมาตรงทุกตัวอักษร</a:t>
            </a:r>
            <a:endParaRPr dirty="0"/>
          </a:p>
        </p:txBody>
      </p:sp>
      <p:sp>
        <p:nvSpPr>
          <p:cNvPr id="6" name="TextBox 5"/>
          <p:cNvSpPr txBox="1"/>
          <p:nvPr/>
        </p:nvSpPr>
        <p:spPr>
          <a:xfrm>
            <a:off x="838200" y="6350000"/>
            <a:ext cx="10515600" cy="320000"/>
          </a:xfrm>
          <a:prstGeom prst="rect">
            <a:avLst/>
          </a:prstGeom>
          <a:noFill/>
        </p:spPr>
        <p:txBody>
          <a:bodyPr wrap="none">
            <a:spAutoFit/>
          </a:bodyPr>
          <a:lstStyle/>
          <a:p>
            <a:r>
              <a:rPr sz="1000"/>
              <a:t>จับภาพจริงจาก TUI (interactive) · Claude Code 2.1.310 · sandbox/sales-insight</a:t>
            </a:r>
          </a:p>
        </p:txBody>
      </p:sp>
      <p:pic>
        <p:nvPicPr>
          <p:cNvPr id="8" name="Content Placeholder 7" descr="m6-final.png">
            <a:extLst>
              <a:ext uri="{FF2B5EF4-FFF2-40B4-BE49-F238E27FC236}">
                <a16:creationId xmlns:a16="http://schemas.microsoft.com/office/drawing/2014/main" id="{8C5BB4DC-B37E-6C28-1F80-56E2B0B13EB3}"/>
              </a:ext>
            </a:extLst>
          </p:cNvPr>
          <p:cNvPicPr>
            <a:picLocks noGrp="1" noChangeAspect="1"/>
          </p:cNvPicPr>
          <p:nvPr>
            <p:ph sz="quarter" idx="12"/>
          </p:nvPr>
        </p:nvPicPr>
        <p:blipFill>
          <a:blip r:embed="rId2"/>
          <a:stretch>
            <a:fillRect/>
          </a:stretch>
        </p:blipFill>
        <p:spPr>
          <a:xfrm>
            <a:off x="1890888" y="1549400"/>
            <a:ext cx="8410223" cy="4494213"/>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D1EBC54-7FDB-8BFA-4C1A-0B12F0DAD94C}"/>
              </a:ext>
            </a:extLst>
          </p:cNvPr>
          <p:cNvSpPr>
            <a:spLocks noGrp="1"/>
          </p:cNvSpPr>
          <p:nvPr>
            <p:ph type="ftr" sz="quarter" idx="3"/>
          </p:nvPr>
        </p:nvSpPr>
        <p:spPr/>
        <p:txBody>
          <a:bodyPr/>
          <a:lstStyle/>
          <a:p>
            <a:r>
              <a:rPr lang="en-US"/>
              <a:t>Copyright © 2026 9Expert Co., Ltd. All rights reserved.</a:t>
            </a:r>
            <a:endParaRPr lang="en-TH" dirty="0"/>
          </a:p>
        </p:txBody>
      </p:sp>
      <p:sp>
        <p:nvSpPr>
          <p:cNvPr id="103" name="Title 1"/>
          <p:cNvSpPr>
            <a:spLocks noGrp="1"/>
          </p:cNvSpPr>
          <p:nvPr>
            <p:ph type="title"/>
          </p:nvPr>
        </p:nvSpPr>
        <p:spPr/>
        <p:txBody>
          <a:bodyPr>
            <a:normAutofit/>
          </a:bodyPr>
          <a:lstStyle/>
          <a:p>
            <a:r>
              <a:rPr lang="th-TH" dirty="0"/>
              <a:t>Context Window คือทรัพยากรที่แพงที่สุด</a:t>
            </a:r>
          </a:p>
        </p:txBody>
      </p:sp>
      <p:sp>
        <p:nvSpPr>
          <p:cNvPr id="104" name="Shape 104"/>
          <p:cNvSpPr/>
          <p:nvPr/>
        </p:nvSpPr>
        <p:spPr>
          <a:xfrm>
            <a:off x="841248" y="1645920"/>
            <a:ext cx="10515600" cy="1371600"/>
          </a:xfrm>
          <a:prstGeom prst="roundRect">
            <a:avLst>
              <a:gd name="adj" fmla="val 10000"/>
            </a:avLst>
          </a:prstGeom>
          <a:solidFill>
            <a:srgbClr val="0D1B2A"/>
          </a:solidFill>
          <a:ln>
            <a:noFill/>
          </a:ln>
        </p:spPr>
        <p:txBody>
          <a:bodyPr wrap="square" lIns="109728" tIns="73152" rIns="109728" bIns="73152" anchor="ctr">
            <a:normAutofit/>
          </a:bodyPr>
          <a:lstStyle/>
          <a:p>
            <a:pPr marL="0" indent="0" algn="ctr">
              <a:spcBef>
                <a:spcPts val="0"/>
              </a:spcBef>
              <a:buNone/>
            </a:pPr>
            <a:r>
              <a:rPr lang="th-TH" sz="2400" b="1" i="0" dirty="0">
                <a:solidFill>
                  <a:srgbClr val="FFFFFF"/>
                </a:solidFill>
              </a:rPr>
              <a:t>รายงาน 2,000 คำ × 5 agent = </a:t>
            </a:r>
            <a:r>
              <a:rPr lang="th-TH" sz="2400" b="1" i="0" dirty="0">
                <a:solidFill>
                  <a:srgbClr val="FF8A65"/>
                </a:solidFill>
              </a:rPr>
              <a:t>บานปลาย</a:t>
            </a:r>
          </a:p>
          <a:p>
            <a:pPr marL="0" indent="0" algn="ctr">
              <a:spcBef>
                <a:spcPts val="200"/>
              </a:spcBef>
              <a:buNone/>
            </a:pPr>
            <a:r>
              <a:rPr lang="th-TH" sz="1500" b="0" i="0" dirty="0">
                <a:solidFill>
                  <a:srgbClr val="C9D6E8"/>
                </a:solidFill>
              </a:rPr>
              <a:t>ทุกอย่างที่ไหลกลับมา กิน context ของ Leader</a:t>
            </a:r>
          </a:p>
        </p:txBody>
      </p:sp>
      <p:sp>
        <p:nvSpPr>
          <p:cNvPr id="105" name="Shape 105"/>
          <p:cNvSpPr/>
          <p:nvPr/>
        </p:nvSpPr>
        <p:spPr>
          <a:xfrm>
            <a:off x="841248" y="3246120"/>
            <a:ext cx="3291840" cy="260604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6" name="Shape 106"/>
          <p:cNvSpPr/>
          <p:nvPr/>
        </p:nvSpPr>
        <p:spPr>
          <a:xfrm>
            <a:off x="1069848" y="3383280"/>
            <a:ext cx="914400" cy="822960"/>
          </a:xfrm>
          <a:prstGeom prst="rect">
            <a:avLst/>
          </a:prstGeom>
          <a:noFill/>
          <a:ln>
            <a:noFill/>
          </a:ln>
        </p:spPr>
        <p:txBody>
          <a:bodyPr wrap="square" lIns="0" tIns="0" rIns="0" bIns="0" anchor="t">
            <a:normAutofit/>
          </a:bodyPr>
          <a:lstStyle/>
          <a:p>
            <a:pPr marL="0" indent="0" algn="l">
              <a:spcBef>
                <a:spcPts val="0"/>
              </a:spcBef>
              <a:buNone/>
            </a:pPr>
            <a:r>
              <a:rPr lang="th-TH" sz="4000" b="1" i="0" dirty="0">
                <a:solidFill>
                  <a:srgbClr val="005CFF"/>
                </a:solidFill>
              </a:rPr>
              <a:t>1</a:t>
            </a:r>
          </a:p>
        </p:txBody>
      </p:sp>
      <p:sp>
        <p:nvSpPr>
          <p:cNvPr id="107" name="Shape 107"/>
          <p:cNvSpPr/>
          <p:nvPr/>
        </p:nvSpPr>
        <p:spPr>
          <a:xfrm>
            <a:off x="1069848" y="4160520"/>
            <a:ext cx="2880360" cy="1645920"/>
          </a:xfrm>
          <a:prstGeom prst="rect">
            <a:avLst/>
          </a:prstGeom>
          <a:noFill/>
          <a:ln>
            <a:noFill/>
          </a:ln>
        </p:spPr>
        <p:txBody>
          <a:bodyPr wrap="square" lIns="0" tIns="0" rIns="0" bIns="0" anchor="t">
            <a:normAutofit/>
          </a:bodyPr>
          <a:lstStyle/>
          <a:p>
            <a:pPr marL="0" indent="0" algn="l">
              <a:spcBef>
                <a:spcPts val="0"/>
              </a:spcBef>
              <a:buNone/>
            </a:pPr>
            <a:r>
              <a:rPr lang="th-TH" sz="1550" b="1" i="0" dirty="0">
                <a:solidFill>
                  <a:srgbClr val="0D1B2A"/>
                </a:solidFill>
              </a:rPr>
              <a:t>Context ของแต่ละ Agent แยกกัน</a:t>
            </a:r>
          </a:p>
          <a:p>
            <a:pPr marL="0" indent="0" algn="l">
              <a:spcBef>
                <a:spcPts val="300"/>
              </a:spcBef>
              <a:buNone/>
            </a:pPr>
            <a:r>
              <a:rPr lang="th-TH" sz="1300" b="0" i="0" dirty="0">
                <a:solidFill>
                  <a:srgbClr val="4C5B6B"/>
                </a:solidFill>
              </a:rPr>
              <a:t>Subagent ไม่เห็นบทสนทนาหลัก ได้เฉพาะ task ที่ Leader เขียน</a:t>
            </a:r>
          </a:p>
        </p:txBody>
      </p:sp>
      <p:sp>
        <p:nvSpPr>
          <p:cNvPr id="108" name="Shape 108"/>
          <p:cNvSpPr/>
          <p:nvPr/>
        </p:nvSpPr>
        <p:spPr>
          <a:xfrm>
            <a:off x="4407408" y="3246120"/>
            <a:ext cx="3291840" cy="260604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9" name="Shape 109"/>
          <p:cNvSpPr/>
          <p:nvPr/>
        </p:nvSpPr>
        <p:spPr>
          <a:xfrm>
            <a:off x="4636008" y="3383280"/>
            <a:ext cx="914400" cy="822960"/>
          </a:xfrm>
          <a:prstGeom prst="rect">
            <a:avLst/>
          </a:prstGeom>
          <a:noFill/>
          <a:ln>
            <a:noFill/>
          </a:ln>
        </p:spPr>
        <p:txBody>
          <a:bodyPr wrap="square" lIns="0" tIns="0" rIns="0" bIns="0" anchor="t">
            <a:normAutofit/>
          </a:bodyPr>
          <a:lstStyle/>
          <a:p>
            <a:pPr marL="0" indent="0" algn="l">
              <a:spcBef>
                <a:spcPts val="0"/>
              </a:spcBef>
              <a:buNone/>
            </a:pPr>
            <a:r>
              <a:rPr lang="th-TH" sz="4000" b="1" i="0" dirty="0">
                <a:solidFill>
                  <a:srgbClr val="005CFF"/>
                </a:solidFill>
              </a:rPr>
              <a:t>2</a:t>
            </a:r>
          </a:p>
        </p:txBody>
      </p:sp>
      <p:sp>
        <p:nvSpPr>
          <p:cNvPr id="110" name="Shape 110"/>
          <p:cNvSpPr/>
          <p:nvPr/>
        </p:nvSpPr>
        <p:spPr>
          <a:xfrm>
            <a:off x="4636008" y="4160520"/>
            <a:ext cx="2880360" cy="1645920"/>
          </a:xfrm>
          <a:prstGeom prst="rect">
            <a:avLst/>
          </a:prstGeom>
          <a:noFill/>
          <a:ln>
            <a:noFill/>
          </a:ln>
        </p:spPr>
        <p:txBody>
          <a:bodyPr wrap="square" lIns="0" tIns="0" rIns="0" bIns="0" anchor="t">
            <a:normAutofit/>
          </a:bodyPr>
          <a:lstStyle/>
          <a:p>
            <a:pPr marL="0" indent="0" algn="l">
              <a:spcBef>
                <a:spcPts val="0"/>
              </a:spcBef>
              <a:buNone/>
            </a:pPr>
            <a:r>
              <a:rPr lang="th-TH" sz="1550" b="1" i="0" dirty="0">
                <a:solidFill>
                  <a:srgbClr val="0D1B2A"/>
                </a:solidFill>
              </a:rPr>
              <a:t>ทุกอย่างที่ไหลกลับ กิน context ของ Leader</a:t>
            </a:r>
          </a:p>
          <a:p>
            <a:pPr marL="0" indent="0" algn="l">
              <a:spcBef>
                <a:spcPts val="300"/>
              </a:spcBef>
              <a:buNone/>
            </a:pPr>
            <a:r>
              <a:rPr lang="th-TH" sz="1300" b="0" i="0" dirty="0">
                <a:solidFill>
                  <a:srgbClr val="4C5B6B"/>
                </a:solidFill>
              </a:rPr>
              <a:t>คุมความยาวรายงานทุกครั้ง</a:t>
            </a:r>
          </a:p>
        </p:txBody>
      </p:sp>
      <p:sp>
        <p:nvSpPr>
          <p:cNvPr id="111" name="Shape 111"/>
          <p:cNvSpPr/>
          <p:nvPr/>
        </p:nvSpPr>
        <p:spPr>
          <a:xfrm>
            <a:off x="7973568" y="3246120"/>
            <a:ext cx="3291840" cy="260604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2" name="Shape 112"/>
          <p:cNvSpPr/>
          <p:nvPr/>
        </p:nvSpPr>
        <p:spPr>
          <a:xfrm>
            <a:off x="8202168" y="3383280"/>
            <a:ext cx="914400" cy="822960"/>
          </a:xfrm>
          <a:prstGeom prst="rect">
            <a:avLst/>
          </a:prstGeom>
          <a:noFill/>
          <a:ln>
            <a:noFill/>
          </a:ln>
        </p:spPr>
        <p:txBody>
          <a:bodyPr wrap="square" lIns="0" tIns="0" rIns="0" bIns="0" anchor="t">
            <a:normAutofit/>
          </a:bodyPr>
          <a:lstStyle/>
          <a:p>
            <a:pPr marL="0" indent="0" algn="l">
              <a:spcBef>
                <a:spcPts val="0"/>
              </a:spcBef>
              <a:buNone/>
            </a:pPr>
            <a:r>
              <a:rPr lang="th-TH" sz="4000" b="1" i="0" dirty="0">
                <a:solidFill>
                  <a:srgbClr val="005CFF"/>
                </a:solidFill>
              </a:rPr>
              <a:t>3</a:t>
            </a:r>
          </a:p>
        </p:txBody>
      </p:sp>
      <p:sp>
        <p:nvSpPr>
          <p:cNvPr id="113" name="Shape 113"/>
          <p:cNvSpPr/>
          <p:nvPr/>
        </p:nvSpPr>
        <p:spPr>
          <a:xfrm>
            <a:off x="8202168" y="4160520"/>
            <a:ext cx="2880360" cy="1645920"/>
          </a:xfrm>
          <a:prstGeom prst="rect">
            <a:avLst/>
          </a:prstGeom>
          <a:noFill/>
          <a:ln>
            <a:noFill/>
          </a:ln>
        </p:spPr>
        <p:txBody>
          <a:bodyPr wrap="square" lIns="0" tIns="0" rIns="0" bIns="0" anchor="t">
            <a:normAutofit/>
          </a:bodyPr>
          <a:lstStyle/>
          <a:p>
            <a:pPr marL="0" indent="0" algn="l">
              <a:spcBef>
                <a:spcPts val="0"/>
              </a:spcBef>
              <a:buNone/>
            </a:pPr>
            <a:r>
              <a:rPr lang="th-TH" sz="1550" b="1" i="0" dirty="0">
                <a:solidFill>
                  <a:srgbClr val="0D1B2A"/>
                </a:solidFill>
              </a:rPr>
              <a:t>Context ที่ดี ≠ Context ที่มาก</a:t>
            </a:r>
          </a:p>
          <a:p>
            <a:pPr marL="0" indent="0" algn="l">
              <a:spcBef>
                <a:spcPts val="300"/>
              </a:spcBef>
              <a:buNone/>
            </a:pPr>
            <a:r>
              <a:rPr lang="th-TH" sz="1300" b="0" i="0" dirty="0">
                <a:solidFill>
                  <a:srgbClr val="4C5B6B"/>
                </a:solidFill>
              </a:rPr>
              <a:t>มากมักแปลว่า noise</a:t>
            </a:r>
          </a:p>
        </p:txBody>
      </p:sp>
    </p:spTree>
    <p:extLst>
      <p:ext uri="{BB962C8B-B14F-4D97-AF65-F5344CB8AC3E}">
        <p14:creationId xmlns:p14="http://schemas.microsoft.com/office/powerpoint/2010/main" val="16268583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/compact vs /clear: Agent มึน → สงสัย Context ก่อน</a:t>
            </a:r>
          </a:p>
        </p:txBody>
      </p:sp>
      <p:sp>
        <p:nvSpPr>
          <p:cNvPr id="7" name="TextBox 6"/>
          <p:cNvSpPr txBox="1"/>
          <p:nvPr/>
        </p:nvSpPr>
        <p:spPr>
          <a:xfrm>
            <a:off x="838200" y="5257800"/>
            <a:ext cx="10469880" cy="553998"/>
          </a:xfrm>
          <a:prstGeom prst="rect">
            <a:avLst/>
          </a:prstGeom>
          <a:noFill/>
        </p:spPr>
        <p:txBody>
          <a:bodyPr wrap="square" lIns="0" tIns="0" rIns="0" bIns="0" anchor="ctr">
            <a:spAutoFit/>
          </a:bodyPr>
          <a:lstStyle/>
          <a:p>
            <a:pPr marL="0" indent="0" algn="ctr">
              <a:spcBef>
                <a:spcPts val="0"/>
              </a:spcBef>
              <a:buNone/>
            </a:pPr>
            <a:r>
              <a:rPr lang="th-TH" sz="1600" b="1" i="0" dirty="0">
                <a:solidFill>
                  <a:srgbClr val="0D1B2A"/>
                </a:solidFill>
                <a:latin typeface="LINE Seed Sans TH"/>
                <a:cs typeface="LINE Seed Sans TH"/>
              </a:rPr>
              <a:t>Context rot: ข้อค้นพบที่ถูกตั้งแต่ต้นถูกกลบด้วยทางตันหลายสิบรอบ — Agent รันนานแล้วแย่ลง ให้สงสัย context รกก่อนสรุปว่าพัง</a:t>
            </a:r>
          </a:p>
        </p:txBody>
      </p:sp>
      <p:sp>
        <p:nvSpPr>
          <p:cNvPr id="108" name="Shape 108"/>
          <p:cNvSpPr/>
          <p:nvPr/>
        </p:nvSpPr>
        <p:spPr>
          <a:xfrm>
            <a:off x="838504" y="1600200"/>
            <a:ext cx="5162702" cy="713232"/>
          </a:xfrm>
          <a:prstGeom prst="roundRect">
            <a:avLst>
              <a:gd name="adj" fmla="val 12000"/>
            </a:avLst>
          </a:prstGeom>
          <a:solidFill>
            <a:srgbClr val="7FB5FA"/>
          </a:solidFill>
          <a:ln>
            <a:noFill/>
          </a:ln>
        </p:spPr>
        <p:txBody>
          <a:bodyPr wrap="square" lIns="228600" tIns="73152" rIns="228600" bIns="73152" anchor="ctr">
            <a:normAutofit/>
          </a:bodyPr>
          <a:lstStyle/>
          <a:p>
            <a:pPr marL="0" indent="0" algn="l">
              <a:spcBef>
                <a:spcPts val="0"/>
              </a:spcBef>
              <a:buNone/>
            </a:pPr>
            <a:r>
              <a:rPr lang="th-TH" sz="2400" b="1" i="0" dirty="0">
                <a:solidFill>
                  <a:srgbClr val="FFFFFF"/>
                </a:solidFill>
              </a:rPr>
              <a:t>/compact</a:t>
            </a:r>
          </a:p>
        </p:txBody>
      </p:sp>
      <p:sp>
        <p:nvSpPr>
          <p:cNvPr id="109" name="Shape 109"/>
          <p:cNvSpPr/>
          <p:nvPr/>
        </p:nvSpPr>
        <p:spPr>
          <a:xfrm>
            <a:off x="838504" y="2468880"/>
            <a:ext cx="5162702" cy="2514600"/>
          </a:xfrm>
          <a:prstGeom prst="roundRect">
            <a:avLst>
              <a:gd name="adj" fmla="val 8000"/>
            </a:avLst>
          </a:prstGeom>
          <a:solidFill>
            <a:srgbClr val="F3F7FD"/>
          </a:solidFill>
          <a:ln>
            <a:noFill/>
          </a:ln>
        </p:spPr>
        <p:txBody>
          <a:bodyPr wrap="square" lIns="274320" tIns="73152" rIns="274320" bIns="73152" anchor="t">
            <a:normAutofit/>
          </a:bodyPr>
          <a:lstStyle/>
          <a:p>
            <a:pPr marL="285750" indent="-285750" algn="l">
              <a:spcBef>
                <a:spcPts val="0"/>
              </a:spcBef>
              <a:buFont typeface="Arial"/>
              <a:buChar char="•"/>
            </a:pPr>
            <a:r>
              <a:rPr lang="th-TH" sz="1700" b="1" i="0" dirty="0">
                <a:solidFill>
                  <a:srgbClr val="0D1B2A"/>
                </a:solidFill>
              </a:rPr>
              <a:t>งานเดิม ทำต่อ</a:t>
            </a:r>
          </a:p>
          <a:p>
            <a:pPr marL="285750" indent="0" algn="l">
              <a:spcBef>
                <a:spcPts val="150"/>
              </a:spcBef>
              <a:buNone/>
            </a:pPr>
            <a:r>
              <a:rPr lang="th-TH" sz="1500" b="0" i="0" dirty="0">
                <a:solidFill>
                  <a:srgbClr val="4C5B6B"/>
                </a:solidFill>
              </a:rPr>
              <a:t>สรุปเก็บเป้าหมาย การตัดสินใจ กรอบงาน แล้วทิ้งบทสนทนาที่ไม่จำเป็น</a:t>
            </a:r>
          </a:p>
          <a:p>
            <a:pPr marL="285750" indent="-285750" algn="l">
              <a:spcBef>
                <a:spcPts val="1200"/>
              </a:spcBef>
              <a:buFont typeface="Arial"/>
              <a:buChar char="•"/>
            </a:pPr>
            <a:r>
              <a:rPr lang="th-TH" sz="1700" b="1" i="0" dirty="0">
                <a:solidFill>
                  <a:srgbClr val="0D1B2A"/>
                </a:solidFill>
              </a:rPr>
              <a:t>ใช้เมื่อ</a:t>
            </a:r>
          </a:p>
          <a:p>
            <a:pPr marL="285750" indent="0" algn="l">
              <a:spcBef>
                <a:spcPts val="150"/>
              </a:spcBef>
              <a:buNone/>
            </a:pPr>
            <a:r>
              <a:rPr lang="th-TH" sz="1500" b="0" i="0" dirty="0">
                <a:solidFill>
                  <a:srgbClr val="4C5B6B"/>
                </a:solidFill>
              </a:rPr>
              <a:t>context ใกล้เต็ม แต่ยังทำงานชิ้นเดิมอยู่</a:t>
            </a:r>
          </a:p>
        </p:txBody>
      </p:sp>
      <p:sp>
        <p:nvSpPr>
          <p:cNvPr id="110" name="Shape 110"/>
          <p:cNvSpPr/>
          <p:nvPr/>
        </p:nvSpPr>
        <p:spPr>
          <a:xfrm>
            <a:off x="6191402" y="1600200"/>
            <a:ext cx="5162702" cy="713232"/>
          </a:xfrm>
          <a:prstGeom prst="roundRect">
            <a:avLst>
              <a:gd name="adj" fmla="val 12000"/>
            </a:avLst>
          </a:prstGeom>
          <a:solidFill>
            <a:srgbClr val="4F8BD0"/>
          </a:solidFill>
          <a:ln>
            <a:noFill/>
          </a:ln>
        </p:spPr>
        <p:txBody>
          <a:bodyPr wrap="square" lIns="228600" tIns="73152" rIns="228600" bIns="73152" anchor="ctr">
            <a:normAutofit/>
          </a:bodyPr>
          <a:lstStyle/>
          <a:p>
            <a:pPr marL="0" indent="0" algn="l">
              <a:spcBef>
                <a:spcPts val="0"/>
              </a:spcBef>
              <a:buNone/>
            </a:pPr>
            <a:r>
              <a:rPr lang="th-TH" sz="2400" b="1" i="0" dirty="0">
                <a:solidFill>
                  <a:srgbClr val="FFFFFF"/>
                </a:solidFill>
              </a:rPr>
              <a:t>/clear</a:t>
            </a:r>
          </a:p>
        </p:txBody>
      </p:sp>
      <p:sp>
        <p:nvSpPr>
          <p:cNvPr id="111" name="Shape 111"/>
          <p:cNvSpPr/>
          <p:nvPr/>
        </p:nvSpPr>
        <p:spPr>
          <a:xfrm>
            <a:off x="6191402" y="2468880"/>
            <a:ext cx="5162702" cy="2514600"/>
          </a:xfrm>
          <a:prstGeom prst="roundRect">
            <a:avLst>
              <a:gd name="adj" fmla="val 8000"/>
            </a:avLst>
          </a:prstGeom>
          <a:solidFill>
            <a:srgbClr val="F3F7FD"/>
          </a:solidFill>
          <a:ln>
            <a:noFill/>
          </a:ln>
        </p:spPr>
        <p:txBody>
          <a:bodyPr wrap="square" lIns="274320" tIns="73152" rIns="274320" bIns="73152" anchor="t">
            <a:normAutofit/>
          </a:bodyPr>
          <a:lstStyle/>
          <a:p>
            <a:pPr marL="285750" indent="-285750" algn="l">
              <a:spcBef>
                <a:spcPts val="0"/>
              </a:spcBef>
              <a:buFont typeface="Arial"/>
              <a:buChar char="•"/>
            </a:pPr>
            <a:r>
              <a:rPr lang="th-TH" sz="1700" b="1" i="0" dirty="0">
                <a:solidFill>
                  <a:srgbClr val="0D1B2A"/>
                </a:solidFill>
              </a:rPr>
              <a:t>เริ่มงานใหม่ที่ไม่เกี่ยวกัน</a:t>
            </a:r>
          </a:p>
          <a:p>
            <a:pPr marL="285750" indent="0" algn="l">
              <a:spcBef>
                <a:spcPts val="150"/>
              </a:spcBef>
              <a:buNone/>
            </a:pPr>
            <a:r>
              <a:rPr lang="th-TH" sz="1500" b="0" i="0" dirty="0">
                <a:solidFill>
                  <a:srgbClr val="4C5B6B"/>
                </a:solidFill>
              </a:rPr>
              <a:t>ล้าง context ทั้งหมด เริ่มจากหน้ากระดาษเปล่า</a:t>
            </a:r>
          </a:p>
          <a:p>
            <a:pPr marL="285750" indent="-285750" algn="l">
              <a:spcBef>
                <a:spcPts val="1200"/>
              </a:spcBef>
              <a:buFont typeface="Arial"/>
              <a:buChar char="•"/>
            </a:pPr>
            <a:r>
              <a:rPr lang="th-TH" sz="1700" b="1" i="0" dirty="0">
                <a:solidFill>
                  <a:srgbClr val="0D1B2A"/>
                </a:solidFill>
              </a:rPr>
              <a:t>ใช้เมื่อ</a:t>
            </a:r>
          </a:p>
          <a:p>
            <a:pPr marL="285750" indent="0" algn="l">
              <a:spcBef>
                <a:spcPts val="150"/>
              </a:spcBef>
              <a:buNone/>
            </a:pPr>
            <a:r>
              <a:rPr lang="th-TH" sz="1500" b="0" i="0" dirty="0">
                <a:solidFill>
                  <a:srgbClr val="4C5B6B"/>
                </a:solidFill>
              </a:rPr>
              <a:t>เปลี่ยนเรื่อง — ของเก่าไม่ช่วยงานใหม่ มีแต่ถ่วง</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Summarization Handoff: ส่งกลับเฉพาะที่จำเป็น</a:t>
            </a:r>
          </a:p>
        </p:txBody>
      </p:sp>
      <p:sp>
        <p:nvSpPr>
          <p:cNvPr id="3" name="Content Placeholder 2"/>
          <p:cNvSpPr>
            <a:spLocks noGrp="1"/>
          </p:cNvSpPr>
          <p:nvPr>
            <p:ph sz="quarter" idx="12"/>
          </p:nvPr>
        </p:nvSpPr>
        <p:spPr>
          <a:xfrm>
            <a:off x="841248" y="1600200"/>
            <a:ext cx="4754880" cy="4389120"/>
          </a:xfrm>
        </p:spPr>
        <p:txBody>
          <a:bodyPr/>
          <a:lstStyle/>
          <a:p>
            <a:pPr marL="0" indent="0" algn="l">
              <a:spcBef>
                <a:spcPts val="0"/>
              </a:spcBef>
              <a:buNone/>
            </a:pPr>
            <a:r>
              <a:rPr lang="th-TH" sz="1650" b="1" i="0" dirty="0">
                <a:solidFill>
                  <a:srgbClr val="0D1B2A"/>
                </a:solidFill>
              </a:rPr>
              <a:t>ส่งกลับ ไม่ใช่ “ทุกอย่างที่เจอ”</a:t>
            </a:r>
          </a:p>
          <a:p>
            <a:pPr marL="0" indent="0" algn="l">
              <a:spcBef>
                <a:spcPts val="900"/>
              </a:spcBef>
              <a:buNone/>
            </a:pPr>
            <a:r>
              <a:rPr lang="th-TH" sz="1450" b="1" i="0" dirty="0">
                <a:solidFill>
                  <a:srgbClr val="005CFF"/>
                </a:solidFill>
              </a:rPr>
              <a:t>ปฏิบัติ: </a:t>
            </a:r>
            <a:r>
              <a:rPr lang="th-TH" sz="1400" b="0" i="0" dirty="0">
                <a:solidFill>
                  <a:srgbClr val="0D1B2A"/>
                </a:solidFill>
              </a:rPr>
              <a:t>ทุก prompt สั่งทีมต้องมีบรรทัดคุม output</a:t>
            </a:r>
          </a:p>
          <a:p>
            <a:pPr marL="285750" indent="-285750" algn="l">
              <a:spcBef>
                <a:spcPts val="300"/>
              </a:spcBef>
              <a:buFont typeface="Arial"/>
              <a:buChar char="•"/>
            </a:pPr>
            <a:r>
              <a:rPr lang="th-TH" sz="1350" b="0" i="0" dirty="0">
                <a:solidFill>
                  <a:srgbClr val="005CFF"/>
                </a:solidFill>
                <a:latin typeface="Consolas"/>
                <a:cs typeface="Consolas"/>
              </a:rPr>
              <a:t>under 300 words</a:t>
            </a:r>
          </a:p>
          <a:p>
            <a:pPr marL="285750" indent="-285750" algn="l">
              <a:spcBef>
                <a:spcPts val="300"/>
              </a:spcBef>
              <a:buFont typeface="Arial"/>
              <a:buChar char="•"/>
            </a:pPr>
            <a:r>
              <a:rPr lang="th-TH" sz="1350" b="0" i="0" dirty="0">
                <a:solidFill>
                  <a:srgbClr val="005CFF"/>
                </a:solidFill>
                <a:latin typeface="Consolas"/>
                <a:cs typeface="Consolas"/>
              </a:rPr>
              <a:t>5-line summary</a:t>
            </a:r>
          </a:p>
          <a:p>
            <a:pPr marL="285750" indent="-285750" algn="l">
              <a:spcBef>
                <a:spcPts val="300"/>
              </a:spcBef>
              <a:buFont typeface="Arial"/>
              <a:buChar char="•"/>
            </a:pPr>
            <a:r>
              <a:rPr lang="th-TH" sz="1350" b="0" i="0" dirty="0">
                <a:solidFill>
                  <a:srgbClr val="005CFF"/>
                </a:solidFill>
                <a:latin typeface="Consolas"/>
                <a:cs typeface="Consolas"/>
              </a:rPr>
              <a:t>table only</a:t>
            </a:r>
          </a:p>
          <a:p>
            <a:pPr marL="0" indent="0" algn="l">
              <a:spcBef>
                <a:spcPts val="1000"/>
              </a:spcBef>
              <a:buNone/>
            </a:pPr>
            <a:r>
              <a:rPr lang="th-TH" sz="1400" b="1" i="0" dirty="0">
                <a:solidFill>
                  <a:srgbClr val="B93815"/>
                </a:solidFill>
              </a:rPr>
              <a:t>กับดัก: </a:t>
            </a:r>
            <a:r>
              <a:rPr lang="th-TH" sz="1350" b="0" i="0" dirty="0">
                <a:solidFill>
                  <a:srgbClr val="0D1B2A"/>
                </a:solidFill>
              </a:rPr>
              <a:t>ส่ง raw output กลับโดยไม่สรุป → context โดนกินใน 2–3 dispatch แรก</a:t>
            </a:r>
          </a:p>
        </p:txBody>
      </p:sp>
      <p:sp>
        <p:nvSpPr>
          <p:cNvPr id="109" name="Shape 109"/>
          <p:cNvSpPr/>
          <p:nvPr/>
        </p:nvSpPr>
        <p:spPr>
          <a:xfrm>
            <a:off x="5943600" y="1691640"/>
            <a:ext cx="1828800" cy="4114800"/>
          </a:xfrm>
          <a:prstGeom prst="roundRect">
            <a:avLst>
              <a:gd name="adj" fmla="val 10000"/>
            </a:avLst>
          </a:prstGeom>
          <a:solidFill>
            <a:srgbClr val="005CFF"/>
          </a:solidFill>
          <a:ln>
            <a:noFill/>
          </a:ln>
        </p:spPr>
        <p:txBody>
          <a:bodyPr wrap="square" lIns="109728" tIns="73152" rIns="109728" bIns="73152" anchor="ctr">
            <a:normAutofit/>
          </a:bodyPr>
          <a:lstStyle/>
          <a:p>
            <a:pPr marL="0" indent="0" algn="ctr">
              <a:spcBef>
                <a:spcPts val="0"/>
              </a:spcBef>
              <a:buNone/>
            </a:pPr>
            <a:r>
              <a:rPr lang="th-TH" sz="1500" b="1" i="0" dirty="0">
                <a:solidFill>
                  <a:srgbClr val="FFFFFF"/>
                </a:solidFill>
              </a:rPr>
              <a:t>Subagent</a:t>
            </a:r>
          </a:p>
          <a:p>
            <a:pPr marL="0" indent="0" algn="ctr">
              <a:spcBef>
                <a:spcPts val="0"/>
              </a:spcBef>
              <a:buNone/>
            </a:pPr>
            <a:r>
              <a:rPr lang="th-TH" sz="1100" b="0" i="0" dirty="0">
                <a:solidFill>
                  <a:srgbClr val="EAF2FF"/>
                </a:solidFill>
              </a:rPr>
              <a:t>(context แยก)</a:t>
            </a:r>
          </a:p>
        </p:txBody>
      </p:sp>
      <p:sp>
        <p:nvSpPr>
          <p:cNvPr id="110" name="Shape 110"/>
          <p:cNvSpPr/>
          <p:nvPr/>
        </p:nvSpPr>
        <p:spPr>
          <a:xfrm>
            <a:off x="9692640" y="1691640"/>
            <a:ext cx="1645920" cy="4114800"/>
          </a:xfrm>
          <a:prstGeom prst="roundRect">
            <a:avLst>
              <a:gd name="adj" fmla="val 10000"/>
            </a:avLst>
          </a:prstGeom>
          <a:solidFill>
            <a:srgbClr val="0D1B2A"/>
          </a:solidFill>
          <a:ln>
            <a:noFill/>
          </a:ln>
        </p:spPr>
        <p:txBody>
          <a:bodyPr wrap="square" lIns="109728" tIns="73152" rIns="109728" bIns="73152" anchor="ctr">
            <a:normAutofit/>
          </a:bodyPr>
          <a:lstStyle/>
          <a:p>
            <a:pPr marL="0" indent="0" algn="ctr">
              <a:spcBef>
                <a:spcPts val="0"/>
              </a:spcBef>
              <a:buNone/>
            </a:pPr>
            <a:r>
              <a:rPr lang="th-TH" sz="1500" b="1" i="0" dirty="0">
                <a:solidFill>
                  <a:srgbClr val="FFFFFF"/>
                </a:solidFill>
              </a:rPr>
              <a:t>Leader</a:t>
            </a:r>
          </a:p>
        </p:txBody>
      </p:sp>
      <p:sp>
        <p:nvSpPr>
          <p:cNvPr id="111" name="Shape 111"/>
          <p:cNvSpPr/>
          <p:nvPr/>
        </p:nvSpPr>
        <p:spPr>
          <a:xfrm>
            <a:off x="7955279" y="1874519"/>
            <a:ext cx="1554480" cy="822960"/>
          </a:xfrm>
          <a:prstGeom prst="roundRect">
            <a:avLst>
              <a:gd name="adj" fmla="val 15000"/>
            </a:avLst>
          </a:prstGeom>
          <a:solidFill>
            <a:srgbClr val="FFFFFF"/>
          </a:solidFill>
          <a:ln w="12700">
            <a:solidFill>
              <a:srgbClr val="12B76A"/>
            </a:solidFill>
          </a:ln>
        </p:spPr>
        <p:txBody>
          <a:bodyPr wrap="square" lIns="45720" tIns="45720" rIns="45720" bIns="45720" anchor="ctr">
            <a:normAutofit/>
          </a:bodyPr>
          <a:lstStyle/>
          <a:p>
            <a:pPr marL="0" indent="0" algn="ctr">
              <a:spcBef>
                <a:spcPts val="0"/>
              </a:spcBef>
              <a:buNone/>
            </a:pPr>
            <a:r>
              <a:rPr lang="th-TH" sz="1300" b="1" i="0" dirty="0">
                <a:solidFill>
                  <a:srgbClr val="12B76A"/>
                </a:solidFill>
              </a:rPr>
              <a:t>คำตอบ</a:t>
            </a:r>
          </a:p>
          <a:p>
            <a:pPr marL="0" indent="0" algn="ctr">
              <a:spcBef>
                <a:spcPts val="0"/>
              </a:spcBef>
              <a:buNone/>
            </a:pPr>
            <a:r>
              <a:rPr lang="th-TH" sz="1050" b="0" i="0" dirty="0">
                <a:solidFill>
                  <a:srgbClr val="4C5B6B"/>
                </a:solidFill>
              </a:rPr>
              <a:t>กระชับ</a:t>
            </a:r>
          </a:p>
        </p:txBody>
      </p:sp>
      <p:sp>
        <p:nvSpPr>
          <p:cNvPr id="112" name="Shape 112"/>
          <p:cNvSpPr/>
          <p:nvPr/>
        </p:nvSpPr>
        <p:spPr>
          <a:xfrm>
            <a:off x="7955279" y="2926079"/>
            <a:ext cx="1554480" cy="822960"/>
          </a:xfrm>
          <a:prstGeom prst="roundRect">
            <a:avLst>
              <a:gd name="adj" fmla="val 15000"/>
            </a:avLst>
          </a:prstGeom>
          <a:solidFill>
            <a:srgbClr val="FFFFFF"/>
          </a:solidFill>
          <a:ln w="12700">
            <a:solidFill>
              <a:srgbClr val="12B76A"/>
            </a:solidFill>
          </a:ln>
        </p:spPr>
        <p:txBody>
          <a:bodyPr wrap="square" lIns="45720" tIns="45720" rIns="45720" bIns="45720" anchor="ctr">
            <a:normAutofit/>
          </a:bodyPr>
          <a:lstStyle/>
          <a:p>
            <a:pPr marL="0" indent="0" algn="ctr">
              <a:spcBef>
                <a:spcPts val="0"/>
              </a:spcBef>
              <a:buNone/>
            </a:pPr>
            <a:r>
              <a:rPr lang="th-TH" sz="1300" b="1" i="0" dirty="0">
                <a:solidFill>
                  <a:srgbClr val="12B76A"/>
                </a:solidFill>
              </a:rPr>
              <a:t>หลักฐาน</a:t>
            </a:r>
          </a:p>
          <a:p>
            <a:pPr marL="0" indent="0" algn="ctr">
              <a:spcBef>
                <a:spcPts val="0"/>
              </a:spcBef>
              <a:buNone/>
            </a:pPr>
            <a:r>
              <a:rPr lang="th-TH" sz="1050" b="0" i="0" dirty="0">
                <a:solidFill>
                  <a:srgbClr val="4C5B6B"/>
                </a:solidFill>
              </a:rPr>
              <a:t>file:line, ลิงก์</a:t>
            </a:r>
          </a:p>
        </p:txBody>
      </p:sp>
      <p:sp>
        <p:nvSpPr>
          <p:cNvPr id="113" name="Shape 113"/>
          <p:cNvSpPr/>
          <p:nvPr/>
        </p:nvSpPr>
        <p:spPr>
          <a:xfrm>
            <a:off x="7955279" y="3977639"/>
            <a:ext cx="1554480" cy="822960"/>
          </a:xfrm>
          <a:prstGeom prst="roundRect">
            <a:avLst>
              <a:gd name="adj" fmla="val 15000"/>
            </a:avLst>
          </a:prstGeom>
          <a:solidFill>
            <a:srgbClr val="FFFFFF"/>
          </a:solidFill>
          <a:ln w="12700">
            <a:solidFill>
              <a:srgbClr val="12B76A"/>
            </a:solidFill>
          </a:ln>
        </p:spPr>
        <p:txBody>
          <a:bodyPr wrap="square" lIns="45720" tIns="45720" rIns="45720" bIns="45720" anchor="ctr">
            <a:normAutofit/>
          </a:bodyPr>
          <a:lstStyle/>
          <a:p>
            <a:pPr marL="0" indent="0" algn="ctr">
              <a:spcBef>
                <a:spcPts val="0"/>
              </a:spcBef>
              <a:buNone/>
            </a:pPr>
            <a:r>
              <a:rPr lang="th-TH" sz="1300" b="1" i="0" dirty="0">
                <a:solidFill>
                  <a:srgbClr val="12B76A"/>
                </a:solidFill>
              </a:rPr>
              <a:t>ความไม่แน่นอน</a:t>
            </a:r>
          </a:p>
          <a:p>
            <a:pPr marL="0" indent="0" algn="ctr">
              <a:spcBef>
                <a:spcPts val="0"/>
              </a:spcBef>
              <a:buNone/>
            </a:pPr>
            <a:r>
              <a:rPr lang="th-TH" sz="1050" b="0" i="0" dirty="0">
                <a:solidFill>
                  <a:srgbClr val="4C5B6B"/>
                </a:solidFill>
              </a:rPr>
              <a:t>สิ่งที่ตรวจไม่ได้</a:t>
            </a:r>
          </a:p>
        </p:txBody>
      </p:sp>
      <p:cxnSp>
        <p:nvCxnSpPr>
          <p:cNvPr id="114" name="Arrow 114"/>
          <p:cNvCxnSpPr/>
          <p:nvPr/>
        </p:nvCxnSpPr>
        <p:spPr>
          <a:xfrm>
            <a:off x="9509760" y="2286000"/>
            <a:ext cx="182879" cy="0"/>
          </a:xfrm>
          <a:prstGeom prst="straightConnector1">
            <a:avLst/>
          </a:prstGeom>
          <a:ln w="19050">
            <a:solidFill>
              <a:srgbClr val="12B76A"/>
            </a:solidFill>
            <a:tailEnd type="triangle" w="med" len="med"/>
          </a:ln>
        </p:spPr>
      </p:cxnSp>
      <p:cxnSp>
        <p:nvCxnSpPr>
          <p:cNvPr id="115" name="Arrow 115"/>
          <p:cNvCxnSpPr/>
          <p:nvPr/>
        </p:nvCxnSpPr>
        <p:spPr>
          <a:xfrm>
            <a:off x="9509760" y="3337560"/>
            <a:ext cx="182879" cy="0"/>
          </a:xfrm>
          <a:prstGeom prst="straightConnector1">
            <a:avLst/>
          </a:prstGeom>
          <a:ln w="19050">
            <a:solidFill>
              <a:srgbClr val="12B76A"/>
            </a:solidFill>
            <a:tailEnd type="triangle" w="med" len="med"/>
          </a:ln>
        </p:spPr>
      </p:cxnSp>
      <p:cxnSp>
        <p:nvCxnSpPr>
          <p:cNvPr id="116" name="Arrow 116"/>
          <p:cNvCxnSpPr/>
          <p:nvPr/>
        </p:nvCxnSpPr>
        <p:spPr>
          <a:xfrm>
            <a:off x="9509760" y="4389120"/>
            <a:ext cx="182879" cy="0"/>
          </a:xfrm>
          <a:prstGeom prst="straightConnector1">
            <a:avLst/>
          </a:prstGeom>
          <a:ln w="19050">
            <a:solidFill>
              <a:srgbClr val="12B76A"/>
            </a:solidFill>
            <a:tailEnd type="triangle" w="med" len="med"/>
          </a:ln>
        </p:spPr>
      </p:cxnSp>
      <p:sp>
        <p:nvSpPr>
          <p:cNvPr id="117" name="Shape 117"/>
          <p:cNvSpPr/>
          <p:nvPr/>
        </p:nvSpPr>
        <p:spPr>
          <a:xfrm>
            <a:off x="7955279" y="5029200"/>
            <a:ext cx="1554480" cy="731520"/>
          </a:xfrm>
          <a:prstGeom prst="roundRect">
            <a:avLst>
              <a:gd name="adj" fmla="val 15000"/>
            </a:avLst>
          </a:prstGeom>
          <a:solidFill>
            <a:srgbClr val="FEF3F2"/>
          </a:solidFill>
          <a:ln w="12700">
            <a:solidFill>
              <a:srgbClr val="FDA29B"/>
            </a:solidFill>
          </a:ln>
        </p:spPr>
        <p:txBody>
          <a:bodyPr wrap="square" lIns="45720" tIns="45720" rIns="45720" bIns="45720" anchor="ctr">
            <a:normAutofit/>
          </a:bodyPr>
          <a:lstStyle/>
          <a:p>
            <a:pPr marL="0" indent="0" algn="ctr">
              <a:spcBef>
                <a:spcPts val="0"/>
              </a:spcBef>
              <a:buNone/>
            </a:pPr>
            <a:r>
              <a:rPr lang="th-TH" sz="1150" b="1" i="0" dirty="0">
                <a:solidFill>
                  <a:srgbClr val="D92D20"/>
                </a:solidFill>
              </a:rPr>
              <a:t>raw output</a:t>
            </a:r>
          </a:p>
          <a:p>
            <a:pPr marL="0" indent="0" algn="ctr">
              <a:spcBef>
                <a:spcPts val="0"/>
              </a:spcBef>
              <a:buNone/>
            </a:pPr>
            <a:r>
              <a:rPr lang="th-TH" sz="1000" b="0" i="0" dirty="0">
                <a:solidFill>
                  <a:srgbClr val="4C5B6B"/>
                </a:solidFill>
              </a:rPr>
              <a:t>ทุกอย่างที่เจอ</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05CA9B4-3585-FD89-9A37-67CA18EBCC06}"/>
              </a:ext>
            </a:extLst>
          </p:cNvPr>
          <p:cNvSpPr>
            <a:spLocks noGrp="1"/>
          </p:cNvSpPr>
          <p:nvPr>
            <p:ph type="ftr" sz="quarter" idx="3"/>
          </p:nvPr>
        </p:nvSpPr>
        <p:spPr/>
        <p:txBody>
          <a:bodyPr/>
          <a:lstStyle/>
          <a:p>
            <a:r>
              <a:rPr lang="en-US"/>
              <a:t>Copyright © 2026 9Expert Co., Ltd. All rights reserved.</a:t>
            </a:r>
            <a:endParaRPr lang="en-TH"/>
          </a:p>
        </p:txBody>
      </p:sp>
      <p:sp>
        <p:nvSpPr>
          <p:cNvPr id="3" name="Slide Number Placeholder 2">
            <a:extLst>
              <a:ext uri="{FF2B5EF4-FFF2-40B4-BE49-F238E27FC236}">
                <a16:creationId xmlns:a16="http://schemas.microsoft.com/office/drawing/2014/main" id="{DEB70693-E99D-1FB1-A707-391404D038E7}"/>
              </a:ext>
            </a:extLst>
          </p:cNvPr>
          <p:cNvSpPr>
            <a:spLocks noGrp="1"/>
          </p:cNvSpPr>
          <p:nvPr>
            <p:ph type="sldNum" sz="quarter" idx="4"/>
          </p:nvPr>
        </p:nvSpPr>
        <p:spPr/>
        <p:txBody>
          <a:bodyPr/>
          <a:lstStyle/>
          <a:p>
            <a:fld id="{7B973119-0BF9-7444-941C-BCE2AFE6BE2E}" type="slidenum">
              <a:rPr lang="en-TH" smtClean="0"/>
              <a:t>65</a:t>
            </a:fld>
            <a:endParaRPr lang="en-TH"/>
          </a:p>
        </p:txBody>
      </p:sp>
      <p:sp>
        <p:nvSpPr>
          <p:cNvPr id="104" name="Title 1"/>
          <p:cNvSpPr>
            <a:spLocks noGrp="1"/>
          </p:cNvSpPr>
          <p:nvPr>
            <p:ph type="title"/>
          </p:nvPr>
        </p:nvSpPr>
        <p:spPr/>
        <p:txBody>
          <a:bodyPr>
            <a:normAutofit/>
          </a:bodyPr>
          <a:lstStyle/>
          <a:p>
            <a:r>
              <a:rPr lang="th-TH" dirty="0"/>
              <a:t>Persistent Memory: ให้ Agent จำข้ามเซสชัน</a:t>
            </a:r>
          </a:p>
        </p:txBody>
      </p:sp>
      <p:sp>
        <p:nvSpPr>
          <p:cNvPr id="105" name="Shape 105"/>
          <p:cNvSpPr/>
          <p:nvPr/>
        </p:nvSpPr>
        <p:spPr>
          <a:xfrm>
            <a:off x="841248" y="1645920"/>
            <a:ext cx="2194560" cy="2743200"/>
          </a:xfrm>
          <a:prstGeom prst="roundRect">
            <a:avLst>
              <a:gd name="adj" fmla="val 8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6" name="Shape 106"/>
          <p:cNvSpPr/>
          <p:nvPr/>
        </p:nvSpPr>
        <p:spPr>
          <a:xfrm>
            <a:off x="1527048" y="1783080"/>
            <a:ext cx="822960" cy="822960"/>
          </a:xfrm>
          <a:prstGeom prst="ellipse">
            <a:avLst/>
          </a:prstGeom>
          <a:solidFill>
            <a:srgbClr val="2486FF"/>
          </a:solidFill>
          <a:ln>
            <a:noFill/>
          </a:ln>
        </p:spPr>
        <p:txBody>
          <a:bodyPr wrap="square" lIns="0" tIns="0" rIns="0" bIns="0" anchor="ctr">
            <a:normAutofit/>
          </a:bodyPr>
          <a:lstStyle/>
          <a:p>
            <a:pPr marL="0" indent="0" algn="ctr">
              <a:spcBef>
                <a:spcPts val="0"/>
              </a:spcBef>
              <a:buNone/>
            </a:pPr>
            <a:r>
              <a:rPr lang="th-TH" sz="2200" b="0" i="0" dirty="0">
                <a:solidFill>
                  <a:srgbClr val="FFFFFF"/>
                </a:solidFill>
              </a:rPr>
              <a:t>U</a:t>
            </a:r>
          </a:p>
        </p:txBody>
      </p:sp>
      <p:sp>
        <p:nvSpPr>
          <p:cNvPr id="107" name="Shape 107"/>
          <p:cNvSpPr/>
          <p:nvPr/>
        </p:nvSpPr>
        <p:spPr>
          <a:xfrm>
            <a:off x="932688" y="2697480"/>
            <a:ext cx="2011680" cy="1645920"/>
          </a:xfrm>
          <a:prstGeom prst="rect">
            <a:avLst/>
          </a:prstGeom>
          <a:noFill/>
          <a:ln>
            <a:noFill/>
          </a:ln>
        </p:spPr>
        <p:txBody>
          <a:bodyPr wrap="square" lIns="0" tIns="0" rIns="0" bIns="0" anchor="t">
            <a:normAutofit/>
          </a:bodyPr>
          <a:lstStyle/>
          <a:p>
            <a:pPr marL="0" indent="0" algn="ctr">
              <a:spcBef>
                <a:spcPts val="0"/>
              </a:spcBef>
              <a:buNone/>
            </a:pPr>
            <a:r>
              <a:rPr lang="th-TH" sz="1300" b="0" i="0" dirty="0">
                <a:solidFill>
                  <a:srgbClr val="005CFF"/>
                </a:solidFill>
                <a:latin typeface="Consolas"/>
                <a:cs typeface="Consolas"/>
              </a:rPr>
              <a:t>memory: user</a:t>
            </a:r>
          </a:p>
          <a:p>
            <a:pPr marL="0" indent="0" algn="ctr">
              <a:spcBef>
                <a:spcPts val="300"/>
              </a:spcBef>
              <a:buNone/>
            </a:pPr>
            <a:r>
              <a:rPr lang="th-TH" sz="1250" b="1" i="0" dirty="0">
                <a:solidFill>
                  <a:srgbClr val="0D1B2A"/>
                </a:solidFill>
              </a:rPr>
              <a:t>ของผู้ใช้ ข้ามทุกโปรเจกต์</a:t>
            </a:r>
          </a:p>
          <a:p>
            <a:pPr marL="0" indent="0" algn="ctr">
              <a:spcBef>
                <a:spcPts val="200"/>
              </a:spcBef>
              <a:buNone/>
            </a:pPr>
            <a:r>
              <a:rPr lang="th-TH" sz="1150" b="0" i="0" dirty="0">
                <a:solidFill>
                  <a:srgbClr val="4C5B6B"/>
                </a:solidFill>
              </a:rPr>
              <a:t>ความชอบ / สไตล์ส่วนตัว</a:t>
            </a:r>
          </a:p>
        </p:txBody>
      </p:sp>
      <p:sp>
        <p:nvSpPr>
          <p:cNvPr id="108" name="Shape 108"/>
          <p:cNvSpPr/>
          <p:nvPr/>
        </p:nvSpPr>
        <p:spPr>
          <a:xfrm>
            <a:off x="3218688" y="1645920"/>
            <a:ext cx="2194560" cy="2743200"/>
          </a:xfrm>
          <a:prstGeom prst="roundRect">
            <a:avLst>
              <a:gd name="adj" fmla="val 8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9" name="Shape 109"/>
          <p:cNvSpPr/>
          <p:nvPr/>
        </p:nvSpPr>
        <p:spPr>
          <a:xfrm>
            <a:off x="3904487" y="1783080"/>
            <a:ext cx="822960" cy="82296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2200" b="0" i="0" dirty="0">
                <a:solidFill>
                  <a:srgbClr val="FFFFFF"/>
                </a:solidFill>
              </a:rPr>
              <a:t>P</a:t>
            </a:r>
          </a:p>
        </p:txBody>
      </p:sp>
      <p:sp>
        <p:nvSpPr>
          <p:cNvPr id="110" name="Shape 110"/>
          <p:cNvSpPr/>
          <p:nvPr/>
        </p:nvSpPr>
        <p:spPr>
          <a:xfrm>
            <a:off x="3310128" y="2697480"/>
            <a:ext cx="2011680" cy="1645920"/>
          </a:xfrm>
          <a:prstGeom prst="rect">
            <a:avLst/>
          </a:prstGeom>
          <a:noFill/>
          <a:ln>
            <a:noFill/>
          </a:ln>
        </p:spPr>
        <p:txBody>
          <a:bodyPr wrap="square" lIns="0" tIns="0" rIns="0" bIns="0" anchor="t">
            <a:normAutofit/>
          </a:bodyPr>
          <a:lstStyle/>
          <a:p>
            <a:pPr marL="0" indent="0" algn="ctr">
              <a:spcBef>
                <a:spcPts val="0"/>
              </a:spcBef>
              <a:buNone/>
            </a:pPr>
            <a:r>
              <a:rPr lang="th-TH" sz="1300" b="0" i="0" dirty="0">
                <a:solidFill>
                  <a:srgbClr val="005CFF"/>
                </a:solidFill>
                <a:latin typeface="Consolas"/>
                <a:cs typeface="Consolas"/>
              </a:rPr>
              <a:t>memory: project</a:t>
            </a:r>
          </a:p>
          <a:p>
            <a:pPr marL="0" indent="0" algn="ctr">
              <a:spcBef>
                <a:spcPts val="300"/>
              </a:spcBef>
              <a:buNone/>
            </a:pPr>
            <a:r>
              <a:rPr lang="th-TH" sz="1250" b="1" i="0" dirty="0">
                <a:solidFill>
                  <a:srgbClr val="0D1B2A"/>
                </a:solidFill>
              </a:rPr>
              <a:t>ของโปรเจกต์นี้ แชร์ทีม</a:t>
            </a:r>
          </a:p>
          <a:p>
            <a:pPr marL="0" indent="0" algn="ctr">
              <a:spcBef>
                <a:spcPts val="200"/>
              </a:spcBef>
              <a:buNone/>
            </a:pPr>
            <a:r>
              <a:rPr lang="th-TH" sz="1150" b="0" i="0" dirty="0">
                <a:solidFill>
                  <a:srgbClr val="4C5B6B"/>
                </a:solidFill>
              </a:rPr>
              <a:t>ข้อตกลงโครงสร้าง / ข้อตกลงโค้ด</a:t>
            </a:r>
          </a:p>
        </p:txBody>
      </p:sp>
      <p:sp>
        <p:nvSpPr>
          <p:cNvPr id="111" name="Shape 111"/>
          <p:cNvSpPr/>
          <p:nvPr/>
        </p:nvSpPr>
        <p:spPr>
          <a:xfrm>
            <a:off x="5596128" y="1645920"/>
            <a:ext cx="2194560" cy="2743200"/>
          </a:xfrm>
          <a:prstGeom prst="roundRect">
            <a:avLst>
              <a:gd name="adj" fmla="val 8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2" name="Shape 112"/>
          <p:cNvSpPr/>
          <p:nvPr/>
        </p:nvSpPr>
        <p:spPr>
          <a:xfrm>
            <a:off x="6281928" y="1783080"/>
            <a:ext cx="822960" cy="82296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2200" b="0" i="0" dirty="0">
                <a:solidFill>
                  <a:srgbClr val="FFFFFF"/>
                </a:solidFill>
              </a:rPr>
              <a:t>L</a:t>
            </a:r>
          </a:p>
        </p:txBody>
      </p:sp>
      <p:sp>
        <p:nvSpPr>
          <p:cNvPr id="113" name="Shape 113"/>
          <p:cNvSpPr/>
          <p:nvPr/>
        </p:nvSpPr>
        <p:spPr>
          <a:xfrm>
            <a:off x="5687568" y="2697480"/>
            <a:ext cx="2011680" cy="1645920"/>
          </a:xfrm>
          <a:prstGeom prst="rect">
            <a:avLst/>
          </a:prstGeom>
          <a:noFill/>
          <a:ln>
            <a:noFill/>
          </a:ln>
        </p:spPr>
        <p:txBody>
          <a:bodyPr wrap="square" lIns="0" tIns="0" rIns="0" bIns="0" anchor="t">
            <a:normAutofit/>
          </a:bodyPr>
          <a:lstStyle/>
          <a:p>
            <a:pPr marL="0" indent="0" algn="ctr">
              <a:spcBef>
                <a:spcPts val="0"/>
              </a:spcBef>
              <a:buNone/>
            </a:pPr>
            <a:r>
              <a:rPr lang="th-TH" sz="1300" b="0" i="0" dirty="0">
                <a:solidFill>
                  <a:srgbClr val="005CFF"/>
                </a:solidFill>
                <a:latin typeface="Consolas"/>
                <a:cs typeface="Consolas"/>
              </a:rPr>
              <a:t>memory: local</a:t>
            </a:r>
          </a:p>
          <a:p>
            <a:pPr marL="0" indent="0" algn="ctr">
              <a:spcBef>
                <a:spcPts val="300"/>
              </a:spcBef>
              <a:buNone/>
            </a:pPr>
            <a:r>
              <a:rPr lang="th-TH" sz="1250" b="1" i="0" dirty="0">
                <a:solidFill>
                  <a:srgbClr val="0D1B2A"/>
                </a:solidFill>
              </a:rPr>
              <a:t>โปรเจกต์นี้ เครื่องนี้</a:t>
            </a:r>
          </a:p>
          <a:p>
            <a:pPr marL="0" indent="0" algn="ctr">
              <a:spcBef>
                <a:spcPts val="200"/>
              </a:spcBef>
              <a:buNone/>
            </a:pPr>
            <a:r>
              <a:rPr lang="th-TH" sz="1150" b="0" i="0" dirty="0">
                <a:solidFill>
                  <a:srgbClr val="4C5B6B"/>
                </a:solidFill>
              </a:rPr>
              <a:t>สถานะการทำงานส่วนตัว</a:t>
            </a:r>
          </a:p>
        </p:txBody>
      </p:sp>
      <p:sp>
        <p:nvSpPr>
          <p:cNvPr id="114" name="Shape 114"/>
          <p:cNvSpPr/>
          <p:nvPr/>
        </p:nvSpPr>
        <p:spPr>
          <a:xfrm>
            <a:off x="8001000" y="1645920"/>
            <a:ext cx="3337560" cy="274320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100"/>
              </a:spcBef>
              <a:buNone/>
            </a:pPr>
            <a:r>
              <a:rPr lang="th-TH" sz="1150" b="0" i="0" dirty="0">
                <a:solidFill>
                  <a:srgbClr val="7FB5FA"/>
                </a:solidFill>
                <a:latin typeface="Consolas"/>
                <a:cs typeface="Consolas"/>
              </a:rPr>
              <a:t>---</a:t>
            </a:r>
          </a:p>
          <a:p>
            <a:pPr marL="0" indent="0" algn="l">
              <a:spcBef>
                <a:spcPts val="100"/>
              </a:spcBef>
              <a:buNone/>
            </a:pPr>
            <a:r>
              <a:rPr lang="th-TH" sz="1150" b="0" i="0" dirty="0">
                <a:solidFill>
                  <a:srgbClr val="FFD089"/>
                </a:solidFill>
                <a:latin typeface="Consolas"/>
                <a:cs typeface="Consolas"/>
              </a:rPr>
              <a:t>name: data-researcher</a:t>
            </a:r>
          </a:p>
          <a:p>
            <a:pPr marL="0" indent="0" algn="l">
              <a:spcBef>
                <a:spcPts val="100"/>
              </a:spcBef>
              <a:buNone/>
            </a:pPr>
            <a:r>
              <a:rPr lang="th-TH" sz="1150" b="0" i="0" dirty="0">
                <a:solidFill>
                  <a:srgbClr val="FFD089"/>
                </a:solidFill>
                <a:latin typeface="Consolas"/>
                <a:cs typeface="Consolas"/>
              </a:rPr>
              <a:t>description: ... Read-only.</a:t>
            </a:r>
          </a:p>
          <a:p>
            <a:pPr marL="0" indent="0" algn="l">
              <a:spcBef>
                <a:spcPts val="100"/>
              </a:spcBef>
              <a:buNone/>
            </a:pPr>
            <a:r>
              <a:rPr lang="th-TH" sz="1150" b="0" i="0" dirty="0">
                <a:solidFill>
                  <a:srgbClr val="E6EDF7"/>
                </a:solidFill>
                <a:latin typeface="Consolas"/>
                <a:cs typeface="Consolas"/>
              </a:rPr>
              <a:t>tools: Read, Grep, Glob</a:t>
            </a:r>
          </a:p>
          <a:p>
            <a:pPr marL="0" indent="0" algn="l">
              <a:spcBef>
                <a:spcPts val="100"/>
              </a:spcBef>
              <a:buNone/>
            </a:pPr>
            <a:r>
              <a:rPr lang="th-TH" sz="1150" b="0" i="0" dirty="0">
                <a:solidFill>
                  <a:srgbClr val="FFD089"/>
                </a:solidFill>
                <a:latin typeface="Consolas"/>
                <a:cs typeface="Consolas"/>
              </a:rPr>
              <a:t>model: sonnet</a:t>
            </a:r>
          </a:p>
          <a:p>
            <a:pPr marL="0" indent="0" algn="l">
              <a:spcBef>
                <a:spcPts val="100"/>
              </a:spcBef>
              <a:buNone/>
            </a:pPr>
            <a:r>
              <a:rPr lang="th-TH" sz="1150" b="0" i="0" dirty="0">
                <a:solidFill>
                  <a:srgbClr val="FFD089"/>
                </a:solidFill>
                <a:latin typeface="Consolas"/>
                <a:cs typeface="Consolas"/>
              </a:rPr>
              <a:t>memory: project</a:t>
            </a:r>
          </a:p>
          <a:p>
            <a:pPr marL="0" indent="0" algn="l">
              <a:spcBef>
                <a:spcPts val="100"/>
              </a:spcBef>
              <a:buNone/>
            </a:pPr>
            <a:r>
              <a:rPr lang="th-TH" sz="1150" b="0" i="0" dirty="0">
                <a:solidFill>
                  <a:srgbClr val="7FB5FA"/>
                </a:solidFill>
                <a:latin typeface="Consolas"/>
                <a:cs typeface="Consolas"/>
              </a:rPr>
              <a:t>---</a:t>
            </a:r>
          </a:p>
        </p:txBody>
      </p:sp>
      <p:sp>
        <p:nvSpPr>
          <p:cNvPr id="115" name="Shape 115"/>
          <p:cNvSpPr/>
          <p:nvPr/>
        </p:nvSpPr>
        <p:spPr>
          <a:xfrm>
            <a:off x="841248" y="4572000"/>
            <a:ext cx="10515600" cy="1325880"/>
          </a:xfrm>
          <a:prstGeom prst="roundRect">
            <a:avLst>
              <a:gd name="adj" fmla="val 10000"/>
            </a:avLst>
          </a:prstGeom>
          <a:solidFill>
            <a:srgbClr val="EAF2FF"/>
          </a:solidFill>
          <a:ln>
            <a:noFill/>
          </a:ln>
        </p:spPr>
        <p:txBody>
          <a:bodyPr wrap="square" lIns="228600" tIns="73152" rIns="228600" bIns="73152" anchor="ctr">
            <a:normAutofit/>
          </a:bodyPr>
          <a:lstStyle/>
          <a:p>
            <a:pPr marL="0" indent="0" algn="l">
              <a:spcBef>
                <a:spcPts val="0"/>
              </a:spcBef>
              <a:buNone/>
            </a:pPr>
            <a:r>
              <a:rPr lang="th-TH" sz="1350" b="1" i="0" dirty="0">
                <a:solidFill>
                  <a:srgbClr val="005CFF"/>
                </a:solidFill>
              </a:rPr>
              <a:t>Lab (⏱ 15 นาที): </a:t>
            </a:r>
            <a:r>
              <a:rPr lang="th-TH" sz="1300" b="0" i="0" dirty="0">
                <a:solidFill>
                  <a:srgbClr val="0D1B2A"/>
                </a:solidFill>
              </a:rPr>
              <a:t>เพิ่ม memory: project ให้ data-researcher ใน TUI → สั่งให้จด "Sales Insight ใช้ Node http ล้วน ห้ามแนะนำ Express ถ้าไม่ได้ขอ" → /exit → เปิด claude ใหม่แล้วถามเรื่อง Express</a:t>
            </a:r>
          </a:p>
          <a:p>
            <a:pPr marL="0" indent="0" algn="l">
              <a:spcBef>
                <a:spcPts val="300"/>
              </a:spcBef>
              <a:buNone/>
            </a:pPr>
            <a:r>
              <a:rPr lang="th-TH" sz="1200" b="0" i="0" dirty="0">
                <a:solidFill>
                  <a:srgbClr val="4C5B6B"/>
                </a:solidFill>
              </a:rPr>
              <a:t>CLAUDE.md = กติกาที่เราเขียนให้ · memory = สิ่งที่เอเจนต์จดเองแล้วพกข้ามเซสชัน — ถ้าไม่อ้าง ให้จดผลไว้ ไม่บล็อก Workshop 5</a:t>
            </a:r>
          </a:p>
        </p:txBody>
      </p:sp>
    </p:spTree>
    <p:extLst>
      <p:ext uri="{BB962C8B-B14F-4D97-AF65-F5344CB8AC3E}">
        <p14:creationId xmlns:p14="http://schemas.microsoft.com/office/powerpoint/2010/main" val="41867276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Workshop 4 · </a:t>
            </a:r>
            <a:r>
              <a:rPr lang="th-TH" dirty="0"/>
              <a:t>ตัวทำความสะอาดเก็บ 16 ทิ้ง 8</a:t>
            </a:r>
            <a:endParaRPr dirty="0"/>
          </a:p>
        </p:txBody>
      </p:sp>
      <p:sp>
        <p:nvSpPr>
          <p:cNvPr id="6" name="TextBox 5"/>
          <p:cNvSpPr txBox="1"/>
          <p:nvPr/>
        </p:nvSpPr>
        <p:spPr>
          <a:xfrm>
            <a:off x="838200" y="6350000"/>
            <a:ext cx="10515600" cy="320000"/>
          </a:xfrm>
          <a:prstGeom prst="rect">
            <a:avLst/>
          </a:prstGeom>
          <a:noFill/>
        </p:spPr>
        <p:txBody>
          <a:bodyPr wrap="none">
            <a:spAutoFit/>
          </a:bodyPr>
          <a:lstStyle/>
          <a:p>
            <a:r>
              <a:rPr sz="1000"/>
              <a:t>จับภาพจริงจาก TUI (interactive) · Claude Code 2.1.310 · sandbox/sales-insight</a:t>
            </a:r>
          </a:p>
        </p:txBody>
      </p:sp>
      <p:pic>
        <p:nvPicPr>
          <p:cNvPr id="8" name="Content Placeholder 7" descr="w4-flow1.png">
            <a:extLst>
              <a:ext uri="{FF2B5EF4-FFF2-40B4-BE49-F238E27FC236}">
                <a16:creationId xmlns:a16="http://schemas.microsoft.com/office/drawing/2014/main" id="{2F666702-7B32-467C-F4EB-39F6A41DB942}"/>
              </a:ext>
            </a:extLst>
          </p:cNvPr>
          <p:cNvPicPr>
            <a:picLocks noGrp="1" noChangeAspect="1"/>
          </p:cNvPicPr>
          <p:nvPr>
            <p:ph sz="quarter" idx="12"/>
          </p:nvPr>
        </p:nvPicPr>
        <p:blipFill>
          <a:blip r:embed="rId2"/>
          <a:stretch>
            <a:fillRect/>
          </a:stretch>
        </p:blipFill>
        <p:spPr>
          <a:xfrm>
            <a:off x="1890888" y="1549400"/>
            <a:ext cx="8410223" cy="4494213"/>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Module 9 · Guardrails &amp; Hooks</a:t>
            </a:r>
          </a:p>
        </p:txBody>
      </p:sp>
      <p:sp>
        <p:nvSpPr>
          <p:cNvPr id="3" name="Text Placeholder 2"/>
          <p:cNvSpPr>
            <a:spLocks noGrp="1"/>
          </p:cNvSpPr>
          <p:nvPr>
            <p:ph type="body" idx="1"/>
          </p:nvPr>
        </p:nvSpPr>
        <p:spPr/>
        <p:txBody>
          <a:bodyPr>
            <a:normAutofit/>
          </a:bodyPr>
          <a:lstStyle/>
          <a:p>
            <a:r>
              <a:rPr lang="th-TH" dirty="0"/>
              <a:t>คุมคุณภาพ ความปลอดภัย และงบ Token</a:t>
            </a:r>
          </a:p>
        </p:txBody>
      </p:sp>
      <p:pic>
        <p:nvPicPr>
          <p:cNvPr id="4" name="Picture Placeholder 3" descr="swarm-ceiling.png"/>
          <p:cNvPicPr>
            <a:picLocks noGrp="1" noChangeAspect="1"/>
          </p:cNvPicPr>
          <p:nvPr>
            <p:ph type="pic" sz="quarter" idx="13"/>
          </p:nvPr>
        </p:nvPicPr>
        <p:blipFill>
          <a:blip r:embed="rId3"/>
          <a:srcRect l="19973" r="19973"/>
          <a:stretch>
            <a:fillRect/>
          </a:stretch>
        </p:blipFill>
        <p:spPr/>
      </p:pic>
      <p:sp>
        <p:nvSpPr>
          <p:cNvPr id="5" name="Text Placeholder 4"/>
          <p:cNvSpPr>
            <a:spLocks noGrp="1"/>
          </p:cNvSpPr>
          <p:nvPr>
            <p:ph type="body" idx="14"/>
          </p:nvPr>
        </p:nvSpPr>
        <p:spPr/>
        <p:txBody>
          <a:bodyPr/>
          <a:lstStyle/>
          <a:p>
            <a:r>
              <a:rPr lang="th-TH" dirty="0"/>
              <a:t>วันที่ 2 · เช้า · ⏱ ~55 นาที · Workshop 5</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FBA9E91-BCAD-64D4-8588-21178F7D5306}"/>
              </a:ext>
            </a:extLst>
          </p:cNvPr>
          <p:cNvSpPr>
            <a:spLocks noGrp="1"/>
          </p:cNvSpPr>
          <p:nvPr>
            <p:ph type="ftr" sz="quarter" idx="10"/>
          </p:nvPr>
        </p:nvSpPr>
        <p:spPr/>
        <p:txBody>
          <a:bodyPr/>
          <a:lstStyle/>
          <a:p>
            <a:r>
              <a:rPr lang="en-US"/>
              <a:t>Copyright © 2026 9Expert Co., Ltd. All rights reserved.</a:t>
            </a:r>
            <a:endParaRPr lang="en-TH"/>
          </a:p>
        </p:txBody>
      </p:sp>
      <p:sp>
        <p:nvSpPr>
          <p:cNvPr id="3" name="Slide Number Placeholder 2">
            <a:extLst>
              <a:ext uri="{FF2B5EF4-FFF2-40B4-BE49-F238E27FC236}">
                <a16:creationId xmlns:a16="http://schemas.microsoft.com/office/drawing/2014/main" id="{13E30E4E-4EFA-6E8B-7845-CF8A37449A6D}"/>
              </a:ext>
            </a:extLst>
          </p:cNvPr>
          <p:cNvSpPr>
            <a:spLocks noGrp="1"/>
          </p:cNvSpPr>
          <p:nvPr>
            <p:ph type="sldNum" sz="quarter" idx="11"/>
          </p:nvPr>
        </p:nvSpPr>
        <p:spPr/>
        <p:txBody>
          <a:bodyPr/>
          <a:lstStyle/>
          <a:p>
            <a:fld id="{7B973119-0BF9-7444-941C-BCE2AFE6BE2E}" type="slidenum">
              <a:rPr lang="en-TH" smtClean="0"/>
              <a:t>68</a:t>
            </a:fld>
            <a:endParaRPr lang="en-TH"/>
          </a:p>
        </p:txBody>
      </p:sp>
      <p:sp>
        <p:nvSpPr>
          <p:cNvPr id="104" name="Title 1"/>
          <p:cNvSpPr>
            <a:spLocks noGrp="1"/>
          </p:cNvSpPr>
          <p:nvPr>
            <p:ph type="title"/>
          </p:nvPr>
        </p:nvSpPr>
        <p:spPr/>
        <p:txBody>
          <a:bodyPr>
            <a:normAutofit/>
          </a:bodyPr>
          <a:lstStyle/>
          <a:p>
            <a:r>
              <a:rPr lang="th-TH" dirty="0"/>
              <a:t>Guardrails 3 ชั้น เริ่มจาก Permissions</a:t>
            </a:r>
          </a:p>
        </p:txBody>
      </p:sp>
      <p:sp>
        <p:nvSpPr>
          <p:cNvPr id="105" name="Shape 105"/>
          <p:cNvSpPr/>
          <p:nvPr/>
        </p:nvSpPr>
        <p:spPr>
          <a:xfrm>
            <a:off x="841248" y="1645920"/>
            <a:ext cx="5577840" cy="1097280"/>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6" name="Shape 106"/>
          <p:cNvSpPr/>
          <p:nvPr/>
        </p:nvSpPr>
        <p:spPr>
          <a:xfrm>
            <a:off x="1005840" y="1874519"/>
            <a:ext cx="640080" cy="64008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1800" b="1" i="0" dirty="0">
                <a:solidFill>
                  <a:srgbClr val="FFFFFF"/>
                </a:solidFill>
              </a:rPr>
              <a:t>1</a:t>
            </a:r>
          </a:p>
        </p:txBody>
      </p:sp>
      <p:sp>
        <p:nvSpPr>
          <p:cNvPr id="107" name="Shape 107"/>
          <p:cNvSpPr/>
          <p:nvPr/>
        </p:nvSpPr>
        <p:spPr>
          <a:xfrm>
            <a:off x="1828800" y="1719072"/>
            <a:ext cx="4480560" cy="960120"/>
          </a:xfrm>
          <a:prstGeom prst="rect">
            <a:avLst/>
          </a:prstGeom>
          <a:noFill/>
          <a:ln>
            <a:noFill/>
          </a:ln>
        </p:spPr>
        <p:txBody>
          <a:bodyPr wrap="square" lIns="0" tIns="0" rIns="0" bIns="0" anchor="ctr">
            <a:normAutofit/>
          </a:bodyPr>
          <a:lstStyle/>
          <a:p>
            <a:pPr marL="0" indent="0" algn="l">
              <a:spcBef>
                <a:spcPts val="0"/>
              </a:spcBef>
              <a:buNone/>
            </a:pPr>
            <a:r>
              <a:rPr lang="th-TH" sz="1600" b="1" i="0" dirty="0">
                <a:solidFill>
                  <a:srgbClr val="005CFF"/>
                </a:solidFill>
              </a:rPr>
              <a:t>Permissions</a:t>
            </a:r>
            <a:r>
              <a:rPr lang="th-TH" sz="1150" b="0" i="0" dirty="0">
                <a:solidFill>
                  <a:srgbClr val="4C5B6B"/>
                </a:solidFill>
              </a:rPr>
              <a:t>   tools allowlist · disallowedTools · permissionMode</a:t>
            </a:r>
          </a:p>
          <a:p>
            <a:pPr marL="0" indent="0" algn="l">
              <a:spcBef>
                <a:spcPts val="200"/>
              </a:spcBef>
              <a:buNone/>
            </a:pPr>
            <a:r>
              <a:rPr lang="th-TH" sz="1300" b="0" i="0" dirty="0">
                <a:solidFill>
                  <a:srgbClr val="0D1B2A"/>
                </a:solidFill>
              </a:rPr>
              <a:t>กัน Agent ทำเกินขอบเขต (เขียน/ลบ/รันคำสั่งอันตราย)</a:t>
            </a:r>
          </a:p>
        </p:txBody>
      </p:sp>
      <p:sp>
        <p:nvSpPr>
          <p:cNvPr id="108" name="Shape 108"/>
          <p:cNvSpPr/>
          <p:nvPr/>
        </p:nvSpPr>
        <p:spPr>
          <a:xfrm>
            <a:off x="841248" y="2880360"/>
            <a:ext cx="5577840" cy="1097280"/>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9" name="Shape 109"/>
          <p:cNvSpPr/>
          <p:nvPr/>
        </p:nvSpPr>
        <p:spPr>
          <a:xfrm>
            <a:off x="1005840" y="3108960"/>
            <a:ext cx="640080" cy="640080"/>
          </a:xfrm>
          <a:prstGeom prst="ellipse">
            <a:avLst/>
          </a:prstGeom>
          <a:solidFill>
            <a:srgbClr val="2486FF"/>
          </a:solidFill>
          <a:ln>
            <a:noFill/>
          </a:ln>
        </p:spPr>
        <p:txBody>
          <a:bodyPr wrap="square" lIns="0" tIns="0" rIns="0" bIns="0" anchor="ctr">
            <a:normAutofit/>
          </a:bodyPr>
          <a:lstStyle/>
          <a:p>
            <a:pPr marL="0" indent="0" algn="ctr">
              <a:spcBef>
                <a:spcPts val="0"/>
              </a:spcBef>
              <a:buNone/>
            </a:pPr>
            <a:r>
              <a:rPr lang="th-TH" sz="1800" b="1" i="0" dirty="0">
                <a:solidFill>
                  <a:srgbClr val="FFFFFF"/>
                </a:solidFill>
              </a:rPr>
              <a:t>2</a:t>
            </a:r>
          </a:p>
        </p:txBody>
      </p:sp>
      <p:sp>
        <p:nvSpPr>
          <p:cNvPr id="110" name="Shape 110"/>
          <p:cNvSpPr/>
          <p:nvPr/>
        </p:nvSpPr>
        <p:spPr>
          <a:xfrm>
            <a:off x="1828800" y="2953512"/>
            <a:ext cx="4480560" cy="960120"/>
          </a:xfrm>
          <a:prstGeom prst="rect">
            <a:avLst/>
          </a:prstGeom>
          <a:noFill/>
          <a:ln>
            <a:noFill/>
          </a:ln>
        </p:spPr>
        <p:txBody>
          <a:bodyPr wrap="square" lIns="0" tIns="0" rIns="0" bIns="0" anchor="ctr">
            <a:normAutofit/>
          </a:bodyPr>
          <a:lstStyle/>
          <a:p>
            <a:pPr marL="0" indent="0" algn="l">
              <a:spcBef>
                <a:spcPts val="0"/>
              </a:spcBef>
              <a:buNone/>
            </a:pPr>
            <a:r>
              <a:rPr lang="th-TH" sz="1600" b="1" i="0" dirty="0">
                <a:solidFill>
                  <a:srgbClr val="2486FF"/>
                </a:solidFill>
              </a:rPr>
              <a:t>Approval Gates</a:t>
            </a:r>
            <a:r>
              <a:rPr lang="th-TH" sz="1150" b="0" i="0" dirty="0">
                <a:solidFill>
                  <a:srgbClr val="4C5B6B"/>
                </a:solidFill>
              </a:rPr>
              <a:t>   Stop Conditions · Human-in-the-Loop</a:t>
            </a:r>
          </a:p>
          <a:p>
            <a:pPr marL="0" indent="0" algn="l">
              <a:spcBef>
                <a:spcPts val="200"/>
              </a:spcBef>
              <a:buNone/>
            </a:pPr>
            <a:r>
              <a:rPr lang="th-TH" sz="1300" b="0" i="0" dirty="0">
                <a:solidFill>
                  <a:srgbClr val="0D1B2A"/>
                </a:solidFill>
              </a:rPr>
              <a:t>กันงานรุดหน้าผิดทิศโดยไม่มีคนเห็น</a:t>
            </a:r>
          </a:p>
        </p:txBody>
      </p:sp>
      <p:sp>
        <p:nvSpPr>
          <p:cNvPr id="111" name="Shape 111"/>
          <p:cNvSpPr/>
          <p:nvPr/>
        </p:nvSpPr>
        <p:spPr>
          <a:xfrm>
            <a:off x="841248" y="4114800"/>
            <a:ext cx="5577840" cy="1097280"/>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2" name="Shape 112"/>
          <p:cNvSpPr/>
          <p:nvPr/>
        </p:nvSpPr>
        <p:spPr>
          <a:xfrm>
            <a:off x="1005840" y="4343400"/>
            <a:ext cx="640080" cy="64008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1800" b="1" i="0" dirty="0">
                <a:solidFill>
                  <a:srgbClr val="FFFFFF"/>
                </a:solidFill>
              </a:rPr>
              <a:t>3</a:t>
            </a:r>
          </a:p>
        </p:txBody>
      </p:sp>
      <p:sp>
        <p:nvSpPr>
          <p:cNvPr id="113" name="Shape 113"/>
          <p:cNvSpPr/>
          <p:nvPr/>
        </p:nvSpPr>
        <p:spPr>
          <a:xfrm>
            <a:off x="1828800" y="4187952"/>
            <a:ext cx="4480560" cy="960120"/>
          </a:xfrm>
          <a:prstGeom prst="rect">
            <a:avLst/>
          </a:prstGeom>
          <a:noFill/>
          <a:ln>
            <a:noFill/>
          </a:ln>
        </p:spPr>
        <p:txBody>
          <a:bodyPr wrap="square" lIns="0" tIns="0" rIns="0" bIns="0" anchor="ctr">
            <a:normAutofit/>
          </a:bodyPr>
          <a:lstStyle/>
          <a:p>
            <a:pPr marL="0" indent="0" algn="l">
              <a:spcBef>
                <a:spcPts val="0"/>
              </a:spcBef>
              <a:buNone/>
            </a:pPr>
            <a:r>
              <a:rPr lang="th-TH" sz="1600" b="1" i="0" dirty="0">
                <a:solidFill>
                  <a:srgbClr val="0D1B2A"/>
                </a:solidFill>
              </a:rPr>
              <a:t>Hooks</a:t>
            </a:r>
            <a:r>
              <a:rPr lang="th-TH" sz="1150" b="0" i="0" dirty="0">
                <a:solidFill>
                  <a:srgbClr val="4C5B6B"/>
                </a:solidFill>
              </a:rPr>
              <a:t>   PreToolUse · TaskCompleted ฯลฯ</a:t>
            </a:r>
          </a:p>
          <a:p>
            <a:pPr marL="0" indent="0" algn="l">
              <a:spcBef>
                <a:spcPts val="200"/>
              </a:spcBef>
              <a:buNone/>
            </a:pPr>
            <a:r>
              <a:rPr lang="th-TH" sz="1300" b="0" i="0" dirty="0">
                <a:solidFill>
                  <a:srgbClr val="0D1B2A"/>
                </a:solidFill>
              </a:rPr>
              <a:t>บังคับมาตรฐานอัตโนมัติทุกครั้ง</a:t>
            </a:r>
          </a:p>
        </p:txBody>
      </p:sp>
      <p:sp>
        <p:nvSpPr>
          <p:cNvPr id="114" name="Shape 114"/>
          <p:cNvSpPr/>
          <p:nvPr/>
        </p:nvSpPr>
        <p:spPr>
          <a:xfrm>
            <a:off x="841248" y="5440680"/>
            <a:ext cx="5577840" cy="457200"/>
          </a:xfrm>
          <a:prstGeom prst="roundRect">
            <a:avLst>
              <a:gd name="adj" fmla="val 30000"/>
            </a:avLst>
          </a:prstGeom>
          <a:solidFill>
            <a:srgbClr val="FFF8E6"/>
          </a:solidFill>
          <a:ln>
            <a:noFill/>
          </a:ln>
        </p:spPr>
        <p:txBody>
          <a:bodyPr wrap="square" lIns="137160" tIns="73152" rIns="137160" bIns="73152" anchor="ctr">
            <a:normAutofit/>
          </a:bodyPr>
          <a:lstStyle/>
          <a:p>
            <a:pPr marL="0" indent="0" algn="l">
              <a:spcBef>
                <a:spcPts val="0"/>
              </a:spcBef>
              <a:buNone/>
            </a:pPr>
            <a:r>
              <a:rPr lang="th-TH" sz="1200" b="1" i="0" dirty="0">
                <a:solidFill>
                  <a:srgbClr val="B54708"/>
                </a:solidFill>
              </a:rPr>
              <a:t>ความจำของ Agent ไม่ใช่กลไกควบคุม — สิ่งสำคัญต้องอยู่ใน config ที่บังคับจริง</a:t>
            </a:r>
          </a:p>
        </p:txBody>
      </p:sp>
      <p:sp>
        <p:nvSpPr>
          <p:cNvPr id="115" name="Shape 115"/>
          <p:cNvSpPr/>
          <p:nvPr/>
        </p:nvSpPr>
        <p:spPr>
          <a:xfrm>
            <a:off x="6720840" y="1645920"/>
            <a:ext cx="4617720" cy="237744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100"/>
              </a:spcBef>
              <a:buNone/>
            </a:pPr>
            <a:r>
              <a:rPr lang="th-TH" sz="1200" b="0" i="0" dirty="0">
                <a:solidFill>
                  <a:srgbClr val="8CE0A6"/>
                </a:solidFill>
                <a:latin typeface="Consolas"/>
                <a:cs typeface="Consolas"/>
              </a:rPr>
              <a:t># .claude/agents/data-researcher.md</a:t>
            </a:r>
          </a:p>
          <a:p>
            <a:pPr marL="0" indent="0" algn="l">
              <a:spcBef>
                <a:spcPts val="100"/>
              </a:spcBef>
              <a:buNone/>
            </a:pPr>
            <a:r>
              <a:rPr lang="th-TH" sz="1200" b="0" i="0" dirty="0">
                <a:solidFill>
                  <a:srgbClr val="FFD089"/>
                </a:solidFill>
                <a:latin typeface="Consolas"/>
                <a:cs typeface="Consolas"/>
              </a:rPr>
              <a:t>tools: Read, Grep, Glob</a:t>
            </a:r>
          </a:p>
          <a:p>
            <a:pPr marL="0" indent="0" algn="l">
              <a:spcBef>
                <a:spcPts val="100"/>
              </a:spcBef>
              <a:buNone/>
            </a:pPr>
            <a:r>
              <a:rPr lang="th-TH" sz="1200" b="0" i="0" dirty="0">
                <a:solidFill>
                  <a:srgbClr val="E6EDF7"/>
                </a:solidFill>
                <a:latin typeface="Consolas"/>
                <a:cs typeface="Consolas"/>
              </a:rPr>
              <a:t>  # allowlist — ไม่มี Bash/Edit/Write</a:t>
            </a:r>
          </a:p>
          <a:p>
            <a:pPr marL="0" indent="0" algn="l">
              <a:spcBef>
                <a:spcPts val="100"/>
              </a:spcBef>
              <a:buNone/>
            </a:pPr>
            <a:r>
              <a:rPr lang="th-TH" sz="1200" b="0" i="0" dirty="0">
                <a:solidFill>
                  <a:srgbClr val="FFD089"/>
                </a:solidFill>
                <a:latin typeface="Consolas"/>
                <a:cs typeface="Consolas"/>
              </a:rPr>
              <a:t>disallowedTools: WebFetch, WebSearch</a:t>
            </a:r>
          </a:p>
          <a:p>
            <a:pPr marL="0" indent="0" algn="l">
              <a:spcBef>
                <a:spcPts val="100"/>
              </a:spcBef>
              <a:buNone/>
            </a:pPr>
            <a:r>
              <a:rPr lang="th-TH" sz="1200" b="0" i="0" dirty="0">
                <a:solidFill>
                  <a:srgbClr val="E6EDF7"/>
                </a:solidFill>
                <a:latin typeface="Consolas"/>
                <a:cs typeface="Consolas"/>
              </a:rPr>
              <a:t>  # denylist เฉพาะจุด</a:t>
            </a:r>
          </a:p>
          <a:p>
            <a:pPr marL="0" indent="0" algn="l">
              <a:spcBef>
                <a:spcPts val="100"/>
              </a:spcBef>
              <a:buNone/>
            </a:pPr>
            <a:r>
              <a:rPr lang="th-TH" sz="1200" b="0" i="0" dirty="0">
                <a:solidFill>
                  <a:srgbClr val="FFD089"/>
                </a:solidFill>
                <a:latin typeface="Consolas"/>
                <a:cs typeface="Consolas"/>
              </a:rPr>
              <a:t>permissionMode: plan</a:t>
            </a:r>
          </a:p>
        </p:txBody>
      </p:sp>
      <p:sp>
        <p:nvSpPr>
          <p:cNvPr id="116" name="Shape 116"/>
          <p:cNvSpPr/>
          <p:nvPr/>
        </p:nvSpPr>
        <p:spPr>
          <a:xfrm>
            <a:off x="6720840" y="4206240"/>
            <a:ext cx="4617720" cy="1691640"/>
          </a:xfrm>
          <a:prstGeom prst="roundRect">
            <a:avLst>
              <a:gd name="adj" fmla="val 8000"/>
            </a:avLst>
          </a:prstGeom>
          <a:solidFill>
            <a:srgbClr val="FEF3F2"/>
          </a:solidFill>
          <a:ln w="12700">
            <a:solidFill>
              <a:srgbClr val="FDA29B"/>
            </a:solidFill>
          </a:ln>
        </p:spPr>
        <p:txBody>
          <a:bodyPr wrap="square" lIns="228600" tIns="73152" rIns="228600" bIns="73152" anchor="ctr">
            <a:normAutofit/>
          </a:bodyPr>
          <a:lstStyle/>
          <a:p>
            <a:pPr marL="0" indent="0" algn="l">
              <a:spcBef>
                <a:spcPts val="0"/>
              </a:spcBef>
              <a:buNone/>
            </a:pPr>
            <a:r>
              <a:rPr lang="th-TH" sz="1350" b="1" i="0" dirty="0">
                <a:solidFill>
                  <a:srgbClr val="D92D20"/>
                </a:solidFill>
              </a:rPr>
              <a:t>จากการทดสอบของผู้สอน</a:t>
            </a:r>
          </a:p>
          <a:p>
            <a:pPr marL="0" indent="0" algn="l">
              <a:spcBef>
                <a:spcPts val="250"/>
              </a:spcBef>
              <a:buNone/>
            </a:pPr>
            <a:r>
              <a:rPr lang="th-TH" sz="1250" b="0" i="0" dirty="0">
                <a:solidFill>
                  <a:srgbClr val="0D1B2A"/>
                </a:solidFill>
              </a:rPr>
              <a:t>ไฟล์ใน .claude/** ถูกปฏิเสธใน claude -p ทุกแบบของ --allowedTools · permissionMode ถูกเมินเมื่อเซสชันหลักไม่ใช่ default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D8C78A-27C3-C602-1856-17FC9608783E}"/>
              </a:ext>
            </a:extLst>
          </p:cNvPr>
          <p:cNvSpPr>
            <a:spLocks noGrp="1"/>
          </p:cNvSpPr>
          <p:nvPr>
            <p:ph type="ftr" sz="quarter" idx="10"/>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BA0D2626-FC54-DB13-7998-316C7EBD51B4}"/>
              </a:ext>
            </a:extLst>
          </p:cNvPr>
          <p:cNvSpPr>
            <a:spLocks noGrp="1"/>
          </p:cNvSpPr>
          <p:nvPr>
            <p:ph type="sldNum" sz="quarter" idx="11"/>
          </p:nvPr>
        </p:nvSpPr>
        <p:spPr/>
        <p:txBody>
          <a:bodyPr/>
          <a:lstStyle/>
          <a:p>
            <a:fld id="{7B973119-0BF9-7444-941C-BCE2AFE6BE2E}" type="slidenum">
              <a:rPr lang="en-TH" smtClean="0"/>
              <a:pPr/>
              <a:t>69</a:t>
            </a:fld>
            <a:endParaRPr lang="en-TH"/>
          </a:p>
        </p:txBody>
      </p:sp>
      <p:sp>
        <p:nvSpPr>
          <p:cNvPr id="104" name="Title 1"/>
          <p:cNvSpPr>
            <a:spLocks noGrp="1"/>
          </p:cNvSpPr>
          <p:nvPr>
            <p:ph type="title"/>
          </p:nvPr>
        </p:nvSpPr>
        <p:spPr/>
        <p:txBody>
          <a:bodyPr>
            <a:normAutofit/>
          </a:bodyPr>
          <a:lstStyle/>
          <a:p>
            <a:r>
              <a:rPr lang="th-TH" dirty="0"/>
              <a:t>Anti-pattern: --dangerously-skip-permissions</a:t>
            </a:r>
          </a:p>
        </p:txBody>
      </p:sp>
      <p:sp>
        <p:nvSpPr>
          <p:cNvPr id="105" name="Shape 105"/>
          <p:cNvSpPr/>
          <p:nvPr/>
        </p:nvSpPr>
        <p:spPr>
          <a:xfrm>
            <a:off x="841248" y="1645920"/>
            <a:ext cx="5029200" cy="342900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6" name="Shape 106"/>
          <p:cNvSpPr/>
          <p:nvPr/>
        </p:nvSpPr>
        <p:spPr>
          <a:xfrm>
            <a:off x="1069848" y="1828800"/>
            <a:ext cx="1005840" cy="1005840"/>
          </a:xfrm>
          <a:prstGeom prst="ellipse">
            <a:avLst/>
          </a:prstGeom>
          <a:solidFill>
            <a:srgbClr val="D92D20"/>
          </a:solidFill>
          <a:ln>
            <a:noFill/>
          </a:ln>
        </p:spPr>
        <p:txBody>
          <a:bodyPr wrap="square" lIns="0" tIns="0" rIns="0" bIns="0" anchor="ctr">
            <a:normAutofit/>
          </a:bodyPr>
          <a:lstStyle/>
          <a:p>
            <a:pPr marL="0" indent="0" algn="ctr">
              <a:spcBef>
                <a:spcPts val="0"/>
              </a:spcBef>
              <a:buNone/>
            </a:pPr>
            <a:r>
              <a:rPr lang="th-TH" sz="2600" b="0" i="0" dirty="0">
                <a:solidFill>
                  <a:srgbClr val="FFFFFF"/>
                </a:solidFill>
              </a:rPr>
              <a:t>!</a:t>
            </a:r>
          </a:p>
        </p:txBody>
      </p:sp>
      <p:sp>
        <p:nvSpPr>
          <p:cNvPr id="107" name="Shape 107"/>
          <p:cNvSpPr/>
          <p:nvPr/>
        </p:nvSpPr>
        <p:spPr>
          <a:xfrm>
            <a:off x="2258568" y="1874519"/>
            <a:ext cx="3474720" cy="914400"/>
          </a:xfrm>
          <a:prstGeom prst="rect">
            <a:avLst/>
          </a:prstGeom>
          <a:noFill/>
          <a:ln>
            <a:noFill/>
          </a:ln>
        </p:spPr>
        <p:txBody>
          <a:bodyPr wrap="square" lIns="0" tIns="0" rIns="0" bIns="0" anchor="ctr">
            <a:normAutofit/>
          </a:bodyPr>
          <a:lstStyle/>
          <a:p>
            <a:pPr marL="0" indent="0" algn="l">
              <a:spcBef>
                <a:spcPts val="0"/>
              </a:spcBef>
              <a:buNone/>
            </a:pPr>
            <a:r>
              <a:rPr lang="th-TH" sz="2000" b="1" i="0" dirty="0">
                <a:solidFill>
                  <a:srgbClr val="0D1B2A"/>
                </a:solidFill>
              </a:rPr>
              <a:t>Bypass Permissions</a:t>
            </a:r>
          </a:p>
          <a:p>
            <a:pPr marL="0" indent="0" algn="l">
              <a:spcBef>
                <a:spcPts val="100"/>
              </a:spcBef>
              <a:buNone/>
            </a:pPr>
            <a:r>
              <a:rPr lang="th-TH" sz="1300" b="0" i="0" dirty="0">
                <a:solidFill>
                  <a:srgbClr val="4C5B6B"/>
                </a:solidFill>
              </a:rPr>
              <a:t>= โหมด bypassPermissions · ไม่กัน prompt injection</a:t>
            </a:r>
          </a:p>
        </p:txBody>
      </p:sp>
      <p:sp>
        <p:nvSpPr>
          <p:cNvPr id="108" name="Shape 108"/>
          <p:cNvSpPr/>
          <p:nvPr/>
        </p:nvSpPr>
        <p:spPr>
          <a:xfrm>
            <a:off x="1115568" y="3017520"/>
            <a:ext cx="4572000" cy="2011680"/>
          </a:xfrm>
          <a:prstGeom prst="rect">
            <a:avLst/>
          </a:prstGeom>
          <a:noFill/>
          <a:ln>
            <a:noFill/>
          </a:ln>
        </p:spPr>
        <p:txBody>
          <a:bodyPr wrap="square" lIns="0" tIns="0" rIns="0" bIns="0" anchor="t">
            <a:normAutofit/>
          </a:bodyPr>
          <a:lstStyle/>
          <a:p>
            <a:pPr marL="285750" indent="-285750" algn="l">
              <a:spcBef>
                <a:spcPts val="400"/>
              </a:spcBef>
              <a:buFont typeface="Arial"/>
              <a:buChar char="•"/>
            </a:pPr>
            <a:r>
              <a:rPr lang="th-TH" sz="1500" b="0" i="0" dirty="0">
                <a:solidFill>
                  <a:srgbClr val="0D1B2A"/>
                </a:solidFill>
              </a:rPr>
              <a:t>ใช้ได้เฉพาะ container / VM / devcontainer ที่แยกขาด</a:t>
            </a:r>
          </a:p>
          <a:p>
            <a:pPr marL="285750" indent="-285750" algn="l">
              <a:spcBef>
                <a:spcPts val="400"/>
              </a:spcBef>
              <a:buFont typeface="Arial"/>
              <a:buChar char="•"/>
            </a:pPr>
            <a:r>
              <a:rPr lang="th-TH" sz="1500" b="0" i="0" dirty="0">
                <a:solidFill>
                  <a:srgbClr val="0D1B2A"/>
                </a:solidFill>
              </a:rPr>
              <a:t>เครื่องนั้นต้องไม่มี secrets หรือ credential จริง</a:t>
            </a:r>
          </a:p>
          <a:p>
            <a:pPr marL="285750" indent="-285750" algn="l">
              <a:spcBef>
                <a:spcPts val="400"/>
              </a:spcBef>
              <a:buFont typeface="Arial"/>
              <a:buChar char="•"/>
            </a:pPr>
            <a:r>
              <a:rPr lang="th-TH" sz="1500" b="0" i="0" dirty="0">
                <a:solidFill>
                  <a:srgbClr val="0D1B2A"/>
                </a:solidFill>
              </a:rPr>
              <a:t>มี git checkpoint ก่อนรัน → พลาดแล้วย้อนได้</a:t>
            </a:r>
          </a:p>
        </p:txBody>
      </p:sp>
      <p:sp>
        <p:nvSpPr>
          <p:cNvPr id="109" name="Shape 109"/>
          <p:cNvSpPr/>
          <p:nvPr/>
        </p:nvSpPr>
        <p:spPr>
          <a:xfrm>
            <a:off x="6190488" y="1645920"/>
            <a:ext cx="5029200" cy="342900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0" name="Shape 110"/>
          <p:cNvSpPr/>
          <p:nvPr/>
        </p:nvSpPr>
        <p:spPr>
          <a:xfrm>
            <a:off x="6419088" y="1828800"/>
            <a:ext cx="1005840" cy="1005840"/>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2600" b="0" i="0" dirty="0">
                <a:solidFill>
                  <a:srgbClr val="FFFFFF"/>
                </a:solidFill>
              </a:rPr>
              <a:t>✅</a:t>
            </a:r>
          </a:p>
        </p:txBody>
      </p:sp>
      <p:sp>
        <p:nvSpPr>
          <p:cNvPr id="111" name="Shape 111"/>
          <p:cNvSpPr/>
          <p:nvPr/>
        </p:nvSpPr>
        <p:spPr>
          <a:xfrm>
            <a:off x="7607808" y="1874519"/>
            <a:ext cx="3474720" cy="914400"/>
          </a:xfrm>
          <a:prstGeom prst="rect">
            <a:avLst/>
          </a:prstGeom>
          <a:noFill/>
          <a:ln>
            <a:noFill/>
          </a:ln>
        </p:spPr>
        <p:txBody>
          <a:bodyPr wrap="square" lIns="0" tIns="0" rIns="0" bIns="0" anchor="ctr">
            <a:normAutofit/>
          </a:bodyPr>
          <a:lstStyle/>
          <a:p>
            <a:pPr marL="0" indent="0" algn="l">
              <a:spcBef>
                <a:spcPts val="0"/>
              </a:spcBef>
              <a:buNone/>
            </a:pPr>
            <a:r>
              <a:rPr lang="th-TH" sz="2000" b="1" i="0" dirty="0">
                <a:solidFill>
                  <a:srgbClr val="0D1B2A"/>
                </a:solidFill>
              </a:rPr>
              <a:t>ทางที่ปลอดภัยกว่า</a:t>
            </a:r>
          </a:p>
          <a:p>
            <a:pPr marL="0" indent="0" algn="l">
              <a:spcBef>
                <a:spcPts val="100"/>
              </a:spcBef>
              <a:buNone/>
            </a:pPr>
            <a:r>
              <a:rPr lang="th-TH" sz="1300" b="0" i="0" dirty="0">
                <a:solidFill>
                  <a:srgbClr val="4C5B6B"/>
                </a:solidFill>
              </a:rPr>
              <a:t>ลด prompt โดยไม่ถอดเบรก</a:t>
            </a:r>
          </a:p>
        </p:txBody>
      </p:sp>
      <p:sp>
        <p:nvSpPr>
          <p:cNvPr id="112" name="Shape 112"/>
          <p:cNvSpPr/>
          <p:nvPr/>
        </p:nvSpPr>
        <p:spPr>
          <a:xfrm>
            <a:off x="6464807" y="3017520"/>
            <a:ext cx="4572000" cy="2011680"/>
          </a:xfrm>
          <a:prstGeom prst="rect">
            <a:avLst/>
          </a:prstGeom>
          <a:noFill/>
          <a:ln>
            <a:noFill/>
          </a:ln>
        </p:spPr>
        <p:txBody>
          <a:bodyPr wrap="square" lIns="0" tIns="0" rIns="0" bIns="0" anchor="t">
            <a:normAutofit/>
          </a:bodyPr>
          <a:lstStyle/>
          <a:p>
            <a:pPr marL="285750" indent="-285750" algn="l">
              <a:spcBef>
                <a:spcPts val="400"/>
              </a:spcBef>
              <a:buFont typeface="Arial"/>
              <a:buChar char="•"/>
            </a:pPr>
            <a:r>
              <a:rPr lang="th-TH" sz="1500" b="0" i="0" dirty="0">
                <a:solidFill>
                  <a:srgbClr val="0D1B2A"/>
                </a:solidFill>
              </a:rPr>
              <a:t>Allowlist: --allowedTools "Bash(npm test)" · permissions.allow</a:t>
            </a:r>
          </a:p>
          <a:p>
            <a:pPr marL="285750" indent="-285750" algn="l">
              <a:spcBef>
                <a:spcPts val="400"/>
              </a:spcBef>
              <a:buFont typeface="Arial"/>
              <a:buChar char="•"/>
            </a:pPr>
            <a:r>
              <a:rPr lang="th-TH" sz="1500" b="0" i="0" dirty="0">
                <a:solidFill>
                  <a:srgbClr val="0D1B2A"/>
                </a:solidFill>
              </a:rPr>
              <a:t>Hooks PreToolUse บล็อกคำสั่งเสี่ยง (exit 2) เช่น block-dangerous-bash.js</a:t>
            </a:r>
          </a:p>
          <a:p>
            <a:pPr marL="285750" indent="-285750" algn="l">
              <a:spcBef>
                <a:spcPts val="400"/>
              </a:spcBef>
              <a:buFont typeface="Arial"/>
              <a:buChar char="•"/>
            </a:pPr>
            <a:r>
              <a:rPr lang="th-TH" sz="1500" b="0" i="0" dirty="0">
                <a:solidFill>
                  <a:srgbClr val="0D1B2A"/>
                </a:solidFill>
              </a:rPr>
              <a:t>Auto mode: classifier ตรวจแทน — ลด prompt แต่ไม่ใช่ guarantee</a:t>
            </a:r>
          </a:p>
        </p:txBody>
      </p:sp>
      <p:sp>
        <p:nvSpPr>
          <p:cNvPr id="113" name="Shape 113"/>
          <p:cNvSpPr/>
          <p:nvPr/>
        </p:nvSpPr>
        <p:spPr>
          <a:xfrm>
            <a:off x="841248" y="5257800"/>
            <a:ext cx="10515600" cy="640080"/>
          </a:xfrm>
          <a:prstGeom prst="roundRect">
            <a:avLst>
              <a:gd name="adj" fmla="val 20000"/>
            </a:avLst>
          </a:prstGeom>
          <a:solidFill>
            <a:srgbClr val="FEF3F2"/>
          </a:solidFill>
          <a:ln>
            <a:noFill/>
          </a:ln>
        </p:spPr>
        <p:txBody>
          <a:bodyPr wrap="square" lIns="109728" tIns="73152" rIns="109728" bIns="73152" anchor="ctr">
            <a:normAutofit/>
          </a:bodyPr>
          <a:lstStyle/>
          <a:p>
            <a:pPr marL="0" indent="0" algn="ctr">
              <a:spcBef>
                <a:spcPts val="0"/>
              </a:spcBef>
              <a:buNone/>
            </a:pPr>
            <a:r>
              <a:rPr lang="th-TH" sz="1400" b="1" i="0" dirty="0">
                <a:solidFill>
                  <a:srgbClr val="B93815"/>
                </a:solidFill>
              </a:rPr>
              <a:t>ระวังตัวอย่างที่เปิด bypass + "ทำอะไรก็ได้": </a:t>
            </a:r>
            <a:r>
              <a:rPr lang="th-TH" sz="1350" b="0" i="0" dirty="0">
                <a:solidFill>
                  <a:srgbClr val="0D1B2A"/>
                </a:solidFill>
              </a:rPr>
              <a:t>ใน L2 ห้ามใช้บนเครื่องที่มีข้อมูลหรือ key จริง</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8D1321E-C6DD-0BFD-672D-F9AB14EFB1C5}"/>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B7AB5144-DC62-4D0F-E587-92FFCA4A1D15}"/>
              </a:ext>
            </a:extLst>
          </p:cNvPr>
          <p:cNvSpPr>
            <a:spLocks noGrp="1"/>
          </p:cNvSpPr>
          <p:nvPr>
            <p:ph type="sldNum" sz="quarter" idx="4"/>
          </p:nvPr>
        </p:nvSpPr>
        <p:spPr/>
        <p:txBody>
          <a:bodyPr/>
          <a:lstStyle/>
          <a:p>
            <a:fld id="{7B973119-0BF9-7444-941C-BCE2AFE6BE2E}" type="slidenum">
              <a:rPr lang="en-TH" smtClean="0"/>
              <a:pPr/>
              <a:t>70</a:t>
            </a:fld>
            <a:endParaRPr lang="en-TH"/>
          </a:p>
        </p:txBody>
      </p:sp>
      <p:sp>
        <p:nvSpPr>
          <p:cNvPr id="104" name="Title 1"/>
          <p:cNvSpPr>
            <a:spLocks noGrp="1"/>
          </p:cNvSpPr>
          <p:nvPr>
            <p:ph type="title"/>
          </p:nvPr>
        </p:nvSpPr>
        <p:spPr/>
        <p:txBody>
          <a:bodyPr>
            <a:normAutofit/>
          </a:bodyPr>
          <a:lstStyle/>
          <a:p>
            <a:r>
              <a:rPr lang="th-TH" dirty="0"/>
              <a:t>Gate Pattern: Stop Conditions + Human-in-the-Loop</a:t>
            </a:r>
          </a:p>
        </p:txBody>
      </p:sp>
      <p:sp>
        <p:nvSpPr>
          <p:cNvPr id="105" name="Shape 105"/>
          <p:cNvSpPr/>
          <p:nvPr/>
        </p:nvSpPr>
        <p:spPr>
          <a:xfrm>
            <a:off x="841248" y="2103120"/>
            <a:ext cx="2286000" cy="1188720"/>
          </a:xfrm>
          <a:prstGeom prst="roundRect">
            <a:avLst>
              <a:gd name="adj" fmla="val 12000"/>
            </a:avLst>
          </a:prstGeom>
          <a:solidFill>
            <a:srgbClr val="005CFF"/>
          </a:solidFill>
          <a:ln>
            <a:noFill/>
          </a:ln>
        </p:spPr>
        <p:txBody>
          <a:bodyPr wrap="square" lIns="109728" tIns="73152" rIns="109728" bIns="73152" anchor="ctr">
            <a:normAutofit/>
          </a:bodyPr>
          <a:lstStyle/>
          <a:p>
            <a:pPr marL="0" indent="0" algn="ctr">
              <a:spcBef>
                <a:spcPts val="0"/>
              </a:spcBef>
              <a:buNone/>
            </a:pPr>
            <a:r>
              <a:rPr lang="th-TH" sz="1500" b="1" i="0" dirty="0">
                <a:solidFill>
                  <a:srgbClr val="FFFFFF"/>
                </a:solidFill>
              </a:rPr>
              <a:t>Agent ทำงาน</a:t>
            </a:r>
          </a:p>
          <a:p>
            <a:pPr marL="0" indent="0" algn="ctr">
              <a:spcBef>
                <a:spcPts val="0"/>
              </a:spcBef>
              <a:buNone/>
            </a:pPr>
            <a:r>
              <a:rPr lang="th-TH" sz="1150" b="0" i="0" dirty="0">
                <a:solidFill>
                  <a:srgbClr val="EAF2FF"/>
                </a:solidFill>
              </a:rPr>
              <a:t>ตามแผนที่อนุมัติ</a:t>
            </a:r>
          </a:p>
        </p:txBody>
      </p:sp>
      <p:cxnSp>
        <p:nvCxnSpPr>
          <p:cNvPr id="106" name="Arrow 106"/>
          <p:cNvCxnSpPr/>
          <p:nvPr/>
        </p:nvCxnSpPr>
        <p:spPr>
          <a:xfrm>
            <a:off x="3127248" y="2697480"/>
            <a:ext cx="713232" cy="0"/>
          </a:xfrm>
          <a:prstGeom prst="straightConnector1">
            <a:avLst/>
          </a:prstGeom>
          <a:ln w="25400">
            <a:solidFill>
              <a:srgbClr val="4C5B6B"/>
            </a:solidFill>
            <a:tailEnd type="triangle" w="med" len="med"/>
          </a:ln>
        </p:spPr>
      </p:cxnSp>
      <p:sp>
        <p:nvSpPr>
          <p:cNvPr id="107" name="Shape 107"/>
          <p:cNvSpPr/>
          <p:nvPr/>
        </p:nvSpPr>
        <p:spPr>
          <a:xfrm>
            <a:off x="3840480" y="1874519"/>
            <a:ext cx="1645920" cy="1645920"/>
          </a:xfrm>
          <a:prstGeom prst="diamond">
            <a:avLst/>
          </a:prstGeom>
          <a:solidFill>
            <a:srgbClr val="0D1B2A"/>
          </a:solidFill>
          <a:ln>
            <a:noFill/>
          </a:ln>
        </p:spPr>
        <p:txBody>
          <a:bodyPr wrap="square" lIns="0" tIns="0" rIns="0" bIns="0" anchor="ctr">
            <a:normAutofit/>
          </a:bodyPr>
          <a:lstStyle/>
          <a:p>
            <a:pPr marL="0" indent="0" algn="ctr">
              <a:spcBef>
                <a:spcPts val="0"/>
              </a:spcBef>
              <a:buNone/>
            </a:pPr>
            <a:r>
              <a:rPr lang="th-TH" sz="1700" b="1" i="0" dirty="0">
                <a:solidFill>
                  <a:srgbClr val="FFFFFF"/>
                </a:solidFill>
              </a:rPr>
              <a:t>Gate</a:t>
            </a:r>
          </a:p>
        </p:txBody>
      </p:sp>
      <p:cxnSp>
        <p:nvCxnSpPr>
          <p:cNvPr id="108" name="Arrow 108"/>
          <p:cNvCxnSpPr/>
          <p:nvPr/>
        </p:nvCxnSpPr>
        <p:spPr>
          <a:xfrm flipV="1">
            <a:off x="5486400" y="2057400"/>
            <a:ext cx="914400" cy="640080"/>
          </a:xfrm>
          <a:prstGeom prst="straightConnector1">
            <a:avLst/>
          </a:prstGeom>
          <a:ln w="25400">
            <a:solidFill>
              <a:srgbClr val="12B76A"/>
            </a:solidFill>
            <a:tailEnd type="triangle" w="med" len="med"/>
          </a:ln>
        </p:spPr>
      </p:cxnSp>
      <p:cxnSp>
        <p:nvCxnSpPr>
          <p:cNvPr id="109" name="Arrow 109"/>
          <p:cNvCxnSpPr/>
          <p:nvPr/>
        </p:nvCxnSpPr>
        <p:spPr>
          <a:xfrm>
            <a:off x="5486400" y="2697480"/>
            <a:ext cx="914400" cy="731519"/>
          </a:xfrm>
          <a:prstGeom prst="straightConnector1">
            <a:avLst/>
          </a:prstGeom>
          <a:ln w="25400">
            <a:solidFill>
              <a:srgbClr val="D92D20"/>
            </a:solidFill>
            <a:tailEnd type="triangle" w="med" len="med"/>
          </a:ln>
        </p:spPr>
      </p:cxnSp>
      <p:sp>
        <p:nvSpPr>
          <p:cNvPr id="110" name="Shape 110"/>
          <p:cNvSpPr/>
          <p:nvPr/>
        </p:nvSpPr>
        <p:spPr>
          <a:xfrm>
            <a:off x="6400800" y="1645920"/>
            <a:ext cx="4937760" cy="822960"/>
          </a:xfrm>
          <a:prstGeom prst="roundRect">
            <a:avLst>
              <a:gd name="adj" fmla="val 15000"/>
            </a:avLst>
          </a:prstGeom>
          <a:solidFill>
            <a:srgbClr val="ECFDF3"/>
          </a:solidFill>
          <a:ln w="12700">
            <a:solidFill>
              <a:srgbClr val="A6F4C5"/>
            </a:solidFill>
          </a:ln>
        </p:spPr>
        <p:txBody>
          <a:bodyPr wrap="square" lIns="228600" tIns="73152" rIns="228600" bIns="73152" anchor="ctr">
            <a:normAutofit/>
          </a:bodyPr>
          <a:lstStyle/>
          <a:p>
            <a:pPr marL="0" indent="0" algn="l">
              <a:spcBef>
                <a:spcPts val="0"/>
              </a:spcBef>
              <a:buNone/>
            </a:pPr>
            <a:r>
              <a:rPr lang="th-TH" sz="1450" b="1" i="0" dirty="0">
                <a:solidFill>
                  <a:srgbClr val="12B76A"/>
                </a:solidFill>
              </a:rPr>
              <a:t>ผ่าน → </a:t>
            </a:r>
            <a:r>
              <a:rPr lang="th-TH" sz="1400" b="0" i="0" dirty="0">
                <a:solidFill>
                  <a:srgbClr val="0D1B2A"/>
                </a:solidFill>
              </a:rPr>
              <a:t>ทำด่านถัดไป</a:t>
            </a:r>
          </a:p>
        </p:txBody>
      </p:sp>
      <p:sp>
        <p:nvSpPr>
          <p:cNvPr id="111" name="Shape 111"/>
          <p:cNvSpPr/>
          <p:nvPr/>
        </p:nvSpPr>
        <p:spPr>
          <a:xfrm>
            <a:off x="6400800" y="3017520"/>
            <a:ext cx="4937760" cy="822960"/>
          </a:xfrm>
          <a:prstGeom prst="roundRect">
            <a:avLst>
              <a:gd name="adj" fmla="val 15000"/>
            </a:avLst>
          </a:prstGeom>
          <a:solidFill>
            <a:srgbClr val="FEF3F2"/>
          </a:solidFill>
          <a:ln w="12700">
            <a:solidFill>
              <a:srgbClr val="FDA29B"/>
            </a:solidFill>
          </a:ln>
        </p:spPr>
        <p:txBody>
          <a:bodyPr wrap="square" lIns="228600" tIns="73152" rIns="228600" bIns="73152" anchor="ctr">
            <a:normAutofit/>
          </a:bodyPr>
          <a:lstStyle/>
          <a:p>
            <a:pPr marL="0" indent="0" algn="l">
              <a:spcBef>
                <a:spcPts val="0"/>
              </a:spcBef>
              <a:buNone/>
            </a:pPr>
            <a:r>
              <a:rPr lang="th-TH" sz="1450" b="1" i="0" dirty="0">
                <a:solidFill>
                  <a:srgbClr val="D92D20"/>
                </a:solidFill>
              </a:rPr>
              <a:t>ไม่ผ่าน → </a:t>
            </a:r>
            <a:r>
              <a:rPr lang="th-TH" sz="1400" b="0" i="0" dirty="0">
                <a:solidFill>
                  <a:srgbClr val="0D1B2A"/>
                </a:solidFill>
              </a:rPr>
              <a:t>หยุด แล้วรายงานให้คนตัดสิน</a:t>
            </a:r>
          </a:p>
        </p:txBody>
      </p:sp>
      <p:sp>
        <p:nvSpPr>
          <p:cNvPr id="112" name="Shape 112"/>
          <p:cNvSpPr/>
          <p:nvPr/>
        </p:nvSpPr>
        <p:spPr>
          <a:xfrm>
            <a:off x="841248" y="4069080"/>
            <a:ext cx="5029200" cy="1828800"/>
          </a:xfrm>
          <a:prstGeom prst="roundRect">
            <a:avLst>
              <a:gd name="adj" fmla="val 8000"/>
            </a:avLst>
          </a:prstGeom>
          <a:solidFill>
            <a:srgbClr val="F3F7FD"/>
          </a:solidFill>
          <a:ln w="12700">
            <a:solidFill>
              <a:srgbClr val="DCE6F5"/>
            </a:solidFill>
          </a:ln>
        </p:spPr>
        <p:txBody>
          <a:bodyPr wrap="square" lIns="228600" tIns="73152" rIns="228600" bIns="73152" anchor="t">
            <a:normAutofit/>
          </a:bodyPr>
          <a:lstStyle/>
          <a:p>
            <a:pPr marL="0" indent="0" algn="l">
              <a:spcBef>
                <a:spcPts val="0"/>
              </a:spcBef>
              <a:buNone/>
            </a:pPr>
            <a:r>
              <a:rPr lang="th-TH" sz="1550" b="1" i="0" dirty="0">
                <a:solidFill>
                  <a:srgbClr val="005CFF"/>
                </a:solidFill>
              </a:rPr>
              <a:t>Stop Conditions</a:t>
            </a:r>
          </a:p>
          <a:p>
            <a:pPr marL="285750" indent="-285750" algn="l">
              <a:spcBef>
                <a:spcPts val="300"/>
              </a:spcBef>
              <a:buFont typeface="Arial"/>
              <a:buChar char="•"/>
            </a:pPr>
            <a:r>
              <a:rPr lang="th-TH" sz="1300" b="0" i="0" dirty="0">
                <a:solidFill>
                  <a:srgbClr val="0D1B2A"/>
                </a:solidFill>
              </a:rPr>
              <a:t>--max-turns / maxTurns เพดานรอบ</a:t>
            </a:r>
          </a:p>
          <a:p>
            <a:pPr marL="285750" indent="-285750" algn="l">
              <a:spcBef>
                <a:spcPts val="300"/>
              </a:spcBef>
              <a:buFont typeface="Arial"/>
              <a:buChar char="•"/>
            </a:pPr>
            <a:r>
              <a:rPr lang="th-TH" sz="1300" b="0" i="0" dirty="0">
                <a:solidFill>
                  <a:srgbClr val="0D1B2A"/>
                </a:solidFill>
              </a:rPr>
              <a:t>"if it fails, stop and report"</a:t>
            </a:r>
          </a:p>
          <a:p>
            <a:pPr marL="285750" indent="-285750" algn="l">
              <a:spcBef>
                <a:spcPts val="300"/>
              </a:spcBef>
              <a:buFont typeface="Arial"/>
              <a:buChar char="•"/>
            </a:pPr>
            <a:r>
              <a:rPr lang="th-TH" sz="1300" b="0" i="0" dirty="0">
                <a:solidFill>
                  <a:srgbClr val="0D1B2A"/>
                </a:solidFill>
              </a:rPr>
              <a:t>แผน B เมื่อ Agent ติด loop</a:t>
            </a:r>
          </a:p>
        </p:txBody>
      </p:sp>
      <p:sp>
        <p:nvSpPr>
          <p:cNvPr id="113" name="Shape 113"/>
          <p:cNvSpPr/>
          <p:nvPr/>
        </p:nvSpPr>
        <p:spPr>
          <a:xfrm>
            <a:off x="6190488" y="4069080"/>
            <a:ext cx="5029200" cy="1828800"/>
          </a:xfrm>
          <a:prstGeom prst="roundRect">
            <a:avLst>
              <a:gd name="adj" fmla="val 8000"/>
            </a:avLst>
          </a:prstGeom>
          <a:solidFill>
            <a:srgbClr val="F3F7FD"/>
          </a:solidFill>
          <a:ln w="12700">
            <a:solidFill>
              <a:srgbClr val="DCE6F5"/>
            </a:solidFill>
          </a:ln>
        </p:spPr>
        <p:txBody>
          <a:bodyPr wrap="square" lIns="228600" tIns="73152" rIns="228600" bIns="73152" anchor="t">
            <a:normAutofit/>
          </a:bodyPr>
          <a:lstStyle/>
          <a:p>
            <a:pPr marL="0" indent="0" algn="l">
              <a:spcBef>
                <a:spcPts val="0"/>
              </a:spcBef>
              <a:buNone/>
            </a:pPr>
            <a:r>
              <a:rPr lang="th-TH" sz="1550" b="1" i="0" dirty="0">
                <a:solidFill>
                  <a:srgbClr val="005CFF"/>
                </a:solidFill>
              </a:rPr>
              <a:t>Human-in-the-Loop</a:t>
            </a:r>
          </a:p>
          <a:p>
            <a:pPr marL="285750" indent="-285750" algn="l">
              <a:spcBef>
                <a:spcPts val="300"/>
              </a:spcBef>
              <a:buFont typeface="Arial"/>
              <a:buChar char="•"/>
            </a:pPr>
            <a:r>
              <a:rPr lang="th-TH" sz="1300" b="0" i="0" dirty="0">
                <a:solidFill>
                  <a:srgbClr val="0D1B2A"/>
                </a:solidFill>
              </a:rPr>
              <a:t>Plan Approval ก่อนเริ่มงาน</a:t>
            </a:r>
          </a:p>
          <a:p>
            <a:pPr marL="285750" indent="-285750" algn="l">
              <a:spcBef>
                <a:spcPts val="300"/>
              </a:spcBef>
              <a:buFont typeface="Arial"/>
              <a:buChar char="•"/>
            </a:pPr>
            <a:r>
              <a:rPr lang="th-TH" sz="1300" b="0" i="0" dirty="0">
                <a:solidFill>
                  <a:srgbClr val="0D1B2A"/>
                </a:solidFill>
              </a:rPr>
              <a:t>คนตัดสิน finding ไหน block</a:t>
            </a:r>
          </a:p>
          <a:p>
            <a:pPr marL="285750" indent="-285750" algn="l">
              <a:spcBef>
                <a:spcPts val="300"/>
              </a:spcBef>
              <a:buFont typeface="Arial"/>
              <a:buChar char="•"/>
            </a:pPr>
            <a:r>
              <a:rPr lang="th-TH" sz="1300" b="0" i="0" dirty="0">
                <a:solidFill>
                  <a:srgbClr val="0D1B2A"/>
                </a:solidFill>
              </a:rPr>
              <a:t>ตรวจผลก่อนขึ้น Production</a:t>
            </a:r>
          </a:p>
        </p:txBody>
      </p:sp>
    </p:spTree>
    <p:extLst>
      <p:ext uri="{BB962C8B-B14F-4D97-AF65-F5344CB8AC3E}">
        <p14:creationId xmlns:p14="http://schemas.microsoft.com/office/powerpoint/2010/main" val="30186524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1E0DB7-27C0-6275-75D6-AD941EA73101}"/>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720BBBC7-615D-D7B5-EB78-06B8A2877FD6}"/>
              </a:ext>
            </a:extLst>
          </p:cNvPr>
          <p:cNvSpPr>
            <a:spLocks noGrp="1"/>
          </p:cNvSpPr>
          <p:nvPr>
            <p:ph type="sldNum" sz="quarter" idx="4"/>
          </p:nvPr>
        </p:nvSpPr>
        <p:spPr/>
        <p:txBody>
          <a:bodyPr/>
          <a:lstStyle/>
          <a:p>
            <a:fld id="{7B973119-0BF9-7444-941C-BCE2AFE6BE2E}" type="slidenum">
              <a:rPr lang="en-TH" smtClean="0"/>
              <a:pPr/>
              <a:t>71</a:t>
            </a:fld>
            <a:endParaRPr lang="en-TH"/>
          </a:p>
        </p:txBody>
      </p:sp>
      <p:sp>
        <p:nvSpPr>
          <p:cNvPr id="104" name="Title 1"/>
          <p:cNvSpPr>
            <a:spLocks noGrp="1"/>
          </p:cNvSpPr>
          <p:nvPr>
            <p:ph type="title"/>
          </p:nvPr>
        </p:nvSpPr>
        <p:spPr/>
        <p:txBody>
          <a:bodyPr>
            <a:normAutofit/>
          </a:bodyPr>
          <a:lstStyle/>
          <a:p>
            <a:r>
              <a:rPr lang="th-TH" dirty="0"/>
              <a:t>Hooks: บังคับมาตรฐานอัตโนมัติด้วย Exit Code</a:t>
            </a:r>
          </a:p>
        </p:txBody>
      </p:sp>
      <p:sp>
        <p:nvSpPr>
          <p:cNvPr id="105" name="Shape 105"/>
          <p:cNvSpPr/>
          <p:nvPr/>
        </p:nvSpPr>
        <p:spPr>
          <a:xfrm>
            <a:off x="841248" y="1645920"/>
            <a:ext cx="5394960" cy="914400"/>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6" name="Shape 106"/>
          <p:cNvSpPr/>
          <p:nvPr/>
        </p:nvSpPr>
        <p:spPr>
          <a:xfrm>
            <a:off x="1051560" y="1645920"/>
            <a:ext cx="2103120" cy="914400"/>
          </a:xfrm>
          <a:prstGeom prst="rect">
            <a:avLst/>
          </a:prstGeom>
          <a:noFill/>
          <a:ln>
            <a:noFill/>
          </a:ln>
        </p:spPr>
        <p:txBody>
          <a:bodyPr wrap="square" lIns="0" tIns="0" rIns="0" bIns="0" anchor="ctr">
            <a:normAutofit/>
          </a:bodyPr>
          <a:lstStyle/>
          <a:p>
            <a:pPr marL="0" indent="0" algn="l">
              <a:spcBef>
                <a:spcPts val="0"/>
              </a:spcBef>
              <a:buNone/>
            </a:pPr>
            <a:r>
              <a:rPr lang="th-TH" sz="1350" b="0" i="0" dirty="0">
                <a:solidFill>
                  <a:srgbClr val="005CFF"/>
                </a:solidFill>
                <a:latin typeface="Consolas"/>
                <a:cs typeface="Consolas"/>
              </a:rPr>
              <a:t>PreToolUse</a:t>
            </a:r>
          </a:p>
        </p:txBody>
      </p:sp>
      <p:sp>
        <p:nvSpPr>
          <p:cNvPr id="107" name="Shape 107"/>
          <p:cNvSpPr/>
          <p:nvPr/>
        </p:nvSpPr>
        <p:spPr>
          <a:xfrm>
            <a:off x="3154680" y="1645920"/>
            <a:ext cx="3017520" cy="91440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ดัก tool ก่อนรัน</a:t>
            </a:r>
          </a:p>
          <a:p>
            <a:pPr marL="0" indent="0" algn="l">
              <a:spcBef>
                <a:spcPts val="100"/>
              </a:spcBef>
              <a:buNone/>
            </a:pPr>
            <a:r>
              <a:rPr lang="th-TH" sz="1200" b="1" i="0" dirty="0">
                <a:solidFill>
                  <a:srgbClr val="D92D20"/>
                </a:solidFill>
              </a:rPr>
              <a:t>exit 2 = บล็อก</a:t>
            </a:r>
          </a:p>
        </p:txBody>
      </p:sp>
      <p:sp>
        <p:nvSpPr>
          <p:cNvPr id="108" name="Shape 108"/>
          <p:cNvSpPr/>
          <p:nvPr/>
        </p:nvSpPr>
        <p:spPr>
          <a:xfrm>
            <a:off x="841248" y="2697480"/>
            <a:ext cx="5394960" cy="914400"/>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9" name="Shape 109"/>
          <p:cNvSpPr/>
          <p:nvPr/>
        </p:nvSpPr>
        <p:spPr>
          <a:xfrm>
            <a:off x="1051560" y="2697480"/>
            <a:ext cx="2103120" cy="914400"/>
          </a:xfrm>
          <a:prstGeom prst="rect">
            <a:avLst/>
          </a:prstGeom>
          <a:noFill/>
          <a:ln>
            <a:noFill/>
          </a:ln>
        </p:spPr>
        <p:txBody>
          <a:bodyPr wrap="square" lIns="0" tIns="0" rIns="0" bIns="0" anchor="ctr">
            <a:normAutofit/>
          </a:bodyPr>
          <a:lstStyle/>
          <a:p>
            <a:pPr marL="0" indent="0" algn="l">
              <a:spcBef>
                <a:spcPts val="0"/>
              </a:spcBef>
              <a:buNone/>
            </a:pPr>
            <a:r>
              <a:rPr lang="th-TH" sz="1350" b="0" i="0" dirty="0">
                <a:solidFill>
                  <a:srgbClr val="005CFF"/>
                </a:solidFill>
                <a:latin typeface="Consolas"/>
                <a:cs typeface="Consolas"/>
              </a:rPr>
              <a:t>PostToolUse</a:t>
            </a:r>
          </a:p>
        </p:txBody>
      </p:sp>
      <p:sp>
        <p:nvSpPr>
          <p:cNvPr id="110" name="Shape 110"/>
          <p:cNvSpPr/>
          <p:nvPr/>
        </p:nvSpPr>
        <p:spPr>
          <a:xfrm>
            <a:off x="3154680" y="2697480"/>
            <a:ext cx="3017520" cy="91440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ตรวจผลหลังรัน เช่น lint ไฟล์ที่เพิ่งแก้</a:t>
            </a:r>
          </a:p>
          <a:p>
            <a:pPr marL="0" indent="0" algn="l">
              <a:spcBef>
                <a:spcPts val="100"/>
              </a:spcBef>
              <a:buNone/>
            </a:pPr>
            <a:r>
              <a:rPr lang="th-TH" sz="1200" b="1" i="0" dirty="0">
                <a:solidFill>
                  <a:srgbClr val="2486FF"/>
                </a:solidFill>
              </a:rPr>
              <a:t>ตรวจหลังทำ</a:t>
            </a:r>
          </a:p>
        </p:txBody>
      </p:sp>
      <p:sp>
        <p:nvSpPr>
          <p:cNvPr id="111" name="Shape 111"/>
          <p:cNvSpPr/>
          <p:nvPr/>
        </p:nvSpPr>
        <p:spPr>
          <a:xfrm>
            <a:off x="841248" y="3749039"/>
            <a:ext cx="5394960" cy="914400"/>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2" name="Shape 112"/>
          <p:cNvSpPr/>
          <p:nvPr/>
        </p:nvSpPr>
        <p:spPr>
          <a:xfrm>
            <a:off x="1051560" y="3749039"/>
            <a:ext cx="2103120" cy="914400"/>
          </a:xfrm>
          <a:prstGeom prst="rect">
            <a:avLst/>
          </a:prstGeom>
          <a:noFill/>
          <a:ln>
            <a:noFill/>
          </a:ln>
        </p:spPr>
        <p:txBody>
          <a:bodyPr wrap="square" lIns="0" tIns="0" rIns="0" bIns="0" anchor="ctr">
            <a:normAutofit/>
          </a:bodyPr>
          <a:lstStyle/>
          <a:p>
            <a:pPr marL="0" indent="0" algn="l">
              <a:spcBef>
                <a:spcPts val="0"/>
              </a:spcBef>
              <a:buNone/>
            </a:pPr>
            <a:r>
              <a:rPr lang="th-TH" sz="1350" b="0" i="0" dirty="0">
                <a:solidFill>
                  <a:srgbClr val="005CFF"/>
                </a:solidFill>
                <a:latin typeface="Consolas"/>
                <a:cs typeface="Consolas"/>
              </a:rPr>
              <a:t>TaskCompleted</a:t>
            </a:r>
          </a:p>
        </p:txBody>
      </p:sp>
      <p:sp>
        <p:nvSpPr>
          <p:cNvPr id="113" name="Shape 113"/>
          <p:cNvSpPr/>
          <p:nvPr/>
        </p:nvSpPr>
        <p:spPr>
          <a:xfrm>
            <a:off x="3154680" y="3749039"/>
            <a:ext cx="3017520" cy="91440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ด่านสุดท้ายของ agent</a:t>
            </a:r>
          </a:p>
          <a:p>
            <a:pPr marL="0" indent="0" algn="l">
              <a:spcBef>
                <a:spcPts val="100"/>
              </a:spcBef>
              <a:buNone/>
            </a:pPr>
            <a:r>
              <a:rPr lang="th-TH" sz="1200" b="1" i="0" dirty="0">
                <a:solidFill>
                  <a:srgbClr val="D92D20"/>
                </a:solidFill>
              </a:rPr>
              <a:t>exit 2 = งานไม่ผ่าน + feedback</a:t>
            </a:r>
          </a:p>
        </p:txBody>
      </p:sp>
      <p:sp>
        <p:nvSpPr>
          <p:cNvPr id="114" name="Shape 114"/>
          <p:cNvSpPr/>
          <p:nvPr/>
        </p:nvSpPr>
        <p:spPr>
          <a:xfrm>
            <a:off x="6537960" y="1645920"/>
            <a:ext cx="4800600" cy="297180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0"/>
              </a:spcBef>
              <a:buNone/>
            </a:pPr>
            <a:r>
              <a:rPr lang="th-TH" sz="1050" b="1" i="0" dirty="0">
                <a:solidFill>
                  <a:srgbClr val="7FB5FA"/>
                </a:solidFill>
              </a:rPr>
              <a:t>.claude/settings.json — Workshop 5</a:t>
            </a:r>
          </a:p>
          <a:p>
            <a:pPr marL="0" indent="0" algn="l">
              <a:spcBef>
                <a:spcPts val="100"/>
              </a:spcBef>
              <a:buNone/>
            </a:pPr>
            <a:r>
              <a:rPr lang="th-TH" sz="1050" b="0" i="0" dirty="0">
                <a:solidFill>
                  <a:srgbClr val="E6EDF7"/>
                </a:solidFill>
                <a:latin typeface="Consolas"/>
                <a:cs typeface="Consolas"/>
              </a:rPr>
              <a:t>{ "hooks": {</a:t>
            </a:r>
          </a:p>
          <a:p>
            <a:pPr marL="0" indent="0" algn="l">
              <a:spcBef>
                <a:spcPts val="100"/>
              </a:spcBef>
              <a:buNone/>
            </a:pPr>
            <a:r>
              <a:rPr lang="th-TH" sz="1050" b="0" i="0" dirty="0">
                <a:solidFill>
                  <a:srgbClr val="E6EDF7"/>
                </a:solidFill>
                <a:latin typeface="Consolas"/>
                <a:cs typeface="Consolas"/>
              </a:rPr>
              <a:t>  "PreToolUse": [{ "matcher": "Bash",</a:t>
            </a:r>
          </a:p>
          <a:p>
            <a:pPr marL="0" indent="0" algn="l">
              <a:spcBef>
                <a:spcPts val="100"/>
              </a:spcBef>
              <a:buNone/>
            </a:pPr>
            <a:r>
              <a:rPr lang="th-TH" sz="1050" b="0" i="0" dirty="0">
                <a:solidFill>
                  <a:srgbClr val="E6EDF7"/>
                </a:solidFill>
                <a:latin typeface="Consolas"/>
                <a:cs typeface="Consolas"/>
              </a:rPr>
              <a:t>    "hooks": [{ "type": "command",</a:t>
            </a:r>
          </a:p>
          <a:p>
            <a:pPr marL="0" indent="0" algn="l">
              <a:spcBef>
                <a:spcPts val="100"/>
              </a:spcBef>
              <a:buNone/>
            </a:pPr>
            <a:r>
              <a:rPr lang="th-TH" sz="1050" b="0" i="0" dirty="0">
                <a:solidFill>
                  <a:srgbClr val="E6EDF7"/>
                </a:solidFill>
                <a:latin typeface="Consolas"/>
                <a:cs typeface="Consolas"/>
              </a:rPr>
              <a:t>      "command": "node .claude/hooks/</a:t>
            </a:r>
          </a:p>
          <a:p>
            <a:pPr marL="0" indent="0" algn="l">
              <a:spcBef>
                <a:spcPts val="100"/>
              </a:spcBef>
              <a:buNone/>
            </a:pPr>
            <a:r>
              <a:rPr lang="th-TH" sz="1050" b="0" i="0" dirty="0">
                <a:solidFill>
                  <a:srgbClr val="E6EDF7"/>
                </a:solidFill>
                <a:latin typeface="Consolas"/>
                <a:cs typeface="Consolas"/>
              </a:rPr>
              <a:t>        block-dangerous-bash.js" }] }],</a:t>
            </a:r>
          </a:p>
          <a:p>
            <a:pPr marL="0" indent="0" algn="l">
              <a:spcBef>
                <a:spcPts val="100"/>
              </a:spcBef>
              <a:buNone/>
            </a:pPr>
            <a:r>
              <a:rPr lang="th-TH" sz="1050" b="0" i="0" dirty="0">
                <a:solidFill>
                  <a:srgbClr val="E6EDF7"/>
                </a:solidFill>
                <a:latin typeface="Consolas"/>
                <a:cs typeface="Consolas"/>
              </a:rPr>
              <a:t>  "TaskCompleted": [{</a:t>
            </a:r>
          </a:p>
          <a:p>
            <a:pPr marL="0" indent="0" algn="l">
              <a:spcBef>
                <a:spcPts val="100"/>
              </a:spcBef>
              <a:buNone/>
            </a:pPr>
            <a:r>
              <a:rPr lang="th-TH" sz="1050" b="0" i="0" dirty="0">
                <a:solidFill>
                  <a:srgbClr val="E6EDF7"/>
                </a:solidFill>
                <a:latin typeface="Consolas"/>
                <a:cs typeface="Consolas"/>
              </a:rPr>
              <a:t>    "hooks": [{ "type": "command",</a:t>
            </a:r>
          </a:p>
          <a:p>
            <a:pPr marL="0" indent="0" algn="l">
              <a:spcBef>
                <a:spcPts val="100"/>
              </a:spcBef>
              <a:buNone/>
            </a:pPr>
            <a:r>
              <a:rPr lang="th-TH" sz="1050" b="0" i="0" dirty="0">
                <a:solidFill>
                  <a:srgbClr val="E6EDF7"/>
                </a:solidFill>
                <a:latin typeface="Consolas"/>
                <a:cs typeface="Consolas"/>
              </a:rPr>
              <a:t>      "command": "node .claude/hooks/</a:t>
            </a:r>
          </a:p>
          <a:p>
            <a:pPr marL="0" indent="0" algn="l">
              <a:spcBef>
                <a:spcPts val="100"/>
              </a:spcBef>
              <a:buNone/>
            </a:pPr>
            <a:r>
              <a:rPr lang="th-TH" sz="1050" b="0" i="0" dirty="0">
                <a:solidFill>
                  <a:srgbClr val="E6EDF7"/>
                </a:solidFill>
                <a:latin typeface="Consolas"/>
                <a:cs typeface="Consolas"/>
              </a:rPr>
              <a:t>        task-completed-gate.js" }] }]</a:t>
            </a:r>
          </a:p>
          <a:p>
            <a:pPr marL="0" indent="0" algn="l">
              <a:spcBef>
                <a:spcPts val="100"/>
              </a:spcBef>
              <a:buNone/>
            </a:pPr>
            <a:r>
              <a:rPr lang="th-TH" sz="1050" b="0" i="0" dirty="0">
                <a:solidFill>
                  <a:srgbClr val="E6EDF7"/>
                </a:solidFill>
                <a:latin typeface="Consolas"/>
                <a:cs typeface="Consolas"/>
              </a:rPr>
              <a:t>} }</a:t>
            </a:r>
          </a:p>
        </p:txBody>
      </p:sp>
      <p:sp>
        <p:nvSpPr>
          <p:cNvPr id="115" name="Shape 115"/>
          <p:cNvSpPr/>
          <p:nvPr/>
        </p:nvSpPr>
        <p:spPr>
          <a:xfrm>
            <a:off x="841248" y="4892040"/>
            <a:ext cx="10515600" cy="1005840"/>
          </a:xfrm>
          <a:prstGeom prst="roundRect">
            <a:avLst>
              <a:gd name="adj" fmla="val 12000"/>
            </a:avLst>
          </a:prstGeom>
          <a:solidFill>
            <a:srgbClr val="FFF4ED"/>
          </a:solidFill>
          <a:ln>
            <a:noFill/>
          </a:ln>
        </p:spPr>
        <p:txBody>
          <a:bodyPr wrap="square" lIns="228600" tIns="73152" rIns="228600" bIns="73152" anchor="ctr">
            <a:normAutofit/>
          </a:bodyPr>
          <a:lstStyle/>
          <a:p>
            <a:pPr marL="0" indent="0" algn="l">
              <a:spcBef>
                <a:spcPts val="0"/>
              </a:spcBef>
              <a:buNone/>
            </a:pPr>
            <a:r>
              <a:rPr lang="th-TH" sz="1300" b="1" i="0" dirty="0">
                <a:solidFill>
                  <a:srgbClr val="B93815"/>
                </a:solidFill>
              </a:rPr>
              <a:t>กับดัก: </a:t>
            </a:r>
            <a:r>
              <a:rPr lang="th-TH" sz="1250" b="0" i="0" dirty="0">
                <a:solidFill>
                  <a:srgbClr val="0D1B2A"/>
                </a:solidFill>
              </a:rPr>
              <a:t>exit code 2 เท่านั้นที่บล็อก · hook พิมพ์ลง stdout = กลายเป็น context ของ agent · อย่าใส่ gate ทั้งชุดตั้งแต่แรก เริ่มจากด่านที่พังบ่อยสุด</a:t>
            </a:r>
          </a:p>
        </p:txBody>
      </p:sp>
    </p:spTree>
    <p:extLst>
      <p:ext uri="{BB962C8B-B14F-4D97-AF65-F5344CB8AC3E}">
        <p14:creationId xmlns:p14="http://schemas.microsoft.com/office/powerpoint/2010/main" val="28656763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Content Placeholder 2"/>
          <p:cNvSpPr>
            <a:spLocks noGrp="1"/>
          </p:cNvSpPr>
          <p:nvPr>
            <p:ph sz="quarter" idx="12"/>
          </p:nvPr>
        </p:nvSpPr>
        <p:spPr/>
        <p:txBody>
          <a:bodyPr/>
          <a:lstStyle/>
          <a:p>
            <a:endParaRPr/>
          </a:p>
        </p:txBody>
      </p:sp>
      <p:sp>
        <p:nvSpPr>
          <p:cNvPr id="4" name="TextBox 3"/>
          <p:cNvSpPr txBox="1"/>
          <p:nvPr/>
        </p:nvSpPr>
        <p:spPr>
          <a:xfrm>
            <a:off x="838200" y="274320"/>
            <a:ext cx="9800000" cy="400110"/>
          </a:xfrm>
          <a:prstGeom prst="rect">
            <a:avLst/>
          </a:prstGeom>
          <a:noFill/>
        </p:spPr>
        <p:txBody>
          <a:bodyPr wrap="square">
            <a:spAutoFit/>
          </a:bodyPr>
          <a:lstStyle/>
          <a:p>
            <a:r>
              <a:rPr sz="2000" b="1" dirty="0"/>
              <a:t>Module 8 · memory </a:t>
            </a:r>
            <a:r>
              <a:rPr sz="2000" b="1" dirty="0" err="1"/>
              <a:t>ข้ามเซสชัน</a:t>
            </a:r>
            <a:r>
              <a:rPr sz="2000" b="1" dirty="0"/>
              <a:t> (index </a:t>
            </a:r>
            <a:r>
              <a:rPr sz="2000" b="1" dirty="0" err="1"/>
              <a:t>โหลดจริง</a:t>
            </a:r>
            <a:r>
              <a:rPr sz="2000" b="1" dirty="0"/>
              <a:t>)</a:t>
            </a:r>
          </a:p>
        </p:txBody>
      </p:sp>
      <p:sp>
        <p:nvSpPr>
          <p:cNvPr id="6" name="TextBox 5"/>
          <p:cNvSpPr txBox="1"/>
          <p:nvPr/>
        </p:nvSpPr>
        <p:spPr>
          <a:xfrm>
            <a:off x="838200" y="6350000"/>
            <a:ext cx="10515600" cy="320000"/>
          </a:xfrm>
          <a:prstGeom prst="rect">
            <a:avLst/>
          </a:prstGeom>
          <a:noFill/>
        </p:spPr>
        <p:txBody>
          <a:bodyPr wrap="none">
            <a:spAutoFit/>
          </a:bodyPr>
          <a:lstStyle/>
          <a:p>
            <a:r>
              <a:rPr sz="1000"/>
              <a:t>จับภาพจริงจาก TUI (interactive) · Claude Code 2.1.310 · sandbox/sales-insight</a:t>
            </a:r>
          </a:p>
        </p:txBody>
      </p:sp>
      <p:pic>
        <p:nvPicPr>
          <p:cNvPr id="7" name="Picture 6" descr="m8-remember-end.png"/>
          <p:cNvPicPr>
            <a:picLocks noChangeAspect="1"/>
          </p:cNvPicPr>
          <p:nvPr/>
        </p:nvPicPr>
        <p:blipFill>
          <a:blip r:embed="rId2"/>
          <a:stretch>
            <a:fillRect/>
          </a:stretch>
        </p:blipFill>
        <p:spPr>
          <a:xfrm>
            <a:off x="1496033" y="1353312"/>
            <a:ext cx="9206029" cy="4919472"/>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0" y="733916"/>
            <a:ext cx="10248900" cy="688485"/>
          </a:xfrm>
        </p:spPr>
        <p:txBody>
          <a:bodyPr anchor="ctr">
            <a:normAutofit/>
          </a:bodyPr>
          <a:lstStyle/>
          <a:p>
            <a:r>
              <a:rPr lang="th-TH" dirty="0"/>
              <a:t>กับดัก Exit Code: exit 2 เท่านั้นที่ Block</a:t>
            </a:r>
          </a:p>
        </p:txBody>
      </p:sp>
      <p:sp>
        <p:nvSpPr>
          <p:cNvPr id="3" name="Content Placeholder 2"/>
          <p:cNvSpPr>
            <a:spLocks noGrp="1"/>
          </p:cNvSpPr>
          <p:nvPr>
            <p:ph sz="quarter" idx="12"/>
          </p:nvPr>
        </p:nvSpPr>
        <p:spPr>
          <a:xfrm>
            <a:off x="838200" y="1549400"/>
            <a:ext cx="5162550" cy="4498975"/>
          </a:xfrm>
        </p:spPr>
        <p:txBody>
          <a:bodyPr>
            <a:normAutofit/>
          </a:bodyPr>
          <a:lstStyle/>
          <a:p>
            <a:pPr marL="0" indent="0" algn="l">
              <a:spcBef>
                <a:spcPts val="0"/>
              </a:spcBef>
              <a:buNone/>
            </a:pPr>
            <a:r>
              <a:rPr lang="th-TH" sz="1600" b="1" i="0" dirty="0">
                <a:solidFill>
                  <a:srgbClr val="0D1B2A"/>
                </a:solidFill>
              </a:rPr>
              <a:t>Hook ตัดสินผลด้วย exit code</a:t>
            </a:r>
          </a:p>
          <a:p>
            <a:pPr marL="0" indent="0" algn="l">
              <a:spcBef>
                <a:spcPts val="150"/>
              </a:spcBef>
              <a:buNone/>
            </a:pPr>
            <a:r>
              <a:rPr lang="th-TH" sz="1400" b="0" i="0" dirty="0">
                <a:solidFill>
                  <a:srgbClr val="4C5B6B"/>
                </a:solidFill>
              </a:rPr>
              <a:t>Claude Code อ่าน exit code ของสคริปต์ แล้วเลือกว่าจะไปต่อหรือหยุด</a:t>
            </a:r>
          </a:p>
          <a:p>
            <a:pPr marL="0" indent="0" algn="l">
              <a:spcBef>
                <a:spcPts val="1100"/>
              </a:spcBef>
              <a:buNone/>
            </a:pPr>
            <a:r>
              <a:rPr lang="th-TH" sz="1600" b="1" i="0" dirty="0">
                <a:solidFill>
                  <a:srgbClr val="005CFF"/>
                </a:solidFill>
              </a:rPr>
              <a:t>exit 1 ≠ บล็อก</a:t>
            </a:r>
          </a:p>
          <a:p>
            <a:pPr marL="0" indent="0" algn="l">
              <a:spcBef>
                <a:spcPts val="150"/>
              </a:spcBef>
              <a:buNone/>
            </a:pPr>
            <a:r>
              <a:rPr lang="th-TH" sz="1400" b="0" i="0" dirty="0">
                <a:solidFill>
                  <a:srgbClr val="0D1B2A"/>
                </a:solidFill>
              </a:rPr>
              <a:t>แม้เป็นรหัส error ปกติของ Unix แต่ Claude Code นับเป็น hook error แล้วปล่อย action ไปต่อ</a:t>
            </a:r>
          </a:p>
          <a:p>
            <a:pPr marL="0" indent="0" algn="l">
              <a:spcBef>
                <a:spcPts val="100"/>
              </a:spcBef>
              <a:buNone/>
            </a:pPr>
            <a:r>
              <a:rPr lang="th-TH" sz="1300" b="0" i="1" dirty="0">
                <a:solidFill>
                  <a:srgbClr val="4C5B6B"/>
                </a:solidFill>
              </a:rPr>
              <a:t>security hook ที่คืน 1 = ไม่ได้กันอะไรเลย</a:t>
            </a:r>
          </a:p>
          <a:p>
            <a:pPr marL="0" indent="0" algn="l">
              <a:spcBef>
                <a:spcPts val="1100"/>
              </a:spcBef>
              <a:buNone/>
            </a:pPr>
            <a:r>
              <a:rPr lang="th-TH" sz="1450" b="1" i="0" dirty="0">
                <a:solidFill>
                  <a:srgbClr val="B93815"/>
                </a:solidFill>
              </a:rPr>
              <a:t>Policy hook → ใช้ exit 2 เสมอ </a:t>
            </a:r>
            <a:r>
              <a:rPr lang="th-TH" sz="1350" b="0" i="0" dirty="0">
                <a:solidFill>
                  <a:srgbClr val="4C5B6B"/>
                </a:solidFill>
              </a:rPr>
              <a:t>· path สคริปต์ผิด = hook ไม่ได้รัน = ไม่บล็อก</a:t>
            </a:r>
          </a:p>
        </p:txBody>
      </p:sp>
      <p:sp>
        <p:nvSpPr>
          <p:cNvPr id="16" name="Footer Placeholder 4">
            <a:extLst>
              <a:ext uri="{FF2B5EF4-FFF2-40B4-BE49-F238E27FC236}">
                <a16:creationId xmlns:a16="http://schemas.microsoft.com/office/drawing/2014/main" id="{5084F689-CE1A-7A82-DE91-BA4954F5917B}"/>
              </a:ext>
            </a:extLst>
          </p:cNvPr>
          <p:cNvSpPr>
            <a:spLocks noGrp="1"/>
          </p:cNvSpPr>
          <p:nvPr>
            <p:ph type="ftr" sz="quarter" idx="3"/>
          </p:nvPr>
        </p:nvSpPr>
        <p:spPr>
          <a:xfrm>
            <a:off x="838202" y="6174245"/>
            <a:ext cx="4389253" cy="365125"/>
          </a:xfrm>
        </p:spPr>
        <p:txBody>
          <a:bodyPr/>
          <a:lstStyle/>
          <a:p>
            <a:pPr>
              <a:spcAft>
                <a:spcPts val="600"/>
              </a:spcAft>
            </a:pPr>
            <a:r>
              <a:rPr lang="en-US"/>
              <a:t>Copyright © 2026 9Expert Co., Ltd. All rights reserved.</a:t>
            </a:r>
            <a:endParaRPr lang="en-TH"/>
          </a:p>
        </p:txBody>
      </p:sp>
      <p:sp>
        <p:nvSpPr>
          <p:cNvPr id="17" name="Slide Number Placeholder 5">
            <a:extLst>
              <a:ext uri="{FF2B5EF4-FFF2-40B4-BE49-F238E27FC236}">
                <a16:creationId xmlns:a16="http://schemas.microsoft.com/office/drawing/2014/main" id="{675A9D21-E63D-CE5C-BEED-B0EB36647853}"/>
              </a:ext>
            </a:extLst>
          </p:cNvPr>
          <p:cNvSpPr>
            <a:spLocks noGrp="1"/>
          </p:cNvSpPr>
          <p:nvPr>
            <p:ph type="sldNum" sz="quarter" idx="4"/>
          </p:nvPr>
        </p:nvSpPr>
        <p:spPr>
          <a:xfrm>
            <a:off x="10182228" y="6167120"/>
            <a:ext cx="1171575" cy="365125"/>
          </a:xfrm>
        </p:spPr>
        <p:txBody>
          <a:bodyPr/>
          <a:lstStyle/>
          <a:p>
            <a:pPr>
              <a:spcAft>
                <a:spcPts val="600"/>
              </a:spcAft>
            </a:pPr>
            <a:fld id="{7B973119-0BF9-7444-941C-BCE2AFE6BE2E}" type="slidenum">
              <a:rPr lang="en-TH" smtClean="0"/>
              <a:t>73</a:t>
            </a:fld>
            <a:endParaRPr lang="en-TH"/>
          </a:p>
        </p:txBody>
      </p:sp>
      <p:sp>
        <p:nvSpPr>
          <p:cNvPr id="118" name="Shape 118"/>
          <p:cNvSpPr/>
          <p:nvPr/>
        </p:nvSpPr>
        <p:spPr>
          <a:xfrm>
            <a:off x="6309360" y="3063240"/>
            <a:ext cx="1554480" cy="1371600"/>
          </a:xfrm>
          <a:prstGeom prst="roundRect">
            <a:avLst>
              <a:gd name="adj" fmla="val 12000"/>
            </a:avLst>
          </a:prstGeom>
          <a:solidFill>
            <a:srgbClr val="0D1B2A"/>
          </a:solidFill>
          <a:ln>
            <a:noFill/>
          </a:ln>
        </p:spPr>
        <p:txBody>
          <a:bodyPr wrap="square" lIns="45720" tIns="45720" rIns="45720" bIns="45720" anchor="ctr">
            <a:normAutofit/>
          </a:bodyPr>
          <a:lstStyle/>
          <a:p>
            <a:pPr marL="0" indent="0" algn="ctr">
              <a:spcBef>
                <a:spcPts val="0"/>
              </a:spcBef>
              <a:buNone/>
            </a:pPr>
            <a:r>
              <a:rPr lang="th-TH" sz="1500" b="1" i="0" dirty="0">
                <a:solidFill>
                  <a:srgbClr val="FFFFFF"/>
                </a:solidFill>
              </a:rPr>
              <a:t>Hook</a:t>
            </a:r>
          </a:p>
          <a:p>
            <a:pPr marL="0" indent="0" algn="ctr">
              <a:spcBef>
                <a:spcPts val="0"/>
              </a:spcBef>
              <a:buNone/>
            </a:pPr>
            <a:r>
              <a:rPr lang="th-TH" sz="1500" b="1" i="0" dirty="0">
                <a:solidFill>
                  <a:srgbClr val="FFFFFF"/>
                </a:solidFill>
              </a:rPr>
              <a:t>exit ?</a:t>
            </a:r>
          </a:p>
        </p:txBody>
      </p:sp>
      <p:cxnSp>
        <p:nvCxnSpPr>
          <p:cNvPr id="119" name="Arrow 119"/>
          <p:cNvCxnSpPr/>
          <p:nvPr/>
        </p:nvCxnSpPr>
        <p:spPr>
          <a:xfrm flipV="1">
            <a:off x="7863840" y="2240280"/>
            <a:ext cx="502920" cy="1508759"/>
          </a:xfrm>
          <a:prstGeom prst="straightConnector1">
            <a:avLst/>
          </a:prstGeom>
          <a:ln w="19050">
            <a:solidFill>
              <a:srgbClr val="4C5B6B"/>
            </a:solidFill>
            <a:tailEnd type="triangle" w="med" len="med"/>
          </a:ln>
        </p:spPr>
      </p:cxnSp>
      <p:sp>
        <p:nvSpPr>
          <p:cNvPr id="120" name="Shape 120"/>
          <p:cNvSpPr/>
          <p:nvPr/>
        </p:nvSpPr>
        <p:spPr>
          <a:xfrm>
            <a:off x="8366760" y="1645920"/>
            <a:ext cx="2971800" cy="1234440"/>
          </a:xfrm>
          <a:prstGeom prst="roundRect">
            <a:avLst>
              <a:gd name="adj" fmla="val 10000"/>
            </a:avLst>
          </a:prstGeom>
          <a:solidFill>
            <a:srgbClr val="12B76A"/>
          </a:solidFill>
          <a:ln>
            <a:noFill/>
          </a:ln>
        </p:spPr>
        <p:txBody>
          <a:bodyPr wrap="square" lIns="137160" tIns="73152" rIns="137160" bIns="73152" anchor="ctr">
            <a:normAutofit/>
          </a:bodyPr>
          <a:lstStyle/>
          <a:p>
            <a:pPr marL="0" indent="0" algn="l">
              <a:spcBef>
                <a:spcPts val="0"/>
              </a:spcBef>
              <a:buNone/>
            </a:pPr>
            <a:r>
              <a:rPr lang="th-TH" sz="1500" b="1" i="0" dirty="0">
                <a:solidFill>
                  <a:srgbClr val="FFFFFF"/>
                </a:solidFill>
              </a:rPr>
              <a:t>exit 0 · ผ่าน</a:t>
            </a:r>
          </a:p>
          <a:p>
            <a:pPr marL="0" indent="0" algn="l">
              <a:spcBef>
                <a:spcPts val="100"/>
              </a:spcBef>
              <a:buNone/>
            </a:pPr>
            <a:r>
              <a:rPr lang="th-TH" sz="1300" b="0" i="0" dirty="0">
                <a:solidFill>
                  <a:srgbClr val="FFFFFF"/>
                </a:solidFill>
              </a:rPr>
              <a:t>action ไปต่อตาม permission ปกติ</a:t>
            </a:r>
          </a:p>
          <a:p>
            <a:pPr marL="0" indent="0" algn="l">
              <a:spcBef>
                <a:spcPts val="100"/>
              </a:spcBef>
              <a:buNone/>
            </a:pPr>
            <a:r>
              <a:rPr lang="th-TH" sz="1100" b="0" i="0" dirty="0">
                <a:solidFill>
                  <a:srgbClr val="EAF2FF"/>
                </a:solidFill>
                <a:latin typeface="Consolas"/>
                <a:cs typeface="Consolas"/>
              </a:rPr>
              <a:t>no output = ไม่มีคำตัดสิน</a:t>
            </a:r>
          </a:p>
        </p:txBody>
      </p:sp>
      <p:cxnSp>
        <p:nvCxnSpPr>
          <p:cNvPr id="121" name="Arrow 121"/>
          <p:cNvCxnSpPr/>
          <p:nvPr/>
        </p:nvCxnSpPr>
        <p:spPr>
          <a:xfrm flipV="1">
            <a:off x="7863840" y="3703320"/>
            <a:ext cx="502920" cy="45719"/>
          </a:xfrm>
          <a:prstGeom prst="straightConnector1">
            <a:avLst/>
          </a:prstGeom>
          <a:ln w="19050">
            <a:solidFill>
              <a:srgbClr val="4C5B6B"/>
            </a:solidFill>
            <a:tailEnd type="triangle" w="med" len="med"/>
          </a:ln>
        </p:spPr>
      </p:cxnSp>
      <p:sp>
        <p:nvSpPr>
          <p:cNvPr id="122" name="Shape 122"/>
          <p:cNvSpPr/>
          <p:nvPr/>
        </p:nvSpPr>
        <p:spPr>
          <a:xfrm>
            <a:off x="8366760" y="3108960"/>
            <a:ext cx="2971800" cy="1234440"/>
          </a:xfrm>
          <a:prstGeom prst="roundRect">
            <a:avLst>
              <a:gd name="adj" fmla="val 10000"/>
            </a:avLst>
          </a:prstGeom>
          <a:solidFill>
            <a:srgbClr val="D92D20"/>
          </a:solidFill>
          <a:ln>
            <a:noFill/>
          </a:ln>
        </p:spPr>
        <p:txBody>
          <a:bodyPr wrap="square" lIns="137160" tIns="73152" rIns="137160" bIns="73152" anchor="ctr">
            <a:normAutofit/>
          </a:bodyPr>
          <a:lstStyle/>
          <a:p>
            <a:pPr marL="0" indent="0" algn="l">
              <a:spcBef>
                <a:spcPts val="0"/>
              </a:spcBef>
              <a:buNone/>
            </a:pPr>
            <a:r>
              <a:rPr lang="th-TH" sz="1500" b="1" i="0" dirty="0">
                <a:solidFill>
                  <a:srgbClr val="FFFFFF"/>
                </a:solidFill>
              </a:rPr>
              <a:t>exit 2 · BLOCK</a:t>
            </a:r>
          </a:p>
          <a:p>
            <a:pPr marL="0" indent="0" algn="l">
              <a:spcBef>
                <a:spcPts val="100"/>
              </a:spcBef>
              <a:buNone/>
            </a:pPr>
            <a:r>
              <a:rPr lang="th-TH" sz="1300" b="0" i="0" dirty="0">
                <a:solidFill>
                  <a:srgbClr val="FFFFFF"/>
                </a:solidFill>
              </a:rPr>
              <a:t>PreToolUse: tool call ถูกบล็อก</a:t>
            </a:r>
          </a:p>
          <a:p>
            <a:pPr marL="0" indent="0" algn="l">
              <a:spcBef>
                <a:spcPts val="100"/>
              </a:spcBef>
              <a:buNone/>
            </a:pPr>
            <a:r>
              <a:rPr lang="th-TH" sz="1100" b="0" i="0" dirty="0">
                <a:solidFill>
                  <a:srgbClr val="EAF2FF"/>
                </a:solidFill>
                <a:latin typeface="Consolas"/>
                <a:cs typeface="Consolas"/>
              </a:rPr>
              <a:t>stderr → ส่งให้ Claude เป็นเหตุผล</a:t>
            </a:r>
          </a:p>
        </p:txBody>
      </p:sp>
      <p:cxnSp>
        <p:nvCxnSpPr>
          <p:cNvPr id="123" name="Arrow 123"/>
          <p:cNvCxnSpPr/>
          <p:nvPr/>
        </p:nvCxnSpPr>
        <p:spPr>
          <a:xfrm>
            <a:off x="7863840" y="3749039"/>
            <a:ext cx="502920" cy="1417320"/>
          </a:xfrm>
          <a:prstGeom prst="straightConnector1">
            <a:avLst/>
          </a:prstGeom>
          <a:ln w="19050">
            <a:solidFill>
              <a:srgbClr val="4C5B6B"/>
            </a:solidFill>
            <a:tailEnd type="triangle" w="med" len="med"/>
          </a:ln>
        </p:spPr>
      </p:cxnSp>
      <p:sp>
        <p:nvSpPr>
          <p:cNvPr id="124" name="Shape 124"/>
          <p:cNvSpPr/>
          <p:nvPr/>
        </p:nvSpPr>
        <p:spPr>
          <a:xfrm>
            <a:off x="8366760" y="4572000"/>
            <a:ext cx="2971800" cy="1234440"/>
          </a:xfrm>
          <a:prstGeom prst="roundRect">
            <a:avLst>
              <a:gd name="adj" fmla="val 10000"/>
            </a:avLst>
          </a:prstGeom>
          <a:solidFill>
            <a:srgbClr val="F79009"/>
          </a:solidFill>
          <a:ln>
            <a:noFill/>
          </a:ln>
        </p:spPr>
        <p:txBody>
          <a:bodyPr wrap="square" lIns="137160" tIns="73152" rIns="137160" bIns="73152" anchor="ctr">
            <a:normAutofit/>
          </a:bodyPr>
          <a:lstStyle/>
          <a:p>
            <a:pPr marL="0" indent="0" algn="l">
              <a:spcBef>
                <a:spcPts val="0"/>
              </a:spcBef>
              <a:buNone/>
            </a:pPr>
            <a:r>
              <a:rPr lang="th-TH" sz="1500" b="1" i="0" dirty="0">
                <a:solidFill>
                  <a:srgbClr val="FFFFFF"/>
                </a:solidFill>
              </a:rPr>
              <a:t>exit 1 / อื่น ๆ · ไม่ Block</a:t>
            </a:r>
          </a:p>
          <a:p>
            <a:pPr marL="0" indent="0" algn="l">
              <a:spcBef>
                <a:spcPts val="100"/>
              </a:spcBef>
              <a:buNone/>
            </a:pPr>
            <a:r>
              <a:rPr lang="th-TH" sz="1300" b="0" i="0" dirty="0">
                <a:solidFill>
                  <a:srgbClr val="FFFFFF"/>
                </a:solidFill>
              </a:rPr>
              <a:t>hook error — action ยังไปต่อ</a:t>
            </a:r>
          </a:p>
          <a:p>
            <a:pPr marL="0" indent="0" algn="l">
              <a:spcBef>
                <a:spcPts val="100"/>
              </a:spcBef>
              <a:buNone/>
            </a:pPr>
            <a:r>
              <a:rPr lang="th-TH" sz="1100" b="0" i="0" dirty="0">
                <a:solidFill>
                  <a:srgbClr val="EAF2FF"/>
                </a:solidFill>
                <a:latin typeface="Consolas"/>
                <a:cs typeface="Consolas"/>
              </a:rPr>
              <a:t>แค่ขึ้น notice ใน transcript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D8C78A-27C3-C602-1856-17FC9608783E}"/>
              </a:ext>
            </a:extLst>
          </p:cNvPr>
          <p:cNvSpPr>
            <a:spLocks noGrp="1"/>
          </p:cNvSpPr>
          <p:nvPr>
            <p:ph type="ftr" sz="quarter" idx="10"/>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BA0D2626-FC54-DB13-7998-316C7EBD51B4}"/>
              </a:ext>
            </a:extLst>
          </p:cNvPr>
          <p:cNvSpPr>
            <a:spLocks noGrp="1"/>
          </p:cNvSpPr>
          <p:nvPr>
            <p:ph type="sldNum" sz="quarter" idx="11"/>
          </p:nvPr>
        </p:nvSpPr>
        <p:spPr/>
        <p:txBody>
          <a:bodyPr/>
          <a:lstStyle/>
          <a:p>
            <a:fld id="{7B973119-0BF9-7444-941C-BCE2AFE6BE2E}" type="slidenum">
              <a:rPr lang="en-TH" smtClean="0"/>
              <a:pPr/>
              <a:t>74</a:t>
            </a:fld>
            <a:endParaRPr lang="en-TH"/>
          </a:p>
        </p:txBody>
      </p:sp>
      <p:sp>
        <p:nvSpPr>
          <p:cNvPr id="104" name="Title 1"/>
          <p:cNvSpPr>
            <a:spLocks noGrp="1"/>
          </p:cNvSpPr>
          <p:nvPr>
            <p:ph type="title"/>
          </p:nvPr>
        </p:nvSpPr>
        <p:spPr/>
        <p:txBody>
          <a:bodyPr>
            <a:normAutofit/>
          </a:bodyPr>
          <a:lstStyle/>
          <a:p>
            <a:r>
              <a:rPr lang="th-TH" dirty="0"/>
              <a:t>Workshop 5: Quality Gate + Cost Gate (⏱ 40 นาที)</a:t>
            </a:r>
          </a:p>
        </p:txBody>
      </p:sp>
      <p:sp>
        <p:nvSpPr>
          <p:cNvPr id="105" name="Shape 105"/>
          <p:cNvSpPr/>
          <p:nvPr/>
        </p:nvSpPr>
        <p:spPr>
          <a:xfrm>
            <a:off x="841248" y="1645920"/>
            <a:ext cx="5029200" cy="342900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6" name="Shape 106"/>
          <p:cNvSpPr/>
          <p:nvPr/>
        </p:nvSpPr>
        <p:spPr>
          <a:xfrm>
            <a:off x="1069848" y="1828800"/>
            <a:ext cx="1005840" cy="100584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2600" b="0" i="0" dirty="0">
                <a:solidFill>
                  <a:srgbClr val="FFFFFF"/>
                </a:solidFill>
              </a:rPr>
              <a:t>✅</a:t>
            </a:r>
          </a:p>
        </p:txBody>
      </p:sp>
      <p:sp>
        <p:nvSpPr>
          <p:cNvPr id="107" name="Shape 107"/>
          <p:cNvSpPr/>
          <p:nvPr/>
        </p:nvSpPr>
        <p:spPr>
          <a:xfrm>
            <a:off x="2258568" y="1874519"/>
            <a:ext cx="3474720" cy="914400"/>
          </a:xfrm>
          <a:prstGeom prst="rect">
            <a:avLst/>
          </a:prstGeom>
          <a:noFill/>
          <a:ln>
            <a:noFill/>
          </a:ln>
        </p:spPr>
        <p:txBody>
          <a:bodyPr wrap="square" lIns="0" tIns="0" rIns="0" bIns="0" anchor="ctr">
            <a:normAutofit/>
          </a:bodyPr>
          <a:lstStyle/>
          <a:p>
            <a:pPr marL="0" indent="0" algn="l">
              <a:spcBef>
                <a:spcPts val="0"/>
              </a:spcBef>
              <a:buNone/>
            </a:pPr>
            <a:r>
              <a:rPr lang="th-TH" sz="2000" b="1" i="0" dirty="0">
                <a:solidFill>
                  <a:srgbClr val="0D1B2A"/>
                </a:solidFill>
              </a:rPr>
              <a:t>Quality Gate</a:t>
            </a:r>
          </a:p>
          <a:p>
            <a:pPr marL="0" indent="0" algn="l">
              <a:spcBef>
                <a:spcPts val="100"/>
              </a:spcBef>
              <a:buNone/>
            </a:pPr>
            <a:r>
              <a:rPr lang="th-TH" sz="1300" b="0" i="0" dirty="0">
                <a:solidFill>
                  <a:srgbClr val="4C5B6B"/>
                </a:solidFill>
              </a:rPr>
              <a:t>กัน Bug / Runtime Error</a:t>
            </a:r>
          </a:p>
        </p:txBody>
      </p:sp>
      <p:sp>
        <p:nvSpPr>
          <p:cNvPr id="108" name="Shape 108"/>
          <p:cNvSpPr/>
          <p:nvPr/>
        </p:nvSpPr>
        <p:spPr>
          <a:xfrm>
            <a:off x="1115568" y="3017520"/>
            <a:ext cx="4572000" cy="2011680"/>
          </a:xfrm>
          <a:prstGeom prst="rect">
            <a:avLst/>
          </a:prstGeom>
          <a:noFill/>
          <a:ln>
            <a:noFill/>
          </a:ln>
        </p:spPr>
        <p:txBody>
          <a:bodyPr wrap="square" lIns="0" tIns="0" rIns="0" bIns="0" anchor="t">
            <a:normAutofit/>
          </a:bodyPr>
          <a:lstStyle/>
          <a:p>
            <a:pPr marL="285750" indent="-285750" algn="l">
              <a:spcBef>
                <a:spcPts val="400"/>
              </a:spcBef>
              <a:buFont typeface="Arial"/>
              <a:buChar char="•"/>
            </a:pPr>
            <a:r>
              <a:rPr lang="th-TH" sz="1300" b="0" i="0" dirty="0">
                <a:solidFill>
                  <a:srgbClr val="0D1B2A"/>
                </a:solidFill>
              </a:rPr>
              <a:t>quality gate 3 เคส: data-quality · bad-json-does-not-crash · summary-matches-valid-rows</a:t>
            </a:r>
          </a:p>
          <a:p>
            <a:pPr marL="285750" indent="-285750" algn="l">
              <a:spcBef>
                <a:spcPts val="400"/>
              </a:spcBef>
              <a:buFont typeface="Arial"/>
              <a:buChar char="•"/>
            </a:pPr>
            <a:r>
              <a:rPr lang="th-TH" sz="1300" b="0" i="0" dirty="0">
                <a:solidFill>
                  <a:srgbClr val="0D1B2A"/>
                </a:solidFill>
              </a:rPr>
              <a:t>ห้ามแก้ scripts/quality-gate.js · รันเองจนได้ 3/3 passed, exit 0</a:t>
            </a:r>
          </a:p>
          <a:p>
            <a:pPr marL="285750" indent="-285750" algn="l">
              <a:spcBef>
                <a:spcPts val="400"/>
              </a:spcBef>
              <a:buFont typeface="Arial"/>
              <a:buChar char="•"/>
            </a:pPr>
            <a:r>
              <a:rPr lang="th-TH" sz="1300" b="0" i="0" dirty="0">
                <a:solidFill>
                  <a:srgbClr val="0D1B2A"/>
                </a:solidFill>
              </a:rPr>
              <a:t>hook block-dangerous-bash.js: rm -rf → exit 2 · node scripts/quality-gate.js → exit 0</a:t>
            </a:r>
          </a:p>
        </p:txBody>
      </p:sp>
      <p:sp>
        <p:nvSpPr>
          <p:cNvPr id="109" name="Shape 109"/>
          <p:cNvSpPr/>
          <p:nvPr/>
        </p:nvSpPr>
        <p:spPr>
          <a:xfrm>
            <a:off x="6190488" y="1645920"/>
            <a:ext cx="5029200" cy="342900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0" name="Shape 110"/>
          <p:cNvSpPr/>
          <p:nvPr/>
        </p:nvSpPr>
        <p:spPr>
          <a:xfrm>
            <a:off x="6419088" y="1828800"/>
            <a:ext cx="1005840" cy="1005840"/>
          </a:xfrm>
          <a:prstGeom prst="ellipse">
            <a:avLst/>
          </a:prstGeom>
          <a:solidFill>
            <a:srgbClr val="F79009"/>
          </a:solidFill>
          <a:ln>
            <a:noFill/>
          </a:ln>
        </p:spPr>
        <p:txBody>
          <a:bodyPr wrap="square" lIns="0" tIns="0" rIns="0" bIns="0" anchor="ctr">
            <a:normAutofit/>
          </a:bodyPr>
          <a:lstStyle/>
          <a:p>
            <a:pPr marL="0" indent="0" algn="ctr">
              <a:spcBef>
                <a:spcPts val="0"/>
              </a:spcBef>
              <a:buNone/>
            </a:pPr>
            <a:r>
              <a:rPr lang="th-TH" sz="1800" b="0" i="0" dirty="0">
                <a:solidFill>
                  <a:srgbClr val="FFFFFF"/>
                </a:solidFill>
              </a:rPr>
              <a:t>USD</a:t>
            </a:r>
          </a:p>
        </p:txBody>
      </p:sp>
      <p:sp>
        <p:nvSpPr>
          <p:cNvPr id="111" name="Shape 111"/>
          <p:cNvSpPr/>
          <p:nvPr/>
        </p:nvSpPr>
        <p:spPr>
          <a:xfrm>
            <a:off x="7607808" y="1874519"/>
            <a:ext cx="3474720" cy="914400"/>
          </a:xfrm>
          <a:prstGeom prst="rect">
            <a:avLst/>
          </a:prstGeom>
          <a:noFill/>
          <a:ln>
            <a:noFill/>
          </a:ln>
        </p:spPr>
        <p:txBody>
          <a:bodyPr wrap="square" lIns="0" tIns="0" rIns="0" bIns="0" anchor="ctr">
            <a:normAutofit/>
          </a:bodyPr>
          <a:lstStyle/>
          <a:p>
            <a:pPr marL="0" indent="0" algn="l">
              <a:spcBef>
                <a:spcPts val="0"/>
              </a:spcBef>
              <a:buNone/>
            </a:pPr>
            <a:r>
              <a:rPr lang="th-TH" sz="2000" b="1" i="0" dirty="0">
                <a:solidFill>
                  <a:srgbClr val="0D1B2A"/>
                </a:solidFill>
              </a:rPr>
              <a:t>Cost Gate</a:t>
            </a:r>
          </a:p>
          <a:p>
            <a:pPr marL="0" indent="0" algn="l">
              <a:spcBef>
                <a:spcPts val="100"/>
              </a:spcBef>
              <a:buNone/>
            </a:pPr>
            <a:r>
              <a:rPr lang="th-TH" sz="1300" b="0" i="0" dirty="0">
                <a:solidFill>
                  <a:srgbClr val="4C5B6B"/>
                </a:solidFill>
              </a:rPr>
              <a:t>ป้องกัน Token Exceeding</a:t>
            </a:r>
          </a:p>
        </p:txBody>
      </p:sp>
      <p:sp>
        <p:nvSpPr>
          <p:cNvPr id="112" name="Shape 112"/>
          <p:cNvSpPr/>
          <p:nvPr/>
        </p:nvSpPr>
        <p:spPr>
          <a:xfrm>
            <a:off x="6464807" y="3017520"/>
            <a:ext cx="4572000" cy="2011680"/>
          </a:xfrm>
          <a:prstGeom prst="rect">
            <a:avLst/>
          </a:prstGeom>
          <a:noFill/>
          <a:ln>
            <a:noFill/>
          </a:ln>
        </p:spPr>
        <p:txBody>
          <a:bodyPr wrap="square" lIns="0" tIns="0" rIns="0" bIns="0" anchor="t">
            <a:normAutofit/>
          </a:bodyPr>
          <a:lstStyle/>
          <a:p>
            <a:pPr marL="285750" indent="-285750" algn="l">
              <a:spcBef>
                <a:spcPts val="400"/>
              </a:spcBef>
              <a:buFont typeface="Arial"/>
              <a:buChar char="•"/>
            </a:pPr>
            <a:r>
              <a:rPr lang="th-TH" sz="1300" b="0" i="0" dirty="0">
                <a:solidFill>
                  <a:srgbClr val="0D1B2A"/>
                </a:solidFill>
              </a:rPr>
              <a:t>node scripts/cost-gate.js usage.json</a:t>
            </a:r>
          </a:p>
          <a:p>
            <a:pPr marL="285750" indent="-285750" algn="l">
              <a:spcBef>
                <a:spcPts val="400"/>
              </a:spcBef>
              <a:buFont typeface="Arial"/>
              <a:buChar char="•"/>
            </a:pPr>
            <a:r>
              <a:rPr lang="th-TH" sz="1300" b="0" i="0" dirty="0">
                <a:solidFill>
                  <a:srgbClr val="0D1B2A"/>
                </a:solidFill>
              </a:rPr>
              <a:t>exit 2 เมื่อเกิน 2 USD หรือ 20,000 output token</a:t>
            </a:r>
          </a:p>
          <a:p>
            <a:pPr marL="285750" indent="-285750" algn="l">
              <a:spcBef>
                <a:spcPts val="400"/>
              </a:spcBef>
              <a:buFont typeface="Arial"/>
              <a:buChar char="•"/>
            </a:pPr>
            <a:r>
              <a:rPr lang="th-TH" sz="1300" b="0" i="0" dirty="0">
                <a:solidFill>
                  <a:srgbClr val="0D1B2A"/>
                </a:solidFill>
              </a:rPr>
              <a:t>usage.json จาก /cost ใน TUI หรือตัวเลขฝึก · ทีมใช้ ~15× token</a:t>
            </a:r>
          </a:p>
        </p:txBody>
      </p:sp>
      <p:sp>
        <p:nvSpPr>
          <p:cNvPr id="113" name="Shape 113"/>
          <p:cNvSpPr/>
          <p:nvPr/>
        </p:nvSpPr>
        <p:spPr>
          <a:xfrm>
            <a:off x="841248" y="5257800"/>
            <a:ext cx="10515600" cy="640080"/>
          </a:xfrm>
          <a:prstGeom prst="roundRect">
            <a:avLst>
              <a:gd name="adj" fmla="val 20000"/>
            </a:avLst>
          </a:prstGeom>
          <a:solidFill>
            <a:srgbClr val="ECFDF3"/>
          </a:solidFill>
          <a:ln>
            <a:noFill/>
          </a:ln>
        </p:spPr>
        <p:txBody>
          <a:bodyPr wrap="square" lIns="109728" tIns="73152" rIns="109728" bIns="73152" anchor="ctr">
            <a:normAutofit/>
          </a:bodyPr>
          <a:lstStyle/>
          <a:p>
            <a:pPr marL="0" indent="0" algn="ctr">
              <a:spcBef>
                <a:spcPts val="0"/>
              </a:spcBef>
              <a:buNone/>
            </a:pPr>
            <a:r>
              <a:rPr lang="th-TH" sz="1400" b="1" i="0" dirty="0">
                <a:solidFill>
                  <a:srgbClr val="12B76A"/>
                </a:solidFill>
              </a:rPr>
              <a:t>เพดาน 2 USD </a:t>
            </a:r>
            <a:r>
              <a:rPr lang="th-TH" sz="1350" b="0" i="0" dirty="0">
                <a:solidFill>
                  <a:srgbClr val="0D1B2A"/>
                </a:solidFill>
              </a:rPr>
              <a:t>เป็นตัวเลขฝึกของคอร์ส ยังไม่ใช่ตัวเลขจากรัน TUI ของห้อง · ตามไม่ทัน: node scripts/catch-up.js w5</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87C616-065A-641E-184E-98CA4BED8418}"/>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4124EBD3-339E-BFF5-CC6E-723A0DC19C41}"/>
              </a:ext>
            </a:extLst>
          </p:cNvPr>
          <p:cNvSpPr>
            <a:spLocks noGrp="1"/>
          </p:cNvSpPr>
          <p:nvPr>
            <p:ph type="sldNum" sz="quarter" idx="4"/>
          </p:nvPr>
        </p:nvSpPr>
        <p:spPr/>
        <p:txBody>
          <a:bodyPr/>
          <a:lstStyle/>
          <a:p>
            <a:fld id="{7B973119-0BF9-7444-941C-BCE2AFE6BE2E}" type="slidenum">
              <a:rPr lang="en-TH" smtClean="0"/>
              <a:pPr/>
              <a:t>75</a:t>
            </a:fld>
            <a:endParaRPr lang="en-TH"/>
          </a:p>
        </p:txBody>
      </p:sp>
      <p:sp>
        <p:nvSpPr>
          <p:cNvPr id="104" name="Title 1"/>
          <p:cNvSpPr>
            <a:spLocks noGrp="1"/>
          </p:cNvSpPr>
          <p:nvPr>
            <p:ph type="title"/>
          </p:nvPr>
        </p:nvSpPr>
        <p:spPr/>
        <p:txBody>
          <a:bodyPr>
            <a:normAutofit/>
          </a:bodyPr>
          <a:lstStyle/>
          <a:p>
            <a:r>
              <a:rPr lang="th-TH" dirty="0"/>
              <a:t>Gate-first: เห็นแดงก่อน แก้ แล้วพิสูจน์ด้วย exit code</a:t>
            </a:r>
          </a:p>
        </p:txBody>
      </p:sp>
      <p:sp>
        <p:nvSpPr>
          <p:cNvPr id="105" name="Shape 105"/>
          <p:cNvSpPr/>
          <p:nvPr/>
        </p:nvSpPr>
        <p:spPr>
          <a:xfrm>
            <a:off x="1188720" y="2011680"/>
            <a:ext cx="9784080" cy="45720"/>
          </a:xfrm>
          <a:prstGeom prst="rect">
            <a:avLst/>
          </a:prstGeom>
          <a:solidFill>
            <a:srgbClr val="C9D6E8"/>
          </a:solidFill>
          <a:ln>
            <a:noFill/>
          </a:ln>
        </p:spPr>
        <p:txBody>
          <a:bodyPr wrap="square" lIns="109728" tIns="73152" rIns="109728" bIns="73152" anchor="t">
            <a:normAutofit fontScale="25000" lnSpcReduction="20000"/>
          </a:bodyPr>
          <a:lstStyle/>
          <a:p>
            <a:endParaRPr lang="en-US" sz="1000"/>
          </a:p>
        </p:txBody>
      </p:sp>
      <p:sp>
        <p:nvSpPr>
          <p:cNvPr id="106" name="Shape 106"/>
          <p:cNvSpPr/>
          <p:nvPr/>
        </p:nvSpPr>
        <p:spPr>
          <a:xfrm>
            <a:off x="1810512" y="1691640"/>
            <a:ext cx="640080" cy="64008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1800" b="1" i="0" dirty="0">
                <a:solidFill>
                  <a:srgbClr val="FFFFFF"/>
                </a:solidFill>
              </a:rPr>
              <a:t>1</a:t>
            </a:r>
          </a:p>
        </p:txBody>
      </p:sp>
      <p:sp>
        <p:nvSpPr>
          <p:cNvPr id="107" name="Shape 107"/>
          <p:cNvSpPr/>
          <p:nvPr/>
        </p:nvSpPr>
        <p:spPr>
          <a:xfrm>
            <a:off x="841248" y="2468880"/>
            <a:ext cx="2560320" cy="457200"/>
          </a:xfrm>
          <a:prstGeom prst="rect">
            <a:avLst/>
          </a:prstGeom>
          <a:noFill/>
          <a:ln>
            <a:noFill/>
          </a:ln>
        </p:spPr>
        <p:txBody>
          <a:bodyPr wrap="square" lIns="0" tIns="0" rIns="0" bIns="0" anchor="t">
            <a:normAutofit/>
          </a:bodyPr>
          <a:lstStyle/>
          <a:p>
            <a:pPr marL="0" indent="0" algn="ctr">
              <a:spcBef>
                <a:spcPts val="0"/>
              </a:spcBef>
              <a:buNone/>
            </a:pPr>
            <a:r>
              <a:rPr lang="th-TH" sz="1500" b="1" i="0" dirty="0">
                <a:solidFill>
                  <a:srgbClr val="0D1B2A"/>
                </a:solidFill>
              </a:rPr>
              <a:t>ดูแดงก่อน</a:t>
            </a:r>
          </a:p>
        </p:txBody>
      </p:sp>
      <p:sp>
        <p:nvSpPr>
          <p:cNvPr id="108" name="Shape 108"/>
          <p:cNvSpPr/>
          <p:nvPr/>
        </p:nvSpPr>
        <p:spPr>
          <a:xfrm>
            <a:off x="886968" y="2971800"/>
            <a:ext cx="2468880" cy="132588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100"/>
              </a:spcBef>
              <a:buNone/>
            </a:pPr>
            <a:r>
              <a:rPr lang="th-TH" sz="1150" b="0" i="0" dirty="0">
                <a:solidFill>
                  <a:srgbClr val="E6EDF7"/>
                </a:solidFill>
                <a:latin typeface="Consolas"/>
                <a:cs typeface="Consolas"/>
              </a:rPr>
              <a:t>node scripts/quality-gate.js</a:t>
            </a:r>
          </a:p>
          <a:p>
            <a:pPr marL="0" indent="0" algn="l">
              <a:spcBef>
                <a:spcPts val="100"/>
              </a:spcBef>
              <a:buNone/>
            </a:pPr>
            <a:r>
              <a:rPr lang="th-TH" sz="1150" b="0" i="0" dirty="0">
                <a:solidFill>
                  <a:srgbClr val="E6EDF7"/>
                </a:solidFill>
                <a:latin typeface="Consolas"/>
                <a:cs typeface="Consolas"/>
              </a:rPr>
              <a:t>→ exit 2 · FAIL 3 บรรทัด</a:t>
            </a:r>
          </a:p>
        </p:txBody>
      </p:sp>
      <p:sp>
        <p:nvSpPr>
          <p:cNvPr id="109" name="Shape 109"/>
          <p:cNvSpPr/>
          <p:nvPr/>
        </p:nvSpPr>
        <p:spPr>
          <a:xfrm>
            <a:off x="841248" y="4434840"/>
            <a:ext cx="2560320" cy="365760"/>
          </a:xfrm>
          <a:prstGeom prst="rect">
            <a:avLst/>
          </a:prstGeom>
          <a:noFill/>
          <a:ln>
            <a:noFill/>
          </a:ln>
        </p:spPr>
        <p:txBody>
          <a:bodyPr wrap="square" lIns="0" tIns="0" rIns="0" bIns="0" anchor="t">
            <a:normAutofit/>
          </a:bodyPr>
          <a:lstStyle/>
          <a:p>
            <a:pPr marL="0" indent="0" algn="ctr">
              <a:spcBef>
                <a:spcPts val="0"/>
              </a:spcBef>
              <a:buNone/>
            </a:pPr>
            <a:r>
              <a:rPr lang="th-TH" sz="1150" b="0" i="0" dirty="0">
                <a:solidFill>
                  <a:srgbClr val="4C5B6B"/>
                </a:solidFill>
              </a:rPr>
              <a:t>baseline ใน PowerShell</a:t>
            </a:r>
          </a:p>
        </p:txBody>
      </p:sp>
      <p:sp>
        <p:nvSpPr>
          <p:cNvPr id="110" name="Shape 110"/>
          <p:cNvSpPr/>
          <p:nvPr/>
        </p:nvSpPr>
        <p:spPr>
          <a:xfrm>
            <a:off x="4480560" y="1691640"/>
            <a:ext cx="640080" cy="64008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1800" b="1" i="0" dirty="0">
                <a:solidFill>
                  <a:srgbClr val="FFFFFF"/>
                </a:solidFill>
              </a:rPr>
              <a:t>2</a:t>
            </a:r>
          </a:p>
        </p:txBody>
      </p:sp>
      <p:sp>
        <p:nvSpPr>
          <p:cNvPr id="111" name="Shape 111"/>
          <p:cNvSpPr/>
          <p:nvPr/>
        </p:nvSpPr>
        <p:spPr>
          <a:xfrm>
            <a:off x="3511296" y="2468880"/>
            <a:ext cx="2560320" cy="457200"/>
          </a:xfrm>
          <a:prstGeom prst="rect">
            <a:avLst/>
          </a:prstGeom>
          <a:noFill/>
          <a:ln>
            <a:noFill/>
          </a:ln>
        </p:spPr>
        <p:txBody>
          <a:bodyPr wrap="square" lIns="0" tIns="0" rIns="0" bIns="0" anchor="t">
            <a:normAutofit/>
          </a:bodyPr>
          <a:lstStyle/>
          <a:p>
            <a:pPr marL="0" indent="0" algn="ctr">
              <a:spcBef>
                <a:spcPts val="0"/>
              </a:spcBef>
              <a:buNone/>
            </a:pPr>
            <a:r>
              <a:rPr lang="th-TH" sz="1500" b="1" i="0" dirty="0">
                <a:solidFill>
                  <a:srgbClr val="0D1B2A"/>
                </a:solidFill>
              </a:rPr>
              <a:t>แก้ใน TUI</a:t>
            </a:r>
          </a:p>
        </p:txBody>
      </p:sp>
      <p:sp>
        <p:nvSpPr>
          <p:cNvPr id="112" name="Shape 112"/>
          <p:cNvSpPr/>
          <p:nvPr/>
        </p:nvSpPr>
        <p:spPr>
          <a:xfrm>
            <a:off x="3557015" y="2971800"/>
            <a:ext cx="2468880" cy="132588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100"/>
              </a:spcBef>
              <a:buNone/>
            </a:pPr>
            <a:r>
              <a:rPr lang="th-TH" sz="1150" b="0" i="0" dirty="0">
                <a:solidFill>
                  <a:srgbClr val="E6EDF7"/>
                </a:solidFill>
                <a:latin typeface="Consolas"/>
                <a:cs typeface="Consolas"/>
              </a:rPr>
              <a:t>claude → วาง prompt</a:t>
            </a:r>
          </a:p>
          <a:p>
            <a:pPr marL="0" indent="0" algn="l">
              <a:spcBef>
                <a:spcPts val="100"/>
              </a:spcBef>
              <a:buNone/>
            </a:pPr>
            <a:r>
              <a:rPr lang="th-TH" sz="1150" b="0" i="0" dirty="0">
                <a:solidFill>
                  <a:srgbClr val="E6EDF7"/>
                </a:solidFill>
                <a:latin typeface="Consolas"/>
                <a:cs typeface="Consolas"/>
              </a:rPr>
              <a:t>แทน sales.csv ที่สะอาด</a:t>
            </a:r>
          </a:p>
          <a:p>
            <a:pPr marL="0" indent="0" algn="l">
              <a:spcBef>
                <a:spcPts val="100"/>
              </a:spcBef>
              <a:buNone/>
            </a:pPr>
            <a:r>
              <a:rPr lang="th-TH" sz="1150" b="0" i="0" dirty="0">
                <a:solidFill>
                  <a:srgbClr val="E6EDF7"/>
                </a:solidFill>
                <a:latin typeface="Consolas"/>
                <a:cs typeface="Consolas"/>
              </a:rPr>
              <a:t>แก้ server.js น้อยที่สุด</a:t>
            </a:r>
          </a:p>
        </p:txBody>
      </p:sp>
      <p:sp>
        <p:nvSpPr>
          <p:cNvPr id="113" name="Shape 113"/>
          <p:cNvSpPr/>
          <p:nvPr/>
        </p:nvSpPr>
        <p:spPr>
          <a:xfrm>
            <a:off x="3511296" y="4434840"/>
            <a:ext cx="2560320" cy="365760"/>
          </a:xfrm>
          <a:prstGeom prst="rect">
            <a:avLst/>
          </a:prstGeom>
          <a:noFill/>
          <a:ln>
            <a:noFill/>
          </a:ln>
        </p:spPr>
        <p:txBody>
          <a:bodyPr wrap="square" lIns="0" tIns="0" rIns="0" bIns="0" anchor="t">
            <a:normAutofit/>
          </a:bodyPr>
          <a:lstStyle/>
          <a:p>
            <a:pPr marL="0" indent="0" algn="ctr">
              <a:spcBef>
                <a:spcPts val="0"/>
              </a:spcBef>
              <a:buNone/>
            </a:pPr>
            <a:r>
              <a:rPr lang="th-TH" sz="1150" b="0" i="0" dirty="0">
                <a:solidFill>
                  <a:srgbClr val="4C5B6B"/>
                </a:solidFill>
              </a:rPr>
              <a:t>ห้ามแก้ quality-gate.js</a:t>
            </a:r>
          </a:p>
        </p:txBody>
      </p:sp>
      <p:sp>
        <p:nvSpPr>
          <p:cNvPr id="114" name="Shape 114"/>
          <p:cNvSpPr/>
          <p:nvPr/>
        </p:nvSpPr>
        <p:spPr>
          <a:xfrm>
            <a:off x="7150608" y="1691640"/>
            <a:ext cx="640080" cy="64008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1800" b="1" i="0" dirty="0">
                <a:solidFill>
                  <a:srgbClr val="FFFFFF"/>
                </a:solidFill>
              </a:rPr>
              <a:t>3</a:t>
            </a:r>
          </a:p>
        </p:txBody>
      </p:sp>
      <p:sp>
        <p:nvSpPr>
          <p:cNvPr id="115" name="Shape 115"/>
          <p:cNvSpPr/>
          <p:nvPr/>
        </p:nvSpPr>
        <p:spPr>
          <a:xfrm>
            <a:off x="6181344" y="2468880"/>
            <a:ext cx="2560320" cy="457200"/>
          </a:xfrm>
          <a:prstGeom prst="rect">
            <a:avLst/>
          </a:prstGeom>
          <a:noFill/>
          <a:ln>
            <a:noFill/>
          </a:ln>
        </p:spPr>
        <p:txBody>
          <a:bodyPr wrap="square" lIns="0" tIns="0" rIns="0" bIns="0" anchor="t">
            <a:normAutofit/>
          </a:bodyPr>
          <a:lstStyle/>
          <a:p>
            <a:pPr marL="0" indent="0" algn="ctr">
              <a:spcBef>
                <a:spcPts val="0"/>
              </a:spcBef>
              <a:buNone/>
            </a:pPr>
            <a:r>
              <a:rPr lang="th-TH" sz="1500" b="1" i="0" dirty="0">
                <a:solidFill>
                  <a:srgbClr val="0D1B2A"/>
                </a:solidFill>
              </a:rPr>
              <a:t>รัน gate เอง</a:t>
            </a:r>
          </a:p>
        </p:txBody>
      </p:sp>
      <p:sp>
        <p:nvSpPr>
          <p:cNvPr id="116" name="Shape 116"/>
          <p:cNvSpPr/>
          <p:nvPr/>
        </p:nvSpPr>
        <p:spPr>
          <a:xfrm>
            <a:off x="6227064" y="2971800"/>
            <a:ext cx="2468880" cy="132588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100"/>
              </a:spcBef>
              <a:buNone/>
            </a:pPr>
            <a:r>
              <a:rPr lang="th-TH" sz="1150" b="0" i="0" dirty="0">
                <a:solidFill>
                  <a:srgbClr val="E6EDF7"/>
                </a:solidFill>
                <a:latin typeface="Consolas"/>
                <a:cs typeface="Consolas"/>
              </a:rPr>
              <a:t>ปิดเซิร์ฟเวอร์ที่ค้าง</a:t>
            </a:r>
          </a:p>
          <a:p>
            <a:pPr marL="0" indent="0" algn="l">
              <a:spcBef>
                <a:spcPts val="100"/>
              </a:spcBef>
              <a:buNone/>
            </a:pPr>
            <a:r>
              <a:rPr lang="th-TH" sz="1150" b="0" i="0" dirty="0">
                <a:solidFill>
                  <a:srgbClr val="E6EDF7"/>
                </a:solidFill>
                <a:latin typeface="Consolas"/>
                <a:cs typeface="Consolas"/>
              </a:rPr>
              <a:t>node scripts/quality-gate.js</a:t>
            </a:r>
          </a:p>
        </p:txBody>
      </p:sp>
      <p:sp>
        <p:nvSpPr>
          <p:cNvPr id="117" name="Shape 117"/>
          <p:cNvSpPr/>
          <p:nvPr/>
        </p:nvSpPr>
        <p:spPr>
          <a:xfrm>
            <a:off x="6181344" y="4434840"/>
            <a:ext cx="2560320" cy="365760"/>
          </a:xfrm>
          <a:prstGeom prst="rect">
            <a:avLst/>
          </a:prstGeom>
          <a:noFill/>
          <a:ln>
            <a:noFill/>
          </a:ln>
        </p:spPr>
        <p:txBody>
          <a:bodyPr wrap="square" lIns="0" tIns="0" rIns="0" bIns="0" anchor="t">
            <a:normAutofit/>
          </a:bodyPr>
          <a:lstStyle/>
          <a:p>
            <a:pPr marL="0" indent="0" algn="ctr">
              <a:spcBef>
                <a:spcPts val="0"/>
              </a:spcBef>
              <a:buNone/>
            </a:pPr>
            <a:r>
              <a:rPr lang="th-TH" sz="1150" b="0" i="0" dirty="0">
                <a:solidFill>
                  <a:srgbClr val="4C5B6B"/>
                </a:solidFill>
              </a:rPr>
              <a:t>3/3 passed · exit 0</a:t>
            </a:r>
          </a:p>
        </p:txBody>
      </p:sp>
      <p:sp>
        <p:nvSpPr>
          <p:cNvPr id="118" name="Shape 118"/>
          <p:cNvSpPr/>
          <p:nvPr/>
        </p:nvSpPr>
        <p:spPr>
          <a:xfrm>
            <a:off x="9820656" y="1691640"/>
            <a:ext cx="640080" cy="640080"/>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800" b="1" i="0" dirty="0">
                <a:solidFill>
                  <a:srgbClr val="FFFFFF"/>
                </a:solidFill>
              </a:rPr>
              <a:t>4</a:t>
            </a:r>
          </a:p>
        </p:txBody>
      </p:sp>
      <p:sp>
        <p:nvSpPr>
          <p:cNvPr id="119" name="Shape 119"/>
          <p:cNvSpPr/>
          <p:nvPr/>
        </p:nvSpPr>
        <p:spPr>
          <a:xfrm>
            <a:off x="8851392" y="2468880"/>
            <a:ext cx="2560320" cy="457200"/>
          </a:xfrm>
          <a:prstGeom prst="rect">
            <a:avLst/>
          </a:prstGeom>
          <a:noFill/>
          <a:ln>
            <a:noFill/>
          </a:ln>
        </p:spPr>
        <p:txBody>
          <a:bodyPr wrap="square" lIns="0" tIns="0" rIns="0" bIns="0" anchor="t">
            <a:normAutofit/>
          </a:bodyPr>
          <a:lstStyle/>
          <a:p>
            <a:pPr marL="0" indent="0" algn="ctr">
              <a:spcBef>
                <a:spcPts val="0"/>
              </a:spcBef>
              <a:buNone/>
            </a:pPr>
            <a:r>
              <a:rPr lang="th-TH" sz="1500" b="1" i="0" dirty="0">
                <a:solidFill>
                  <a:srgbClr val="0D1B2A"/>
                </a:solidFill>
              </a:rPr>
              <a:t>ทดสอบ guard</a:t>
            </a:r>
          </a:p>
        </p:txBody>
      </p:sp>
      <p:sp>
        <p:nvSpPr>
          <p:cNvPr id="120" name="Shape 120"/>
          <p:cNvSpPr/>
          <p:nvPr/>
        </p:nvSpPr>
        <p:spPr>
          <a:xfrm>
            <a:off x="8897112" y="2971800"/>
            <a:ext cx="2468880" cy="132588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100"/>
              </a:spcBef>
              <a:buNone/>
            </a:pPr>
            <a:r>
              <a:rPr lang="th-TH" sz="1150" b="0" i="0" dirty="0">
                <a:solidFill>
                  <a:srgbClr val="FFD089"/>
                </a:solidFill>
                <a:latin typeface="Consolas"/>
                <a:cs typeface="Consolas"/>
              </a:rPr>
              <a:t>hook: rm -rf → exit 2</a:t>
            </a:r>
          </a:p>
          <a:p>
            <a:pPr marL="0" indent="0" algn="l">
              <a:spcBef>
                <a:spcPts val="100"/>
              </a:spcBef>
              <a:buNone/>
            </a:pPr>
            <a:r>
              <a:rPr lang="th-TH" sz="1150" b="0" i="0" dirty="0">
                <a:solidFill>
                  <a:srgbClr val="FFD089"/>
                </a:solidFill>
                <a:latin typeface="Consolas"/>
                <a:cs typeface="Consolas"/>
              </a:rPr>
              <a:t>cost-gate.js: เกิน 2 USD</a:t>
            </a:r>
          </a:p>
          <a:p>
            <a:pPr marL="0" indent="0" algn="l">
              <a:spcBef>
                <a:spcPts val="100"/>
              </a:spcBef>
              <a:buNone/>
            </a:pPr>
            <a:r>
              <a:rPr lang="th-TH" sz="1150" b="0" i="0" dirty="0">
                <a:solidFill>
                  <a:srgbClr val="FFD089"/>
                </a:solidFill>
                <a:latin typeface="Consolas"/>
                <a:cs typeface="Consolas"/>
              </a:rPr>
              <a:t>→ exit 2</a:t>
            </a:r>
          </a:p>
        </p:txBody>
      </p:sp>
      <p:sp>
        <p:nvSpPr>
          <p:cNvPr id="121" name="Shape 121"/>
          <p:cNvSpPr/>
          <p:nvPr/>
        </p:nvSpPr>
        <p:spPr>
          <a:xfrm>
            <a:off x="8851392" y="4434840"/>
            <a:ext cx="2560320" cy="365760"/>
          </a:xfrm>
          <a:prstGeom prst="rect">
            <a:avLst/>
          </a:prstGeom>
          <a:noFill/>
          <a:ln>
            <a:noFill/>
          </a:ln>
        </p:spPr>
        <p:txBody>
          <a:bodyPr wrap="square" lIns="0" tIns="0" rIns="0" bIns="0" anchor="t">
            <a:normAutofit/>
          </a:bodyPr>
          <a:lstStyle/>
          <a:p>
            <a:pPr marL="0" indent="0" algn="ctr">
              <a:spcBef>
                <a:spcPts val="0"/>
              </a:spcBef>
              <a:buNone/>
            </a:pPr>
            <a:r>
              <a:rPr lang="th-TH" sz="1150" b="0" i="0" dirty="0">
                <a:solidFill>
                  <a:srgbClr val="4C5B6B"/>
                </a:solidFill>
              </a:rPr>
              <a:t>$LASTEXITCODE ใน PowerShell</a:t>
            </a:r>
          </a:p>
        </p:txBody>
      </p:sp>
      <p:sp>
        <p:nvSpPr>
          <p:cNvPr id="122" name="Shape 122"/>
          <p:cNvSpPr/>
          <p:nvPr/>
        </p:nvSpPr>
        <p:spPr>
          <a:xfrm>
            <a:off x="841248" y="4937760"/>
            <a:ext cx="10515600" cy="960120"/>
          </a:xfrm>
          <a:prstGeom prst="roundRect">
            <a:avLst>
              <a:gd name="adj" fmla="val 10000"/>
            </a:avLst>
          </a:prstGeom>
          <a:solidFill>
            <a:srgbClr val="FFF4ED"/>
          </a:solidFill>
          <a:ln>
            <a:noFill/>
          </a:ln>
        </p:spPr>
        <p:txBody>
          <a:bodyPr wrap="square" lIns="182880" tIns="73152" rIns="182880" bIns="73152" anchor="ctr">
            <a:normAutofit lnSpcReduction="10000"/>
          </a:bodyPr>
          <a:lstStyle/>
          <a:p>
            <a:pPr marL="0" indent="0" algn="l">
              <a:spcBef>
                <a:spcPts val="0"/>
              </a:spcBef>
              <a:buNone/>
            </a:pPr>
            <a:r>
              <a:rPr lang="th-TH" sz="1300" b="1" i="0" dirty="0">
                <a:solidFill>
                  <a:srgbClr val="B93815"/>
                </a:solidFill>
              </a:rPr>
              <a:t>Prompt EN: </a:t>
            </a:r>
            <a:r>
              <a:rPr lang="th-TH" sz="1250" b="0" i="0" dirty="0">
                <a:solidFill>
                  <a:srgbClr val="0D1B2A"/>
                </a:solidFill>
              </a:rPr>
              <a:t>scripts/quality-gate.js currently FAILS. Replace data/sales.csv with a cleaned file and change server.js only enough that all three cases pass. Do not edit scripts/quality-gate.js. Then show me the command output.</a:t>
            </a:r>
          </a:p>
          <a:p>
            <a:pPr marL="0" indent="0" algn="l">
              <a:spcBef>
                <a:spcPts val="200"/>
              </a:spcBef>
              <a:buNone/>
            </a:pPr>
            <a:r>
              <a:rPr lang="th-TH" sz="1300" b="1" i="0" dirty="0">
                <a:solidFill>
                  <a:srgbClr val="005CFF"/>
                </a:solidFill>
              </a:rPr>
              <a:t>TH: </a:t>
            </a:r>
            <a:r>
              <a:rPr lang="th-TH" sz="1250" b="0" i="0" dirty="0">
                <a:solidFill>
                  <a:srgbClr val="0D1B2A"/>
                </a:solidFill>
              </a:rPr>
              <a:t>scripts/quality-gate.js ตอนนี้ FAIL ให้แทนที่ data/sales.csv ด้วยไฟล์ที่สะอาด และแก้ server.js น้อยที่สุดจน quality gate สามเคสผ่าน ห้ามแก้ scripts/quality-gate.js แล้วแสดงผลคำสั่งให้ดู</a:t>
            </a:r>
          </a:p>
        </p:txBody>
      </p:sp>
    </p:spTree>
    <p:extLst>
      <p:ext uri="{BB962C8B-B14F-4D97-AF65-F5344CB8AC3E}">
        <p14:creationId xmlns:p14="http://schemas.microsoft.com/office/powerpoint/2010/main" val="12850996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Module 10 · Capstone</a:t>
            </a:r>
          </a:p>
        </p:txBody>
      </p:sp>
      <p:sp>
        <p:nvSpPr>
          <p:cNvPr id="3" name="Text Placeholder 2"/>
          <p:cNvSpPr>
            <a:spLocks noGrp="1"/>
          </p:cNvSpPr>
          <p:nvPr>
            <p:ph type="body" idx="1"/>
          </p:nvPr>
        </p:nvSpPr>
        <p:spPr/>
        <p:txBody>
          <a:bodyPr>
            <a:normAutofit/>
          </a:bodyPr>
          <a:lstStyle/>
          <a:p>
            <a:r>
              <a:rPr lang="th-TH" dirty="0"/>
              <a:t>ทีม Multi-Agent สร้างระบบธุรกิจจริงแบบ Leader-first</a:t>
            </a:r>
          </a:p>
        </p:txBody>
      </p:sp>
      <p:sp>
        <p:nvSpPr>
          <p:cNvPr id="5" name="Text Placeholder 4"/>
          <p:cNvSpPr>
            <a:spLocks noGrp="1"/>
          </p:cNvSpPr>
          <p:nvPr>
            <p:ph type="body" idx="14"/>
          </p:nvPr>
        </p:nvSpPr>
        <p:spPr/>
        <p:txBody>
          <a:bodyPr/>
          <a:lstStyle/>
          <a:p>
            <a:r>
              <a:rPr lang="th-TH" dirty="0"/>
              <a:t>วันที่ 2 · บ่าย · ⏱ ~90 นาที · Workshop 6</a:t>
            </a:r>
          </a:p>
        </p:txBody>
      </p:sp>
      <p:pic>
        <p:nvPicPr>
          <p:cNvPr id="9" name="Picture Placeholder 8" descr="The image shows two distinct green masks, one with a straight, serious face and the other with a mischievous, smiling expression.&#10;&#10;AI-generated content may be incorrect.">
            <a:extLst>
              <a:ext uri="{FF2B5EF4-FFF2-40B4-BE49-F238E27FC236}">
                <a16:creationId xmlns:a16="http://schemas.microsoft.com/office/drawing/2014/main" id="{B6CDEA33-9131-42D2-1654-58AF284B0C7E}"/>
              </a:ext>
            </a:extLst>
          </p:cNvPr>
          <p:cNvPicPr>
            <a:picLocks noGrp="1" noChangeAspect="1"/>
          </p:cNvPicPr>
          <p:nvPr>
            <p:ph type="pic" sz="quarter" idx="13"/>
          </p:nvPr>
        </p:nvPicPr>
        <p:blipFill>
          <a:blip r:embed="rId3"/>
          <a:srcRect l="3488" r="3488"/>
          <a:stretch/>
        </p:blipFill>
        <p:spPr>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1E0DB7-27C0-6275-75D6-AD941EA73101}"/>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720BBBC7-615D-D7B5-EB78-06B8A2877FD6}"/>
              </a:ext>
            </a:extLst>
          </p:cNvPr>
          <p:cNvSpPr>
            <a:spLocks noGrp="1"/>
          </p:cNvSpPr>
          <p:nvPr>
            <p:ph type="sldNum" sz="quarter" idx="4"/>
          </p:nvPr>
        </p:nvSpPr>
        <p:spPr/>
        <p:txBody>
          <a:bodyPr/>
          <a:lstStyle/>
          <a:p>
            <a:fld id="{7B973119-0BF9-7444-941C-BCE2AFE6BE2E}" type="slidenum">
              <a:rPr lang="en-TH" smtClean="0"/>
              <a:pPr/>
              <a:t>77</a:t>
            </a:fld>
            <a:endParaRPr lang="en-TH"/>
          </a:p>
        </p:txBody>
      </p:sp>
      <p:sp>
        <p:nvSpPr>
          <p:cNvPr id="104" name="Title 1"/>
          <p:cNvSpPr>
            <a:spLocks noGrp="1"/>
          </p:cNvSpPr>
          <p:nvPr>
            <p:ph type="title"/>
          </p:nvPr>
        </p:nvSpPr>
        <p:spPr/>
        <p:txBody>
          <a:bodyPr>
            <a:normAutofit/>
          </a:bodyPr>
          <a:lstStyle/>
          <a:p>
            <a:r>
              <a:rPr lang="th-TH" dirty="0"/>
              <a:t>โจทย์ Capstone: สัญญากลางก่อน แล้วค่อยลงมือ</a:t>
            </a:r>
          </a:p>
        </p:txBody>
      </p:sp>
      <p:pic>
        <p:nvPicPr>
          <p:cNvPr id="105" name="Picture 105"/>
          <p:cNvPicPr>
            <a:picLocks noChangeAspect="1"/>
          </p:cNvPicPr>
          <p:nvPr/>
        </p:nvPicPr>
        <p:blipFill>
          <a:blip r:embed="rId3"/>
          <a:stretch>
            <a:fillRect/>
          </a:stretch>
        </p:blipFill>
        <p:spPr>
          <a:xfrm>
            <a:off x="841248" y="1691640"/>
            <a:ext cx="5486400" cy="3429000"/>
          </a:xfrm>
          <a:prstGeom prst="rect">
            <a:avLst/>
          </a:prstGeom>
          <a:ln w="12700">
            <a:solidFill>
              <a:srgbClr val="DCE6F5"/>
            </a:solidFill>
          </a:ln>
        </p:spPr>
      </p:pic>
      <p:sp>
        <p:nvSpPr>
          <p:cNvPr id="106" name="Shape 106"/>
          <p:cNvSpPr/>
          <p:nvPr/>
        </p:nvSpPr>
        <p:spPr>
          <a:xfrm>
            <a:off x="841248" y="5212080"/>
            <a:ext cx="5486400" cy="640080"/>
          </a:xfrm>
          <a:prstGeom prst="rect">
            <a:avLst/>
          </a:prstGeom>
          <a:noFill/>
          <a:ln>
            <a:noFill/>
          </a:ln>
        </p:spPr>
        <p:txBody>
          <a:bodyPr wrap="square" lIns="0" tIns="0" rIns="0" bIns="0" anchor="t">
            <a:normAutofit/>
          </a:bodyPr>
          <a:lstStyle/>
          <a:p>
            <a:pPr marL="0" indent="0" algn="l">
              <a:spcBef>
                <a:spcPts val="0"/>
              </a:spcBef>
              <a:buNone/>
            </a:pPr>
            <a:r>
              <a:rPr lang="th-TH" sz="1250" b="0" i="0" dirty="0">
                <a:solidFill>
                  <a:srgbClr val="4C5B6B"/>
                </a:solidFill>
              </a:rPr>
              <a:t>แดชบอร์ด Sales Insight ที่อ่าน /api/summary + สรุปผู้บริหารภาษาไทยที่ยอดตรงกับ API (ภาพ: solutions/w6)</a:t>
            </a:r>
          </a:p>
        </p:txBody>
      </p:sp>
      <p:sp>
        <p:nvSpPr>
          <p:cNvPr id="107" name="Shape 107"/>
          <p:cNvSpPr/>
          <p:nvPr/>
        </p:nvSpPr>
        <p:spPr>
          <a:xfrm>
            <a:off x="6675120" y="1645920"/>
            <a:ext cx="4663440" cy="457200"/>
          </a:xfrm>
          <a:prstGeom prst="rect">
            <a:avLst/>
          </a:prstGeom>
          <a:noFill/>
          <a:ln>
            <a:noFill/>
          </a:ln>
        </p:spPr>
        <p:txBody>
          <a:bodyPr wrap="square" lIns="0" tIns="0" rIns="0" bIns="0" anchor="t">
            <a:normAutofit/>
          </a:bodyPr>
          <a:lstStyle/>
          <a:p>
            <a:pPr marL="0" indent="0" algn="l">
              <a:spcBef>
                <a:spcPts val="0"/>
              </a:spcBef>
              <a:buNone/>
            </a:pPr>
            <a:r>
              <a:rPr lang="th-TH" sz="1450" b="1" i="0" dirty="0">
                <a:solidFill>
                  <a:srgbClr val="0D1B2A"/>
                </a:solidFill>
              </a:rPr>
              <a:t>Shared Contract ที่ Leader ต้องมีก่อน dispatch</a:t>
            </a:r>
          </a:p>
        </p:txBody>
      </p:sp>
      <p:sp>
        <p:nvSpPr>
          <p:cNvPr id="108" name="Shape 108"/>
          <p:cNvSpPr/>
          <p:nvPr/>
        </p:nvSpPr>
        <p:spPr>
          <a:xfrm>
            <a:off x="6675120" y="2194560"/>
            <a:ext cx="4663440" cy="1188720"/>
          </a:xfrm>
          <a:prstGeom prst="roundRect">
            <a:avLst>
              <a:gd name="adj" fmla="val 10000"/>
            </a:avLst>
          </a:prstGeom>
          <a:solidFill>
            <a:srgbClr val="F3F7FD"/>
          </a:solidFill>
          <a:ln w="12700">
            <a:solidFill>
              <a:srgbClr val="DCE6F5"/>
            </a:solidFill>
          </a:ln>
        </p:spPr>
        <p:txBody>
          <a:bodyPr wrap="square" lIns="228600" tIns="73152" rIns="228600" bIns="73152" anchor="ctr">
            <a:normAutofit/>
          </a:bodyPr>
          <a:lstStyle/>
          <a:p>
            <a:pPr marL="0" indent="0" algn="l">
              <a:spcBef>
                <a:spcPts val="0"/>
              </a:spcBef>
              <a:buNone/>
            </a:pPr>
            <a:r>
              <a:rPr lang="th-TH" sz="1550" b="1" i="0" dirty="0">
                <a:solidFill>
                  <a:srgbClr val="005CFF"/>
                </a:solidFill>
              </a:rPr>
              <a:t>1. Product Spec</a:t>
            </a:r>
          </a:p>
          <a:p>
            <a:pPr marL="0" indent="0" algn="l">
              <a:spcBef>
                <a:spcPts val="150"/>
              </a:spcBef>
              <a:buNone/>
            </a:pPr>
            <a:r>
              <a:rPr lang="th-TH" sz="1150" b="0" i="0" dirty="0">
                <a:solidFill>
                  <a:srgbClr val="0D1B2A"/>
                </a:solidFill>
                <a:latin typeface="Consolas"/>
                <a:cs typeface="Consolas"/>
              </a:rPr>
              <a:t>docs/PRODUCT-SPEC.md</a:t>
            </a:r>
          </a:p>
          <a:p>
            <a:pPr marL="0" indent="0" algn="l">
              <a:spcBef>
                <a:spcPts val="100"/>
              </a:spcBef>
              <a:buNone/>
            </a:pPr>
            <a:r>
              <a:rPr lang="th-TH" sz="1250" b="0" i="0" dirty="0">
                <a:solidFill>
                  <a:srgbClr val="4C5B6B"/>
                </a:solidFill>
              </a:rPr>
              <a:t>หน้าจอ · endpoints · เกณฑ์ยอมรับ</a:t>
            </a:r>
          </a:p>
        </p:txBody>
      </p:sp>
      <p:sp>
        <p:nvSpPr>
          <p:cNvPr id="109" name="Shape 109"/>
          <p:cNvSpPr/>
          <p:nvPr/>
        </p:nvSpPr>
        <p:spPr>
          <a:xfrm>
            <a:off x="6675120" y="3520439"/>
            <a:ext cx="4663440" cy="1188720"/>
          </a:xfrm>
          <a:prstGeom prst="roundRect">
            <a:avLst>
              <a:gd name="adj" fmla="val 10000"/>
            </a:avLst>
          </a:prstGeom>
          <a:solidFill>
            <a:srgbClr val="F3F7FD"/>
          </a:solidFill>
          <a:ln w="12700">
            <a:solidFill>
              <a:srgbClr val="DCE6F5"/>
            </a:solidFill>
          </a:ln>
        </p:spPr>
        <p:txBody>
          <a:bodyPr wrap="square" lIns="228600" tIns="73152" rIns="228600" bIns="73152" anchor="ctr">
            <a:normAutofit/>
          </a:bodyPr>
          <a:lstStyle/>
          <a:p>
            <a:pPr marL="0" indent="0" algn="l">
              <a:spcBef>
                <a:spcPts val="0"/>
              </a:spcBef>
              <a:buNone/>
            </a:pPr>
            <a:r>
              <a:rPr lang="th-TH" sz="1550" b="1" i="0" dirty="0">
                <a:solidFill>
                  <a:srgbClr val="005CFF"/>
                </a:solidFill>
              </a:rPr>
              <a:t>2. Task Dependency List</a:t>
            </a:r>
          </a:p>
          <a:p>
            <a:pPr marL="0" indent="0" algn="l">
              <a:spcBef>
                <a:spcPts val="150"/>
              </a:spcBef>
              <a:buNone/>
            </a:pPr>
            <a:r>
              <a:rPr lang="th-TH" sz="1150" b="0" i="0" dirty="0">
                <a:solidFill>
                  <a:srgbClr val="0D1B2A"/>
                </a:solidFill>
                <a:latin typeface="Consolas"/>
                <a:cs typeface="Consolas"/>
              </a:rPr>
              <a:t>docs/TASKS.md</a:t>
            </a:r>
          </a:p>
          <a:p>
            <a:pPr marL="0" indent="0" algn="l">
              <a:spcBef>
                <a:spcPts val="100"/>
              </a:spcBef>
              <a:buNone/>
            </a:pPr>
            <a:r>
              <a:rPr lang="th-TH" sz="1250" b="0" i="0" dirty="0">
                <a:solidFill>
                  <a:srgbClr val="4C5B6B"/>
                </a:solidFill>
              </a:rPr>
              <a:t>ใครรอใคร: developer กับ writer รอสเปก</a:t>
            </a:r>
          </a:p>
        </p:txBody>
      </p:sp>
      <p:sp>
        <p:nvSpPr>
          <p:cNvPr id="110" name="Shape 110"/>
          <p:cNvSpPr/>
          <p:nvPr/>
        </p:nvSpPr>
        <p:spPr>
          <a:xfrm>
            <a:off x="6675120" y="4892040"/>
            <a:ext cx="4663440" cy="1005840"/>
          </a:xfrm>
          <a:prstGeom prst="roundRect">
            <a:avLst>
              <a:gd name="adj" fmla="val 10000"/>
            </a:avLst>
          </a:prstGeom>
          <a:solidFill>
            <a:srgbClr val="0D1B2A"/>
          </a:solidFill>
          <a:ln>
            <a:noFill/>
          </a:ln>
        </p:spPr>
        <p:txBody>
          <a:bodyPr wrap="square" lIns="228600" tIns="73152" rIns="228600" bIns="73152" anchor="ctr">
            <a:normAutofit/>
          </a:bodyPr>
          <a:lstStyle/>
          <a:p>
            <a:pPr marL="0" indent="0" algn="l">
              <a:spcBef>
                <a:spcPts val="0"/>
              </a:spcBef>
              <a:buNone/>
            </a:pPr>
            <a:r>
              <a:rPr lang="th-TH" sz="1400" b="1" i="0" dirty="0">
                <a:solidFill>
                  <a:srgbClr val="FF8A65"/>
                </a:solidFill>
              </a:rPr>
              <a:t>ก่อนตั้งทีม (before capstone): </a:t>
            </a:r>
            <a:r>
              <a:rPr lang="th-TH" sz="1350" b="1" i="0" dirty="0">
                <a:solidFill>
                  <a:srgbClr val="FFFFFF"/>
                </a:solidFill>
              </a:rPr>
              <a:t>quality gate ต้อง exit 0 — ทีมห้าตัวบนของแดงสร้างของเสียสองชั้น</a:t>
            </a:r>
          </a:p>
        </p:txBody>
      </p:sp>
    </p:spTree>
    <p:extLst>
      <p:ext uri="{BB962C8B-B14F-4D97-AF65-F5344CB8AC3E}">
        <p14:creationId xmlns:p14="http://schemas.microsoft.com/office/powerpoint/2010/main" val="28656763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Handoff Message: ส่งต่องานแบบมีโครงสร้าง</a:t>
            </a:r>
          </a:p>
        </p:txBody>
      </p:sp>
      <p:sp>
        <p:nvSpPr>
          <p:cNvPr id="3" name="Content Placeholder 2"/>
          <p:cNvSpPr>
            <a:spLocks noGrp="1"/>
          </p:cNvSpPr>
          <p:nvPr>
            <p:ph sz="quarter" idx="12"/>
          </p:nvPr>
        </p:nvSpPr>
        <p:spPr>
          <a:xfrm>
            <a:off x="841248" y="1600200"/>
            <a:ext cx="4846320" cy="4389120"/>
          </a:xfrm>
        </p:spPr>
        <p:txBody>
          <a:bodyPr/>
          <a:lstStyle/>
          <a:p>
            <a:pPr marL="0" indent="0" algn="l">
              <a:spcBef>
                <a:spcPts val="0"/>
              </a:spcBef>
              <a:buNone/>
            </a:pPr>
            <a:r>
              <a:rPr lang="th-TH" sz="1800" b="1" i="0" dirty="0">
                <a:solidFill>
                  <a:srgbClr val="005CFF"/>
                </a:solidFill>
              </a:rPr>
              <a:t>ใคร → ใคร</a:t>
            </a:r>
          </a:p>
          <a:p>
            <a:pPr marL="0" indent="0" algn="l">
              <a:spcBef>
                <a:spcPts val="150"/>
              </a:spcBef>
              <a:buNone/>
            </a:pPr>
            <a:r>
              <a:rPr lang="th-TH" sz="1500" b="0" i="0" dirty="0">
                <a:solidFill>
                  <a:srgbClr val="0D1B2A"/>
                </a:solidFill>
              </a:rPr>
              <a:t>task_id · from · to ชัดเจน ตรวจย้อนได้</a:t>
            </a:r>
          </a:p>
          <a:p>
            <a:pPr marL="0" indent="0" algn="l">
              <a:spcBef>
                <a:spcPts val="1000"/>
              </a:spcBef>
              <a:buNone/>
            </a:pPr>
            <a:r>
              <a:rPr lang="th-TH" sz="1800" b="1" i="0" dirty="0">
                <a:solidFill>
                  <a:srgbClr val="005CFF"/>
                </a:solidFill>
              </a:rPr>
              <a:t>สถานะจริง</a:t>
            </a:r>
          </a:p>
          <a:p>
            <a:pPr marL="0" indent="0" algn="l">
              <a:spcBef>
                <a:spcPts val="150"/>
              </a:spcBef>
              <a:buNone/>
            </a:pPr>
            <a:r>
              <a:rPr lang="th-TH" sz="1500" b="0" i="0" dirty="0">
                <a:solidFill>
                  <a:srgbClr val="0D1B2A"/>
                </a:solidFill>
              </a:rPr>
              <a:t>status บอกผลตรง ๆ: done / blocked</a:t>
            </a:r>
          </a:p>
          <a:p>
            <a:pPr marL="0" indent="0" algn="l">
              <a:spcBef>
                <a:spcPts val="1000"/>
              </a:spcBef>
              <a:buNone/>
            </a:pPr>
            <a:r>
              <a:rPr lang="th-TH" sz="1800" b="1" i="0" dirty="0">
                <a:solidFill>
                  <a:srgbClr val="005CFF"/>
                </a:solidFill>
              </a:rPr>
              <a:t>หลักฐานงาน</a:t>
            </a:r>
          </a:p>
          <a:p>
            <a:pPr marL="0" indent="0" algn="l">
              <a:spcBef>
                <a:spcPts val="150"/>
              </a:spcBef>
              <a:buNone/>
            </a:pPr>
            <a:r>
              <a:rPr lang="th-TH" sz="1500" b="0" i="0" dirty="0">
                <a:solidFill>
                  <a:srgbClr val="0D1B2A"/>
                </a:solidFill>
              </a:rPr>
              <a:t>artifacts = ไฟล์ · branch · ผลเทสต์ ที่ผู้รับเปิดดูได้</a:t>
            </a:r>
          </a:p>
          <a:p>
            <a:pPr marL="0" indent="0" algn="l">
              <a:spcBef>
                <a:spcPts val="1000"/>
              </a:spcBef>
              <a:buNone/>
            </a:pPr>
            <a:r>
              <a:rPr lang="th-TH" sz="1800" b="1" i="0" dirty="0">
                <a:solidFill>
                  <a:srgbClr val="005CFF"/>
                </a:solidFill>
              </a:rPr>
              <a:t>ก้าวถัดไป</a:t>
            </a:r>
          </a:p>
          <a:p>
            <a:pPr marL="0" indent="0" algn="l">
              <a:spcBef>
                <a:spcPts val="150"/>
              </a:spcBef>
              <a:buNone/>
            </a:pPr>
            <a:r>
              <a:rPr lang="th-TH" sz="1500" b="0" i="0" dirty="0">
                <a:solidFill>
                  <a:srgbClr val="0D1B2A"/>
                </a:solidFill>
              </a:rPr>
              <a:t>next_action บอกผู้รับว่าต้องทำอะไรต่อ</a:t>
            </a:r>
          </a:p>
        </p:txBody>
      </p:sp>
      <p:sp>
        <p:nvSpPr>
          <p:cNvPr id="105" name="Shape 105"/>
          <p:cNvSpPr/>
          <p:nvPr/>
        </p:nvSpPr>
        <p:spPr>
          <a:xfrm>
            <a:off x="5989320" y="1600200"/>
            <a:ext cx="5349240" cy="434340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0"/>
              </a:spcBef>
              <a:buNone/>
            </a:pPr>
            <a:r>
              <a:rPr lang="th-TH" sz="1100" b="1" i="0" dirty="0">
                <a:solidFill>
                  <a:srgbClr val="7FB5FA"/>
                </a:solidFill>
              </a:rPr>
              <a:t>ตัวอย่าง handoff message (JSON)</a:t>
            </a:r>
          </a:p>
          <a:p>
            <a:pPr marL="0" indent="0" algn="l">
              <a:spcBef>
                <a:spcPts val="100"/>
              </a:spcBef>
              <a:buNone/>
            </a:pPr>
            <a:r>
              <a:rPr lang="th-TH" sz="1400" b="0" i="0" dirty="0">
                <a:solidFill>
                  <a:srgbClr val="7FB5FA"/>
                </a:solidFill>
                <a:latin typeface="Consolas"/>
                <a:cs typeface="Consolas"/>
              </a:rPr>
              <a:t>{</a:t>
            </a:r>
          </a:p>
          <a:p>
            <a:pPr marL="0" indent="0" algn="l">
              <a:spcBef>
                <a:spcPts val="100"/>
              </a:spcBef>
              <a:buNone/>
            </a:pPr>
            <a:r>
              <a:rPr lang="th-TH" sz="1400" b="0" i="0" dirty="0">
                <a:solidFill>
                  <a:srgbClr val="FFD089"/>
                </a:solidFill>
                <a:latin typeface="Consolas"/>
                <a:cs typeface="Consolas"/>
              </a:rPr>
              <a:t>  "task_id": "T-04",</a:t>
            </a:r>
          </a:p>
          <a:p>
            <a:pPr marL="0" indent="0" algn="l">
              <a:spcBef>
                <a:spcPts val="100"/>
              </a:spcBef>
              <a:buNone/>
            </a:pPr>
            <a:r>
              <a:rPr lang="th-TH" sz="1400" b="0" i="0" dirty="0">
                <a:solidFill>
                  <a:srgbClr val="FFD089"/>
                </a:solidFill>
                <a:latin typeface="Consolas"/>
                <a:cs typeface="Consolas"/>
              </a:rPr>
              <a:t>  "from": "backend",</a:t>
            </a:r>
          </a:p>
          <a:p>
            <a:pPr marL="0" indent="0" algn="l">
              <a:spcBef>
                <a:spcPts val="100"/>
              </a:spcBef>
              <a:buNone/>
            </a:pPr>
            <a:r>
              <a:rPr lang="th-TH" sz="1400" b="0" i="0" dirty="0">
                <a:solidFill>
                  <a:srgbClr val="FFD089"/>
                </a:solidFill>
                <a:latin typeface="Consolas"/>
                <a:cs typeface="Consolas"/>
              </a:rPr>
              <a:t>  "to": "qa-security",</a:t>
            </a:r>
          </a:p>
          <a:p>
            <a:pPr marL="0" indent="0" algn="l">
              <a:spcBef>
                <a:spcPts val="100"/>
              </a:spcBef>
              <a:buNone/>
            </a:pPr>
            <a:r>
              <a:rPr lang="th-TH" sz="1400" b="0" i="0" dirty="0">
                <a:solidFill>
                  <a:srgbClr val="FFD089"/>
                </a:solidFill>
                <a:latin typeface="Consolas"/>
                <a:cs typeface="Consolas"/>
              </a:rPr>
              <a:t>  "status": "done",</a:t>
            </a:r>
          </a:p>
          <a:p>
            <a:pPr marL="0" indent="0" algn="l">
              <a:spcBef>
                <a:spcPts val="100"/>
              </a:spcBef>
              <a:buNone/>
            </a:pPr>
            <a:r>
              <a:rPr lang="th-TH" sz="1400" b="0" i="0" dirty="0">
                <a:solidFill>
                  <a:srgbClr val="FFD089"/>
                </a:solidFill>
                <a:latin typeface="Consolas"/>
                <a:cs typeface="Consolas"/>
              </a:rPr>
              <a:t>  "context": "cart discount API per</a:t>
            </a:r>
          </a:p>
          <a:p>
            <a:pPr marL="0" indent="0" algn="l">
              <a:spcBef>
                <a:spcPts val="100"/>
              </a:spcBef>
              <a:buNone/>
            </a:pPr>
            <a:r>
              <a:rPr lang="th-TH" sz="1400" b="0" i="0" dirty="0">
                <a:solidFill>
                  <a:srgbClr val="FFD089"/>
                </a:solidFill>
                <a:latin typeface="Consolas"/>
                <a:cs typeface="Consolas"/>
              </a:rPr>
              <a:t>             docs/PRODUCT-SPEC.md",</a:t>
            </a:r>
          </a:p>
          <a:p>
            <a:pPr marL="0" indent="0" algn="l">
              <a:spcBef>
                <a:spcPts val="100"/>
              </a:spcBef>
              <a:buNone/>
            </a:pPr>
            <a:r>
              <a:rPr lang="th-TH" sz="1400" b="0" i="0" dirty="0">
                <a:solidFill>
                  <a:srgbClr val="FFD089"/>
                </a:solidFill>
                <a:latin typeface="Consolas"/>
                <a:cs typeface="Consolas"/>
              </a:rPr>
              <a:t>  "artifacts": ["server.js",</a:t>
            </a:r>
          </a:p>
          <a:p>
            <a:pPr marL="0" indent="0" algn="l">
              <a:spcBef>
                <a:spcPts val="100"/>
              </a:spcBef>
              <a:buNone/>
            </a:pPr>
            <a:r>
              <a:rPr lang="th-TH" sz="1400" b="0" i="0" dirty="0">
                <a:solidFill>
                  <a:srgbClr val="FFD089"/>
                </a:solidFill>
                <a:latin typeface="Consolas"/>
                <a:cs typeface="Consolas"/>
              </a:rPr>
              <a:t>                "docs/TASKS.md"],</a:t>
            </a:r>
          </a:p>
          <a:p>
            <a:pPr marL="0" indent="0" algn="l">
              <a:spcBef>
                <a:spcPts val="100"/>
              </a:spcBef>
              <a:buNone/>
            </a:pPr>
            <a:r>
              <a:rPr lang="th-TH" sz="1400" b="0" i="0" dirty="0">
                <a:solidFill>
                  <a:srgbClr val="FFD089"/>
                </a:solidFill>
                <a:latin typeface="Consolas"/>
                <a:cs typeface="Consolas"/>
              </a:rPr>
              <a:t>  "next_action": "run quality gate,</a:t>
            </a:r>
          </a:p>
          <a:p>
            <a:pPr marL="0" indent="0" algn="l">
              <a:spcBef>
                <a:spcPts val="100"/>
              </a:spcBef>
              <a:buNone/>
            </a:pPr>
            <a:r>
              <a:rPr lang="th-TH" sz="1400" b="0" i="0" dirty="0">
                <a:solidFill>
                  <a:srgbClr val="FFD089"/>
                </a:solidFill>
                <a:latin typeface="Consolas"/>
                <a:cs typeface="Consolas"/>
              </a:rPr>
              <a:t>                  report findings"</a:t>
            </a:r>
          </a:p>
          <a:p>
            <a:pPr marL="0" indent="0" algn="l">
              <a:spcBef>
                <a:spcPts val="100"/>
              </a:spcBef>
              <a:buNone/>
            </a:pPr>
            <a:r>
              <a:rPr lang="th-TH" sz="1400" b="0" i="0" dirty="0">
                <a:solidFill>
                  <a:srgbClr val="7FB5FA"/>
                </a:solidFill>
                <a:latin typeface="Consolas"/>
                <a:cs typeface="Consolas"/>
              </a:rPr>
              <a: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Content Placeholder 2"/>
          <p:cNvSpPr>
            <a:spLocks noGrp="1"/>
          </p:cNvSpPr>
          <p:nvPr>
            <p:ph sz="quarter" idx="12"/>
          </p:nvPr>
        </p:nvSpPr>
        <p:spPr/>
        <p:txBody>
          <a:bodyPr/>
          <a:lstStyle/>
          <a:p>
            <a:endParaRPr/>
          </a:p>
        </p:txBody>
      </p:sp>
      <p:sp>
        <p:nvSpPr>
          <p:cNvPr id="4" name="TextBox 3"/>
          <p:cNvSpPr txBox="1"/>
          <p:nvPr/>
        </p:nvSpPr>
        <p:spPr>
          <a:xfrm>
            <a:off x="838200" y="274320"/>
            <a:ext cx="9800000" cy="1050000"/>
          </a:xfrm>
          <a:prstGeom prst="rect">
            <a:avLst/>
          </a:prstGeom>
          <a:noFill/>
        </p:spPr>
        <p:txBody>
          <a:bodyPr wrap="square">
            <a:spAutoFit/>
          </a:bodyPr>
          <a:lstStyle/>
          <a:p>
            <a:r>
              <a:rPr sz="2000" b="1"/>
              <a:t>Workshop 5 · จับหน้าจอจริง (1/2) — quality gate เขียว 3/3 exit 0</a:t>
            </a:r>
          </a:p>
        </p:txBody>
      </p:sp>
      <p:sp>
        <p:nvSpPr>
          <p:cNvPr id="6" name="TextBox 5"/>
          <p:cNvSpPr txBox="1"/>
          <p:nvPr/>
        </p:nvSpPr>
        <p:spPr>
          <a:xfrm>
            <a:off x="838200" y="6350000"/>
            <a:ext cx="10515600" cy="320000"/>
          </a:xfrm>
          <a:prstGeom prst="rect">
            <a:avLst/>
          </a:prstGeom>
          <a:noFill/>
        </p:spPr>
        <p:txBody>
          <a:bodyPr wrap="none">
            <a:spAutoFit/>
          </a:bodyPr>
          <a:lstStyle/>
          <a:p>
            <a:r>
              <a:rPr sz="1000"/>
              <a:t>จับภาพจริงจาก TUI (interactive) · Claude Code 2.1.310 · sandbox/sales-insight</a:t>
            </a:r>
          </a:p>
        </p:txBody>
      </p:sp>
      <p:pic>
        <p:nvPicPr>
          <p:cNvPr id="7" name="Picture 6" descr="w5-fix4.png"/>
          <p:cNvPicPr>
            <a:picLocks noChangeAspect="1"/>
          </p:cNvPicPr>
          <p:nvPr/>
        </p:nvPicPr>
        <p:blipFill>
          <a:blip r:embed="rId2"/>
          <a:stretch>
            <a:fillRect/>
          </a:stretch>
        </p:blipFill>
        <p:spPr>
          <a:xfrm>
            <a:off x="1496033" y="1353312"/>
            <a:ext cx="9206029" cy="4919472"/>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Content Placeholder 2"/>
          <p:cNvSpPr>
            <a:spLocks noGrp="1"/>
          </p:cNvSpPr>
          <p:nvPr>
            <p:ph sz="quarter" idx="12"/>
          </p:nvPr>
        </p:nvSpPr>
        <p:spPr/>
        <p:txBody>
          <a:bodyPr/>
          <a:lstStyle/>
          <a:p>
            <a:endParaRPr/>
          </a:p>
        </p:txBody>
      </p:sp>
      <p:sp>
        <p:nvSpPr>
          <p:cNvPr id="4" name="TextBox 3"/>
          <p:cNvSpPr txBox="1"/>
          <p:nvPr/>
        </p:nvSpPr>
        <p:spPr>
          <a:xfrm>
            <a:off x="838200" y="274320"/>
            <a:ext cx="9800000" cy="1050000"/>
          </a:xfrm>
          <a:prstGeom prst="rect">
            <a:avLst/>
          </a:prstGeom>
          <a:noFill/>
        </p:spPr>
        <p:txBody>
          <a:bodyPr wrap="square">
            <a:spAutoFit/>
          </a:bodyPr>
          <a:lstStyle/>
          <a:p>
            <a:r>
              <a:rPr sz="2000" b="1"/>
              <a:t>Workshop 5 · จับหน้าจอจริง (2/2) — hook บล็อก rm -rf · cost gate</a:t>
            </a:r>
          </a:p>
        </p:txBody>
      </p:sp>
      <p:sp>
        <p:nvSpPr>
          <p:cNvPr id="6" name="TextBox 5"/>
          <p:cNvSpPr txBox="1"/>
          <p:nvPr/>
        </p:nvSpPr>
        <p:spPr>
          <a:xfrm>
            <a:off x="838200" y="6350000"/>
            <a:ext cx="10515600" cy="320000"/>
          </a:xfrm>
          <a:prstGeom prst="rect">
            <a:avLst/>
          </a:prstGeom>
          <a:noFill/>
        </p:spPr>
        <p:txBody>
          <a:bodyPr wrap="none">
            <a:spAutoFit/>
          </a:bodyPr>
          <a:lstStyle/>
          <a:p>
            <a:r>
              <a:rPr sz="1000"/>
              <a:t>จับภาพจริงจากเทอร์มินัล (นอก TUI) · Claude Code 2.1.310 · sandbox/sales-insight</a:t>
            </a:r>
          </a:p>
        </p:txBody>
      </p:sp>
      <p:pic>
        <p:nvPicPr>
          <p:cNvPr id="7" name="Picture 6" descr="w5-hook-block.png"/>
          <p:cNvPicPr>
            <a:picLocks noChangeAspect="1"/>
          </p:cNvPicPr>
          <p:nvPr/>
        </p:nvPicPr>
        <p:blipFill>
          <a:blip r:embed="rId2"/>
          <a:stretch>
            <a:fillRect/>
          </a:stretch>
        </p:blipFill>
        <p:spPr>
          <a:xfrm>
            <a:off x="841250" y="2437162"/>
            <a:ext cx="10515596" cy="1273373"/>
          </a:xfrm>
          <a:prstGeom prst="rect">
            <a:avLst/>
          </a:prstGeom>
        </p:spPr>
      </p:pic>
      <p:pic>
        <p:nvPicPr>
          <p:cNvPr id="8" name="Picture 7" descr="w5-costgate-over.png"/>
          <p:cNvPicPr>
            <a:picLocks noChangeAspect="1"/>
          </p:cNvPicPr>
          <p:nvPr/>
        </p:nvPicPr>
        <p:blipFill>
          <a:blip r:embed="rId3"/>
          <a:stretch>
            <a:fillRect/>
          </a:stretch>
        </p:blipFill>
        <p:spPr>
          <a:xfrm>
            <a:off x="841248" y="4030575"/>
            <a:ext cx="10515599" cy="1158359"/>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75FA2F4-5E1F-0FA1-55AF-7393CF950121}"/>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D38CD370-CB73-EA25-557A-A8E84EB022A4}"/>
              </a:ext>
            </a:extLst>
          </p:cNvPr>
          <p:cNvSpPr>
            <a:spLocks noGrp="1"/>
          </p:cNvSpPr>
          <p:nvPr>
            <p:ph type="sldNum" sz="quarter" idx="4"/>
          </p:nvPr>
        </p:nvSpPr>
        <p:spPr/>
        <p:txBody>
          <a:bodyPr/>
          <a:lstStyle/>
          <a:p>
            <a:fld id="{7B973119-0BF9-7444-941C-BCE2AFE6BE2E}" type="slidenum">
              <a:rPr lang="en-TH" smtClean="0"/>
              <a:pPr/>
              <a:t>81</a:t>
            </a:fld>
            <a:endParaRPr lang="en-TH"/>
          </a:p>
        </p:txBody>
      </p:sp>
      <p:sp>
        <p:nvSpPr>
          <p:cNvPr id="104" name="Title 1"/>
          <p:cNvSpPr>
            <a:spLocks noGrp="1"/>
          </p:cNvSpPr>
          <p:nvPr>
            <p:ph type="title"/>
          </p:nvPr>
        </p:nvSpPr>
        <p:spPr/>
        <p:txBody>
          <a:bodyPr>
            <a:normAutofit/>
          </a:bodyPr>
          <a:lstStyle/>
          <a:p>
            <a:r>
              <a:rPr lang="th-TH" dirty="0"/>
              <a:t>ทีม 5 บทบาทของ Capstone</a:t>
            </a:r>
          </a:p>
        </p:txBody>
      </p:sp>
      <p:sp>
        <p:nvSpPr>
          <p:cNvPr id="105" name="Shape 105"/>
          <p:cNvSpPr/>
          <p:nvPr/>
        </p:nvSpPr>
        <p:spPr>
          <a:xfrm>
            <a:off x="841248" y="1645920"/>
            <a:ext cx="10515600" cy="548640"/>
          </a:xfrm>
          <a:prstGeom prst="roundRect">
            <a:avLst>
              <a:gd name="adj" fmla="val 25000"/>
            </a:avLst>
          </a:prstGeom>
          <a:solidFill>
            <a:srgbClr val="0D1B2A"/>
          </a:solidFill>
          <a:ln>
            <a:noFill/>
          </a:ln>
        </p:spPr>
        <p:txBody>
          <a:bodyPr wrap="square" lIns="109728" tIns="73152" rIns="109728" bIns="73152" anchor="ctr">
            <a:normAutofit/>
          </a:bodyPr>
          <a:lstStyle/>
          <a:p>
            <a:pPr marL="0" indent="0" algn="ctr">
              <a:spcBef>
                <a:spcPts val="0"/>
              </a:spcBef>
              <a:buNone/>
            </a:pPr>
            <a:r>
              <a:rPr lang="th-TH" sz="1500" b="1" i="0" dirty="0">
                <a:solidFill>
                  <a:srgbClr val="FFFFFF"/>
                </a:solidFill>
              </a:rPr>
              <a:t>Leader (เซสชันหลัก)</a:t>
            </a:r>
            <a:r>
              <a:rPr lang="th-TH" sz="1250" b="0" i="0" dirty="0">
                <a:solidFill>
                  <a:srgbClr val="C9D6E8"/>
                </a:solidFill>
              </a:rPr>
              <a:t>  ·  ถือ PRODUCT-SPEC.md + TASKS.md · คุมลำดับ · ตัดสิน findings</a:t>
            </a:r>
          </a:p>
        </p:txBody>
      </p:sp>
      <p:sp>
        <p:nvSpPr>
          <p:cNvPr id="106" name="Shape 106"/>
          <p:cNvSpPr/>
          <p:nvPr/>
        </p:nvSpPr>
        <p:spPr>
          <a:xfrm>
            <a:off x="841248" y="3017520"/>
            <a:ext cx="1828800" cy="1463040"/>
          </a:xfrm>
          <a:prstGeom prst="roundRect">
            <a:avLst>
              <a:gd name="adj" fmla="val 12000"/>
            </a:avLst>
          </a:prstGeom>
          <a:solidFill>
            <a:srgbClr val="005CFF"/>
          </a:solidFill>
          <a:ln>
            <a:noFill/>
          </a:ln>
        </p:spPr>
        <p:txBody>
          <a:bodyPr wrap="square" lIns="73152" tIns="73152" rIns="73152" bIns="73152" anchor="ctr">
            <a:normAutofit/>
          </a:bodyPr>
          <a:lstStyle/>
          <a:p>
            <a:pPr marL="0" indent="0" algn="ctr">
              <a:spcBef>
                <a:spcPts val="0"/>
              </a:spcBef>
              <a:buNone/>
            </a:pPr>
            <a:r>
              <a:rPr lang="th-TH" sz="1400" b="1" i="0" dirty="0">
                <a:solidFill>
                  <a:srgbClr val="FFFFFF"/>
                </a:solidFill>
              </a:rPr>
              <a:t>planner · sonnet</a:t>
            </a:r>
          </a:p>
          <a:p>
            <a:pPr marL="0" indent="0" algn="ctr">
              <a:spcBef>
                <a:spcPts val="100"/>
              </a:spcBef>
              <a:buNone/>
            </a:pPr>
            <a:r>
              <a:rPr lang="th-TH" sz="1050" b="0" i="0" dirty="0">
                <a:solidFill>
                  <a:srgbClr val="FFFFFF"/>
                </a:solidFill>
              </a:rPr>
              <a:t>เขียน PRODUCT-SPEC + TASKS ก่อนใคร</a:t>
            </a:r>
          </a:p>
        </p:txBody>
      </p:sp>
      <p:sp>
        <p:nvSpPr>
          <p:cNvPr id="107" name="Shape 107"/>
          <p:cNvSpPr/>
          <p:nvPr/>
        </p:nvSpPr>
        <p:spPr>
          <a:xfrm>
            <a:off x="3017520" y="3017520"/>
            <a:ext cx="1828800" cy="1463040"/>
          </a:xfrm>
          <a:prstGeom prst="roundRect">
            <a:avLst>
              <a:gd name="adj" fmla="val 12000"/>
            </a:avLst>
          </a:prstGeom>
          <a:solidFill>
            <a:srgbClr val="005CFF"/>
          </a:solidFill>
          <a:ln>
            <a:noFill/>
          </a:ln>
        </p:spPr>
        <p:txBody>
          <a:bodyPr wrap="square" lIns="73152" tIns="73152" rIns="73152" bIns="73152" anchor="ctr">
            <a:normAutofit/>
          </a:bodyPr>
          <a:lstStyle/>
          <a:p>
            <a:pPr marL="0" indent="0" algn="ctr">
              <a:spcBef>
                <a:spcPts val="0"/>
              </a:spcBef>
              <a:buNone/>
            </a:pPr>
            <a:r>
              <a:rPr lang="th-TH" sz="1400" b="1" i="0" dirty="0">
                <a:solidFill>
                  <a:srgbClr val="FFFFFF"/>
                </a:solidFill>
              </a:rPr>
              <a:t>researcher · haiku</a:t>
            </a:r>
          </a:p>
          <a:p>
            <a:pPr marL="0" indent="0" algn="ctr">
              <a:spcBef>
                <a:spcPts val="100"/>
              </a:spcBef>
              <a:buNone/>
            </a:pPr>
            <a:r>
              <a:rPr lang="th-TH" sz="1050" b="0" i="0" dirty="0">
                <a:solidFill>
                  <a:srgbClr val="FFFFFF"/>
                </a:solidFill>
              </a:rPr>
              <a:t>ยอดออเดอร์และรายได้จาก CSV</a:t>
            </a:r>
          </a:p>
        </p:txBody>
      </p:sp>
      <p:sp>
        <p:nvSpPr>
          <p:cNvPr id="108" name="Shape 108"/>
          <p:cNvSpPr/>
          <p:nvPr/>
        </p:nvSpPr>
        <p:spPr>
          <a:xfrm>
            <a:off x="5349240" y="2514600"/>
            <a:ext cx="2103120" cy="868680"/>
          </a:xfrm>
          <a:prstGeom prst="roundRect">
            <a:avLst>
              <a:gd name="adj" fmla="val 12000"/>
            </a:avLst>
          </a:prstGeom>
          <a:solidFill>
            <a:srgbClr val="2486FF"/>
          </a:solidFill>
          <a:ln>
            <a:noFill/>
          </a:ln>
        </p:spPr>
        <p:txBody>
          <a:bodyPr wrap="square" lIns="73152" tIns="73152" rIns="73152" bIns="73152" anchor="ctr">
            <a:normAutofit/>
          </a:bodyPr>
          <a:lstStyle/>
          <a:p>
            <a:pPr marL="0" indent="0" algn="ctr">
              <a:spcBef>
                <a:spcPts val="0"/>
              </a:spcBef>
              <a:buNone/>
            </a:pPr>
            <a:r>
              <a:rPr lang="th-TH" sz="1400" b="1" i="0" dirty="0">
                <a:solidFill>
                  <a:srgbClr val="FFFFFF"/>
                </a:solidFill>
              </a:rPr>
              <a:t>developer · sonnet</a:t>
            </a:r>
          </a:p>
          <a:p>
            <a:pPr marL="0" indent="0" algn="ctr">
              <a:spcBef>
                <a:spcPts val="100"/>
              </a:spcBef>
              <a:buNone/>
            </a:pPr>
            <a:r>
              <a:rPr lang="th-TH" sz="1050" b="0" i="0" dirty="0">
                <a:solidFill>
                  <a:srgbClr val="FFFFFF"/>
                </a:solidFill>
              </a:rPr>
              <a:t>API + แดชบอร์ดตามสเปก</a:t>
            </a:r>
          </a:p>
        </p:txBody>
      </p:sp>
      <p:sp>
        <p:nvSpPr>
          <p:cNvPr id="110" name="Shape 110"/>
          <p:cNvSpPr/>
          <p:nvPr/>
        </p:nvSpPr>
        <p:spPr>
          <a:xfrm>
            <a:off x="5349240" y="4434840"/>
            <a:ext cx="2103120" cy="868680"/>
          </a:xfrm>
          <a:prstGeom prst="roundRect">
            <a:avLst>
              <a:gd name="adj" fmla="val 12000"/>
            </a:avLst>
          </a:prstGeom>
          <a:solidFill>
            <a:srgbClr val="2486FF"/>
          </a:solidFill>
          <a:ln>
            <a:noFill/>
          </a:ln>
        </p:spPr>
        <p:txBody>
          <a:bodyPr wrap="square" lIns="73152" tIns="73152" rIns="73152" bIns="73152" anchor="ctr">
            <a:normAutofit/>
          </a:bodyPr>
          <a:lstStyle/>
          <a:p>
            <a:pPr marL="0" indent="0" algn="ctr">
              <a:spcBef>
                <a:spcPts val="0"/>
              </a:spcBef>
              <a:buNone/>
            </a:pPr>
            <a:r>
              <a:rPr lang="th-TH" sz="1400" b="1" i="0" dirty="0">
                <a:solidFill>
                  <a:srgbClr val="FFFFFF"/>
                </a:solidFill>
              </a:rPr>
              <a:t>writer · haiku</a:t>
            </a:r>
          </a:p>
          <a:p>
            <a:pPr marL="0" indent="0" algn="ctr">
              <a:spcBef>
                <a:spcPts val="100"/>
              </a:spcBef>
              <a:buNone/>
            </a:pPr>
            <a:r>
              <a:rPr lang="th-TH" sz="1050" b="0" i="0" dirty="0">
                <a:solidFill>
                  <a:srgbClr val="FFFFFF"/>
                </a:solidFill>
              </a:rPr>
              <a:t>สรุปผู้บริหารไทย ตัวเลขจาก API</a:t>
            </a:r>
          </a:p>
        </p:txBody>
      </p:sp>
      <p:sp>
        <p:nvSpPr>
          <p:cNvPr id="111" name="Shape 111"/>
          <p:cNvSpPr/>
          <p:nvPr/>
        </p:nvSpPr>
        <p:spPr>
          <a:xfrm>
            <a:off x="7863840" y="3017520"/>
            <a:ext cx="1828800" cy="1463040"/>
          </a:xfrm>
          <a:prstGeom prst="roundRect">
            <a:avLst>
              <a:gd name="adj" fmla="val 12000"/>
            </a:avLst>
          </a:prstGeom>
          <a:solidFill>
            <a:srgbClr val="12B76A"/>
          </a:solidFill>
          <a:ln>
            <a:noFill/>
          </a:ln>
        </p:spPr>
        <p:txBody>
          <a:bodyPr wrap="square" lIns="73152" tIns="73152" rIns="73152" bIns="73152" anchor="ctr">
            <a:normAutofit/>
          </a:bodyPr>
          <a:lstStyle/>
          <a:p>
            <a:pPr marL="0" indent="0" algn="ctr">
              <a:spcBef>
                <a:spcPts val="0"/>
              </a:spcBef>
              <a:buNone/>
            </a:pPr>
            <a:r>
              <a:rPr lang="th-TH" sz="1400" b="1" i="0" dirty="0">
                <a:solidFill>
                  <a:srgbClr val="FFFFFF"/>
                </a:solidFill>
              </a:rPr>
              <a:t>qa · sonnet</a:t>
            </a:r>
          </a:p>
          <a:p>
            <a:pPr marL="0" indent="0" algn="ctr">
              <a:spcBef>
                <a:spcPts val="100"/>
              </a:spcBef>
              <a:buNone/>
            </a:pPr>
            <a:r>
              <a:rPr lang="th-TH" sz="1050" b="0" i="0" dirty="0">
                <a:solidFill>
                  <a:srgbClr val="FFFFFF"/>
                </a:solidFill>
              </a:rPr>
              <a:t>quality gate + /api/health ไม่มี sk-</a:t>
            </a:r>
          </a:p>
        </p:txBody>
      </p:sp>
      <p:sp>
        <p:nvSpPr>
          <p:cNvPr id="112" name="Shape 112"/>
          <p:cNvSpPr/>
          <p:nvPr/>
        </p:nvSpPr>
        <p:spPr>
          <a:xfrm>
            <a:off x="10012680" y="3017520"/>
            <a:ext cx="1325880" cy="1463040"/>
          </a:xfrm>
          <a:prstGeom prst="roundRect">
            <a:avLst>
              <a:gd name="adj" fmla="val 12000"/>
            </a:avLst>
          </a:prstGeom>
          <a:solidFill>
            <a:srgbClr val="FFFFFF"/>
          </a:solidFill>
          <a:ln w="12700">
            <a:solidFill>
              <a:srgbClr val="DCE6F5"/>
            </a:solidFill>
          </a:ln>
        </p:spPr>
        <p:txBody>
          <a:bodyPr wrap="square" lIns="45720" tIns="45720" rIns="45720" bIns="45720" anchor="ctr">
            <a:normAutofit/>
          </a:bodyPr>
          <a:lstStyle/>
          <a:p>
            <a:pPr marL="0" indent="0" algn="ctr">
              <a:spcBef>
                <a:spcPts val="0"/>
              </a:spcBef>
              <a:buNone/>
            </a:pPr>
            <a:r>
              <a:rPr lang="th-TH" sz="1250" b="1" i="0" dirty="0">
                <a:solidFill>
                  <a:srgbClr val="0D1B2A"/>
                </a:solidFill>
              </a:rPr>
              <a:t>Findings</a:t>
            </a:r>
          </a:p>
          <a:p>
            <a:pPr marL="0" indent="0" algn="ctr">
              <a:spcBef>
                <a:spcPts val="0"/>
              </a:spcBef>
              <a:buNone/>
            </a:pPr>
            <a:r>
              <a:rPr lang="th-TH" sz="1100" b="0" i="0" dirty="0">
                <a:solidFill>
                  <a:srgbClr val="4C5B6B"/>
                </a:solidFill>
              </a:rPr>
              <a:t>→ Leader</a:t>
            </a:r>
          </a:p>
        </p:txBody>
      </p:sp>
      <p:cxnSp>
        <p:nvCxnSpPr>
          <p:cNvPr id="113" name="Arrow 113"/>
          <p:cNvCxnSpPr/>
          <p:nvPr/>
        </p:nvCxnSpPr>
        <p:spPr>
          <a:xfrm>
            <a:off x="2670048" y="3749039"/>
            <a:ext cx="347471" cy="0"/>
          </a:xfrm>
          <a:prstGeom prst="straightConnector1">
            <a:avLst/>
          </a:prstGeom>
          <a:ln w="25400">
            <a:solidFill>
              <a:srgbClr val="4C5B6B"/>
            </a:solidFill>
            <a:tailEnd type="triangle" w="med" len="med"/>
          </a:ln>
        </p:spPr>
      </p:cxnSp>
      <p:cxnSp>
        <p:nvCxnSpPr>
          <p:cNvPr id="114" name="Arrow 114"/>
          <p:cNvCxnSpPr/>
          <p:nvPr/>
        </p:nvCxnSpPr>
        <p:spPr>
          <a:xfrm flipV="1">
            <a:off x="4846320" y="2944368"/>
            <a:ext cx="502919" cy="804671"/>
          </a:xfrm>
          <a:prstGeom prst="straightConnector1">
            <a:avLst/>
          </a:prstGeom>
          <a:ln w="19050">
            <a:solidFill>
              <a:srgbClr val="4C5B6B"/>
            </a:solidFill>
            <a:tailEnd type="triangle" w="med" len="med"/>
          </a:ln>
        </p:spPr>
      </p:cxnSp>
      <p:cxnSp>
        <p:nvCxnSpPr>
          <p:cNvPr id="115" name="Arrow 115"/>
          <p:cNvCxnSpPr/>
          <p:nvPr/>
        </p:nvCxnSpPr>
        <p:spPr>
          <a:xfrm>
            <a:off x="7452360" y="2944368"/>
            <a:ext cx="411479" cy="804671"/>
          </a:xfrm>
          <a:prstGeom prst="straightConnector1">
            <a:avLst/>
          </a:prstGeom>
          <a:ln w="19050">
            <a:solidFill>
              <a:srgbClr val="4C5B6B"/>
            </a:solidFill>
            <a:tailEnd type="triangle" w="med" len="med"/>
          </a:ln>
        </p:spPr>
      </p:cxnSp>
      <p:cxnSp>
        <p:nvCxnSpPr>
          <p:cNvPr id="118" name="Arrow 118"/>
          <p:cNvCxnSpPr/>
          <p:nvPr/>
        </p:nvCxnSpPr>
        <p:spPr>
          <a:xfrm>
            <a:off x="4846320" y="3749039"/>
            <a:ext cx="502919" cy="1115568"/>
          </a:xfrm>
          <a:prstGeom prst="straightConnector1">
            <a:avLst/>
          </a:prstGeom>
          <a:ln w="19050">
            <a:solidFill>
              <a:srgbClr val="4C5B6B"/>
            </a:solidFill>
            <a:tailEnd type="triangle" w="med" len="med"/>
          </a:ln>
        </p:spPr>
      </p:cxnSp>
      <p:cxnSp>
        <p:nvCxnSpPr>
          <p:cNvPr id="119" name="Arrow 119"/>
          <p:cNvCxnSpPr/>
          <p:nvPr/>
        </p:nvCxnSpPr>
        <p:spPr>
          <a:xfrm flipV="1">
            <a:off x="7452360" y="3749039"/>
            <a:ext cx="411479" cy="1115568"/>
          </a:xfrm>
          <a:prstGeom prst="straightConnector1">
            <a:avLst/>
          </a:prstGeom>
          <a:ln w="19050">
            <a:solidFill>
              <a:srgbClr val="4C5B6B"/>
            </a:solidFill>
            <a:tailEnd type="triangle" w="med" len="med"/>
          </a:ln>
        </p:spPr>
      </p:cxnSp>
      <p:cxnSp>
        <p:nvCxnSpPr>
          <p:cNvPr id="120" name="Arrow 120"/>
          <p:cNvCxnSpPr/>
          <p:nvPr/>
        </p:nvCxnSpPr>
        <p:spPr>
          <a:xfrm>
            <a:off x="9692640" y="3749039"/>
            <a:ext cx="320039" cy="0"/>
          </a:xfrm>
          <a:prstGeom prst="straightConnector1">
            <a:avLst/>
          </a:prstGeom>
          <a:ln w="25400">
            <a:solidFill>
              <a:srgbClr val="4C5B6B"/>
            </a:solidFill>
            <a:tailEnd type="triangle" w="med" len="med"/>
          </a:ln>
        </p:spPr>
      </p:cxnSp>
      <p:sp>
        <p:nvSpPr>
          <p:cNvPr id="121" name="Shape 121"/>
          <p:cNvSpPr/>
          <p:nvPr/>
        </p:nvSpPr>
        <p:spPr>
          <a:xfrm>
            <a:off x="5120640" y="3611880"/>
            <a:ext cx="2560320" cy="548640"/>
          </a:xfrm>
          <a:prstGeom prst="rect">
            <a:avLst/>
          </a:prstGeom>
          <a:noFill/>
          <a:ln>
            <a:noFill/>
          </a:ln>
        </p:spPr>
        <p:txBody>
          <a:bodyPr wrap="square" lIns="0" tIns="0" rIns="0" bIns="0" anchor="t">
            <a:normAutofit/>
          </a:bodyPr>
          <a:lstStyle/>
          <a:p>
            <a:pPr marL="0" indent="0" algn="ctr">
              <a:spcBef>
                <a:spcPts val="0"/>
              </a:spcBef>
              <a:buNone/>
            </a:pPr>
            <a:r>
              <a:rPr lang="th-TH" sz="1100" b="1" i="0" dirty="0">
                <a:solidFill>
                  <a:srgbClr val="2486FF"/>
                </a:solidFill>
              </a:rPr>
              <a:t>ขนานได้หลังมีสเปก · ห้ามแก้ไฟล์เดียวกัน</a:t>
            </a:r>
          </a:p>
        </p:txBody>
      </p:sp>
      <p:sp>
        <p:nvSpPr>
          <p:cNvPr id="122" name="Shape 122"/>
          <p:cNvSpPr/>
          <p:nvPr/>
        </p:nvSpPr>
        <p:spPr>
          <a:xfrm>
            <a:off x="841248" y="5577840"/>
            <a:ext cx="10515600" cy="320040"/>
          </a:xfrm>
          <a:prstGeom prst="rect">
            <a:avLst/>
          </a:prstGeom>
          <a:noFill/>
          <a:ln>
            <a:noFill/>
          </a:ln>
        </p:spPr>
        <p:txBody>
          <a:bodyPr wrap="square" lIns="0" tIns="0" rIns="0" bIns="0" anchor="t">
            <a:normAutofit/>
          </a:bodyPr>
          <a:lstStyle/>
          <a:p>
            <a:pPr marL="0" indent="0" algn="ctr">
              <a:spcBef>
                <a:spcPts val="0"/>
              </a:spcBef>
              <a:buNone/>
            </a:pPr>
            <a:r>
              <a:rPr lang="th-TH" sz="1150" b="0" i="0" dirty="0">
                <a:solidFill>
                  <a:srgbClr val="4C5B6B"/>
                </a:solidFill>
              </a:rPr>
              <a:t>แต่ละบทบาทคือไฟล์ใน .claude/agents/ ที่ Claude เขียนผ่าน prompt ใน TUI · งานที่ต้องใช้ผลของอีกตัว ห้ามรันก่อนตัวนั้นเสร็จ</a:t>
            </a:r>
          </a:p>
        </p:txBody>
      </p:sp>
    </p:spTree>
    <p:extLst>
      <p:ext uri="{BB962C8B-B14F-4D97-AF65-F5344CB8AC3E}">
        <p14:creationId xmlns:p14="http://schemas.microsoft.com/office/powerpoint/2010/main" val="31385535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FBA9E91-BCAD-64D4-8588-21178F7D5306}"/>
              </a:ext>
            </a:extLst>
          </p:cNvPr>
          <p:cNvSpPr>
            <a:spLocks noGrp="1"/>
          </p:cNvSpPr>
          <p:nvPr>
            <p:ph type="ftr" sz="quarter" idx="10"/>
          </p:nvPr>
        </p:nvSpPr>
        <p:spPr/>
        <p:txBody>
          <a:bodyPr/>
          <a:lstStyle/>
          <a:p>
            <a:r>
              <a:rPr lang="en-US"/>
              <a:t>Copyright © 2026 9Expert Co., Ltd. All rights reserved.</a:t>
            </a:r>
            <a:endParaRPr lang="en-TH"/>
          </a:p>
        </p:txBody>
      </p:sp>
      <p:sp>
        <p:nvSpPr>
          <p:cNvPr id="3" name="Slide Number Placeholder 2">
            <a:extLst>
              <a:ext uri="{FF2B5EF4-FFF2-40B4-BE49-F238E27FC236}">
                <a16:creationId xmlns:a16="http://schemas.microsoft.com/office/drawing/2014/main" id="{13E30E4E-4EFA-6E8B-7845-CF8A37449A6D}"/>
              </a:ext>
            </a:extLst>
          </p:cNvPr>
          <p:cNvSpPr>
            <a:spLocks noGrp="1"/>
          </p:cNvSpPr>
          <p:nvPr>
            <p:ph type="sldNum" sz="quarter" idx="11"/>
          </p:nvPr>
        </p:nvSpPr>
        <p:spPr/>
        <p:txBody>
          <a:bodyPr/>
          <a:lstStyle/>
          <a:p>
            <a:fld id="{7B973119-0BF9-7444-941C-BCE2AFE6BE2E}" type="slidenum">
              <a:rPr lang="en-TH" smtClean="0"/>
              <a:t>82</a:t>
            </a:fld>
            <a:endParaRPr lang="en-TH"/>
          </a:p>
        </p:txBody>
      </p:sp>
      <p:sp>
        <p:nvSpPr>
          <p:cNvPr id="104" name="Title 1"/>
          <p:cNvSpPr>
            <a:spLocks noGrp="1"/>
          </p:cNvSpPr>
          <p:nvPr>
            <p:ph type="title"/>
          </p:nvPr>
        </p:nvSpPr>
        <p:spPr/>
        <p:txBody>
          <a:bodyPr>
            <a:normAutofit fontScale="90000"/>
          </a:bodyPr>
          <a:lstStyle/>
          <a:p>
            <a:r>
              <a:rPr lang="th-TH" dirty="0"/>
              <a:t>Result Synthesis: รวมผลด้วย Git Checkpoint + Task Tracking</a:t>
            </a:r>
          </a:p>
        </p:txBody>
      </p:sp>
      <p:sp>
        <p:nvSpPr>
          <p:cNvPr id="105" name="Shape 105"/>
          <p:cNvSpPr/>
          <p:nvPr/>
        </p:nvSpPr>
        <p:spPr>
          <a:xfrm>
            <a:off x="841248" y="1600200"/>
            <a:ext cx="5852160" cy="411480"/>
          </a:xfrm>
          <a:prstGeom prst="rect">
            <a:avLst/>
          </a:prstGeom>
          <a:noFill/>
          <a:ln>
            <a:noFill/>
          </a:ln>
        </p:spPr>
        <p:txBody>
          <a:bodyPr wrap="square" lIns="0" tIns="0" rIns="0" bIns="0" anchor="t">
            <a:normAutofit/>
          </a:bodyPr>
          <a:lstStyle/>
          <a:p>
            <a:pPr marL="0" indent="0" algn="l">
              <a:spcBef>
                <a:spcPts val="0"/>
              </a:spcBef>
              <a:buNone/>
            </a:pPr>
            <a:r>
              <a:rPr lang="th-TH" sz="1450" b="1" i="0" dirty="0">
                <a:solidFill>
                  <a:srgbClr val="0D1B2A"/>
                </a:solidFill>
              </a:rPr>
              <a:t>Pattern ที่ใช้ปนกันใน Capstone</a:t>
            </a:r>
          </a:p>
        </p:txBody>
      </p:sp>
      <p:sp>
        <p:nvSpPr>
          <p:cNvPr id="106" name="Shape 106"/>
          <p:cNvSpPr/>
          <p:nvPr/>
        </p:nvSpPr>
        <p:spPr>
          <a:xfrm>
            <a:off x="841248" y="2057400"/>
            <a:ext cx="5852160" cy="868680"/>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7" name="Shape 107"/>
          <p:cNvSpPr/>
          <p:nvPr/>
        </p:nvSpPr>
        <p:spPr>
          <a:xfrm>
            <a:off x="1005840" y="2057400"/>
            <a:ext cx="2286000" cy="868680"/>
          </a:xfrm>
          <a:prstGeom prst="rect">
            <a:avLst/>
          </a:prstGeom>
          <a:noFill/>
          <a:ln>
            <a:noFill/>
          </a:ln>
        </p:spPr>
        <p:txBody>
          <a:bodyPr wrap="square" lIns="0" tIns="0" rIns="0" bIns="0" anchor="ctr">
            <a:normAutofit/>
          </a:bodyPr>
          <a:lstStyle/>
          <a:p>
            <a:pPr marL="0" indent="0" algn="l">
              <a:spcBef>
                <a:spcPts val="0"/>
              </a:spcBef>
              <a:buNone/>
            </a:pPr>
            <a:r>
              <a:rPr lang="th-TH" sz="1250" b="1" i="0" dirty="0">
                <a:solidFill>
                  <a:srgbClr val="0D1B2A"/>
                </a:solidFill>
              </a:rPr>
              <a:t>planner → researcher</a:t>
            </a:r>
          </a:p>
        </p:txBody>
      </p:sp>
      <p:sp>
        <p:nvSpPr>
          <p:cNvPr id="108" name="Shape 108"/>
          <p:cNvSpPr/>
          <p:nvPr/>
        </p:nvSpPr>
        <p:spPr>
          <a:xfrm>
            <a:off x="3337560" y="2286000"/>
            <a:ext cx="1417320" cy="411480"/>
          </a:xfrm>
          <a:prstGeom prst="roundRect">
            <a:avLst>
              <a:gd name="adj" fmla="val 50000"/>
            </a:avLst>
          </a:prstGeom>
          <a:solidFill>
            <a:srgbClr val="0D1B2A"/>
          </a:solidFill>
          <a:ln>
            <a:noFill/>
          </a:ln>
        </p:spPr>
        <p:txBody>
          <a:bodyPr wrap="square" lIns="27432" tIns="27432" rIns="27432" bIns="27432" anchor="ctr">
            <a:normAutofit/>
          </a:bodyPr>
          <a:lstStyle/>
          <a:p>
            <a:pPr marL="0" indent="0" algn="ctr">
              <a:spcBef>
                <a:spcPts val="0"/>
              </a:spcBef>
              <a:buNone/>
            </a:pPr>
            <a:r>
              <a:rPr lang="th-TH" sz="1050" b="1" i="0" dirty="0">
                <a:solidFill>
                  <a:srgbClr val="FFFFFF"/>
                </a:solidFill>
              </a:rPr>
              <a:t>Sequential</a:t>
            </a:r>
          </a:p>
        </p:txBody>
      </p:sp>
      <p:sp>
        <p:nvSpPr>
          <p:cNvPr id="109" name="Shape 109"/>
          <p:cNvSpPr/>
          <p:nvPr/>
        </p:nvSpPr>
        <p:spPr>
          <a:xfrm>
            <a:off x="4846320" y="2057400"/>
            <a:ext cx="1783080" cy="868680"/>
          </a:xfrm>
          <a:prstGeom prst="rect">
            <a:avLst/>
          </a:prstGeom>
          <a:noFill/>
          <a:ln>
            <a:noFill/>
          </a:ln>
        </p:spPr>
        <p:txBody>
          <a:bodyPr wrap="square" lIns="0" tIns="0" rIns="0" bIns="0" anchor="ctr">
            <a:normAutofit/>
          </a:bodyPr>
          <a:lstStyle/>
          <a:p>
            <a:pPr marL="0" indent="0" algn="l">
              <a:spcBef>
                <a:spcPts val="0"/>
              </a:spcBef>
              <a:buNone/>
            </a:pPr>
            <a:r>
              <a:rPr lang="th-TH" sz="1100" b="0" i="0" dirty="0">
                <a:solidFill>
                  <a:srgbClr val="4C5B6B"/>
                </a:solidFill>
              </a:rPr>
              <a:t>สเปกเสร็จก่อนคนอื่นเริ่ม</a:t>
            </a:r>
          </a:p>
        </p:txBody>
      </p:sp>
      <p:sp>
        <p:nvSpPr>
          <p:cNvPr id="110" name="Shape 110"/>
          <p:cNvSpPr/>
          <p:nvPr/>
        </p:nvSpPr>
        <p:spPr>
          <a:xfrm>
            <a:off x="841248" y="3017520"/>
            <a:ext cx="5852160" cy="868680"/>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1" name="Shape 111"/>
          <p:cNvSpPr/>
          <p:nvPr/>
        </p:nvSpPr>
        <p:spPr>
          <a:xfrm>
            <a:off x="1005840" y="3017520"/>
            <a:ext cx="2286000" cy="868680"/>
          </a:xfrm>
          <a:prstGeom prst="rect">
            <a:avLst/>
          </a:prstGeom>
          <a:noFill/>
          <a:ln>
            <a:noFill/>
          </a:ln>
        </p:spPr>
        <p:txBody>
          <a:bodyPr wrap="square" lIns="0" tIns="0" rIns="0" bIns="0" anchor="ctr">
            <a:normAutofit/>
          </a:bodyPr>
          <a:lstStyle/>
          <a:p>
            <a:pPr marL="0" indent="0" algn="l">
              <a:spcBef>
                <a:spcPts val="0"/>
              </a:spcBef>
              <a:buNone/>
            </a:pPr>
            <a:r>
              <a:rPr lang="th-TH" sz="1250" b="1" i="0" dirty="0">
                <a:solidFill>
                  <a:srgbClr val="0D1B2A"/>
                </a:solidFill>
              </a:rPr>
              <a:t>developer ∥ writer</a:t>
            </a:r>
          </a:p>
        </p:txBody>
      </p:sp>
      <p:sp>
        <p:nvSpPr>
          <p:cNvPr id="112" name="Shape 112"/>
          <p:cNvSpPr/>
          <p:nvPr/>
        </p:nvSpPr>
        <p:spPr>
          <a:xfrm>
            <a:off x="3337560" y="3246120"/>
            <a:ext cx="1417320" cy="411480"/>
          </a:xfrm>
          <a:prstGeom prst="roundRect">
            <a:avLst>
              <a:gd name="adj" fmla="val 50000"/>
            </a:avLst>
          </a:prstGeom>
          <a:solidFill>
            <a:srgbClr val="005CFF"/>
          </a:solidFill>
          <a:ln>
            <a:noFill/>
          </a:ln>
        </p:spPr>
        <p:txBody>
          <a:bodyPr wrap="square" lIns="27432" tIns="27432" rIns="27432" bIns="27432" anchor="ctr">
            <a:normAutofit/>
          </a:bodyPr>
          <a:lstStyle/>
          <a:p>
            <a:pPr marL="0" indent="0" algn="ctr">
              <a:spcBef>
                <a:spcPts val="0"/>
              </a:spcBef>
              <a:buNone/>
            </a:pPr>
            <a:r>
              <a:rPr lang="th-TH" sz="1050" b="1" i="0" dirty="0">
                <a:solidFill>
                  <a:srgbClr val="FFFFFF"/>
                </a:solidFill>
              </a:rPr>
              <a:t>Swarm</a:t>
            </a:r>
          </a:p>
        </p:txBody>
      </p:sp>
      <p:sp>
        <p:nvSpPr>
          <p:cNvPr id="113" name="Shape 113"/>
          <p:cNvSpPr/>
          <p:nvPr/>
        </p:nvSpPr>
        <p:spPr>
          <a:xfrm>
            <a:off x="4846320" y="3017520"/>
            <a:ext cx="1783080" cy="868680"/>
          </a:xfrm>
          <a:prstGeom prst="rect">
            <a:avLst/>
          </a:prstGeom>
          <a:noFill/>
          <a:ln>
            <a:noFill/>
          </a:ln>
        </p:spPr>
        <p:txBody>
          <a:bodyPr wrap="square" lIns="0" tIns="0" rIns="0" bIns="0" anchor="ctr">
            <a:normAutofit/>
          </a:bodyPr>
          <a:lstStyle/>
          <a:p>
            <a:pPr marL="0" indent="0" algn="l">
              <a:spcBef>
                <a:spcPts val="0"/>
              </a:spcBef>
              <a:buNone/>
            </a:pPr>
            <a:r>
              <a:rPr lang="th-TH" sz="1100" b="0" i="0" dirty="0">
                <a:solidFill>
                  <a:srgbClr val="4C5B6B"/>
                </a:solidFill>
              </a:rPr>
              <a:t>หลังมีสเปก · คนละไฟล์</a:t>
            </a:r>
          </a:p>
        </p:txBody>
      </p:sp>
      <p:sp>
        <p:nvSpPr>
          <p:cNvPr id="114" name="Shape 114"/>
          <p:cNvSpPr/>
          <p:nvPr/>
        </p:nvSpPr>
        <p:spPr>
          <a:xfrm>
            <a:off x="841248" y="3977639"/>
            <a:ext cx="5852160" cy="868680"/>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5" name="Shape 115"/>
          <p:cNvSpPr/>
          <p:nvPr/>
        </p:nvSpPr>
        <p:spPr>
          <a:xfrm>
            <a:off x="1005840" y="3977639"/>
            <a:ext cx="2286000" cy="868680"/>
          </a:xfrm>
          <a:prstGeom prst="rect">
            <a:avLst/>
          </a:prstGeom>
          <a:noFill/>
          <a:ln>
            <a:noFill/>
          </a:ln>
        </p:spPr>
        <p:txBody>
          <a:bodyPr wrap="square" lIns="0" tIns="0" rIns="0" bIns="0" anchor="ctr">
            <a:normAutofit/>
          </a:bodyPr>
          <a:lstStyle/>
          <a:p>
            <a:pPr marL="0" indent="0" algn="l">
              <a:spcBef>
                <a:spcPts val="0"/>
              </a:spcBef>
              <a:buNone/>
            </a:pPr>
            <a:r>
              <a:rPr lang="th-TH" sz="1250" b="1" i="0" dirty="0">
                <a:solidFill>
                  <a:srgbClr val="0D1B2A"/>
                </a:solidFill>
              </a:rPr>
              <a:t>build → qa</a:t>
            </a:r>
          </a:p>
        </p:txBody>
      </p:sp>
      <p:sp>
        <p:nvSpPr>
          <p:cNvPr id="116" name="Shape 116"/>
          <p:cNvSpPr/>
          <p:nvPr/>
        </p:nvSpPr>
        <p:spPr>
          <a:xfrm>
            <a:off x="3337560" y="4206240"/>
            <a:ext cx="1417320" cy="411480"/>
          </a:xfrm>
          <a:prstGeom prst="roundRect">
            <a:avLst>
              <a:gd name="adj" fmla="val 50000"/>
            </a:avLst>
          </a:prstGeom>
          <a:solidFill>
            <a:srgbClr val="0D1B2A"/>
          </a:solidFill>
          <a:ln>
            <a:noFill/>
          </a:ln>
        </p:spPr>
        <p:txBody>
          <a:bodyPr wrap="square" lIns="27432" tIns="27432" rIns="27432" bIns="27432" anchor="ctr">
            <a:normAutofit/>
          </a:bodyPr>
          <a:lstStyle/>
          <a:p>
            <a:pPr marL="0" indent="0" algn="ctr">
              <a:spcBef>
                <a:spcPts val="0"/>
              </a:spcBef>
              <a:buNone/>
            </a:pPr>
            <a:r>
              <a:rPr lang="th-TH" sz="1050" b="1" i="0" dirty="0">
                <a:solidFill>
                  <a:srgbClr val="FFFFFF"/>
                </a:solidFill>
              </a:rPr>
              <a:t>Sequential</a:t>
            </a:r>
          </a:p>
        </p:txBody>
      </p:sp>
      <p:sp>
        <p:nvSpPr>
          <p:cNvPr id="117" name="Shape 117"/>
          <p:cNvSpPr/>
          <p:nvPr/>
        </p:nvSpPr>
        <p:spPr>
          <a:xfrm>
            <a:off x="4846320" y="3977639"/>
            <a:ext cx="1783080" cy="868680"/>
          </a:xfrm>
          <a:prstGeom prst="rect">
            <a:avLst/>
          </a:prstGeom>
          <a:noFill/>
          <a:ln>
            <a:noFill/>
          </a:ln>
        </p:spPr>
        <p:txBody>
          <a:bodyPr wrap="square" lIns="0" tIns="0" rIns="0" bIns="0" anchor="ctr">
            <a:normAutofit/>
          </a:bodyPr>
          <a:lstStyle/>
          <a:p>
            <a:pPr marL="0" indent="0" algn="l">
              <a:spcBef>
                <a:spcPts val="0"/>
              </a:spcBef>
              <a:buNone/>
            </a:pPr>
            <a:r>
              <a:rPr lang="th-TH" sz="1100" b="0" i="0" dirty="0">
                <a:solidFill>
                  <a:srgbClr val="4C5B6B"/>
                </a:solidFill>
              </a:rPr>
              <a:t>QA ต้องมีของจริง</a:t>
            </a:r>
          </a:p>
        </p:txBody>
      </p:sp>
      <p:sp>
        <p:nvSpPr>
          <p:cNvPr id="118" name="Shape 118"/>
          <p:cNvSpPr/>
          <p:nvPr/>
        </p:nvSpPr>
        <p:spPr>
          <a:xfrm>
            <a:off x="841248" y="4937760"/>
            <a:ext cx="5852160" cy="868680"/>
          </a:xfrm>
          <a:prstGeom prst="roundRect">
            <a:avLst>
              <a:gd name="adj" fmla="val 1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9" name="Shape 119"/>
          <p:cNvSpPr/>
          <p:nvPr/>
        </p:nvSpPr>
        <p:spPr>
          <a:xfrm>
            <a:off x="1005840" y="4937760"/>
            <a:ext cx="2286000" cy="868680"/>
          </a:xfrm>
          <a:prstGeom prst="rect">
            <a:avLst/>
          </a:prstGeom>
          <a:noFill/>
          <a:ln>
            <a:noFill/>
          </a:ln>
        </p:spPr>
        <p:txBody>
          <a:bodyPr wrap="square" lIns="0" tIns="0" rIns="0" bIns="0" anchor="ctr">
            <a:normAutofit/>
          </a:bodyPr>
          <a:lstStyle/>
          <a:p>
            <a:pPr marL="0" indent="0" algn="l">
              <a:spcBef>
                <a:spcPts val="0"/>
              </a:spcBef>
              <a:buNone/>
            </a:pPr>
            <a:r>
              <a:rPr lang="th-TH" sz="1250" b="1" i="0" dirty="0">
                <a:solidFill>
                  <a:srgbClr val="0D1B2A"/>
                </a:solidFill>
              </a:rPr>
              <a:t>QA → Fix</a:t>
            </a:r>
          </a:p>
        </p:txBody>
      </p:sp>
      <p:sp>
        <p:nvSpPr>
          <p:cNvPr id="120" name="Shape 120"/>
          <p:cNvSpPr/>
          <p:nvPr/>
        </p:nvSpPr>
        <p:spPr>
          <a:xfrm>
            <a:off x="3337560" y="5166360"/>
            <a:ext cx="1417320" cy="411480"/>
          </a:xfrm>
          <a:prstGeom prst="roundRect">
            <a:avLst>
              <a:gd name="adj" fmla="val 50000"/>
            </a:avLst>
          </a:prstGeom>
          <a:solidFill>
            <a:srgbClr val="12B76A"/>
          </a:solidFill>
          <a:ln>
            <a:noFill/>
          </a:ln>
        </p:spPr>
        <p:txBody>
          <a:bodyPr wrap="square" lIns="27432" tIns="27432" rIns="27432" bIns="27432" anchor="ctr">
            <a:normAutofit/>
          </a:bodyPr>
          <a:lstStyle/>
          <a:p>
            <a:pPr marL="0" indent="0" algn="ctr">
              <a:spcBef>
                <a:spcPts val="0"/>
              </a:spcBef>
              <a:buNone/>
            </a:pPr>
            <a:r>
              <a:rPr lang="th-TH" sz="1050" b="1" i="0" dirty="0">
                <a:solidFill>
                  <a:srgbClr val="FFFFFF"/>
                </a:solidFill>
              </a:rPr>
              <a:t>Orchestration</a:t>
            </a:r>
          </a:p>
        </p:txBody>
      </p:sp>
      <p:sp>
        <p:nvSpPr>
          <p:cNvPr id="121" name="Shape 121"/>
          <p:cNvSpPr/>
          <p:nvPr/>
        </p:nvSpPr>
        <p:spPr>
          <a:xfrm>
            <a:off x="4846320" y="4937760"/>
            <a:ext cx="1783080" cy="868680"/>
          </a:xfrm>
          <a:prstGeom prst="rect">
            <a:avLst/>
          </a:prstGeom>
          <a:noFill/>
          <a:ln>
            <a:noFill/>
          </a:ln>
        </p:spPr>
        <p:txBody>
          <a:bodyPr wrap="square" lIns="0" tIns="0" rIns="0" bIns="0" anchor="ctr">
            <a:normAutofit/>
          </a:bodyPr>
          <a:lstStyle/>
          <a:p>
            <a:pPr marL="0" indent="0" algn="l">
              <a:spcBef>
                <a:spcPts val="0"/>
              </a:spcBef>
              <a:buNone/>
            </a:pPr>
            <a:r>
              <a:rPr lang="th-TH" sz="1100" b="0" i="0" dirty="0">
                <a:solidFill>
                  <a:srgbClr val="4C5B6B"/>
                </a:solidFill>
              </a:rPr>
              <a:t>Leader ตัดสิน finding ไหน block</a:t>
            </a:r>
          </a:p>
        </p:txBody>
      </p:sp>
      <p:sp>
        <p:nvSpPr>
          <p:cNvPr id="122" name="Shape 122"/>
          <p:cNvSpPr/>
          <p:nvPr/>
        </p:nvSpPr>
        <p:spPr>
          <a:xfrm>
            <a:off x="7040880" y="1600200"/>
            <a:ext cx="4297680" cy="411480"/>
          </a:xfrm>
          <a:prstGeom prst="rect">
            <a:avLst/>
          </a:prstGeom>
          <a:noFill/>
          <a:ln>
            <a:noFill/>
          </a:ln>
        </p:spPr>
        <p:txBody>
          <a:bodyPr wrap="square" lIns="0" tIns="0" rIns="0" bIns="0" anchor="t">
            <a:normAutofit/>
          </a:bodyPr>
          <a:lstStyle/>
          <a:p>
            <a:pPr marL="0" indent="0" algn="l">
              <a:spcBef>
                <a:spcPts val="0"/>
              </a:spcBef>
              <a:buNone/>
            </a:pPr>
            <a:r>
              <a:rPr lang="th-TH" sz="1450" b="1" i="0" dirty="0">
                <a:solidFill>
                  <a:srgbClr val="0D1B2A"/>
                </a:solidFill>
              </a:rPr>
              <a:t>เห็นพัฒนาการ — หลักฐาน 3 ชั้น</a:t>
            </a:r>
          </a:p>
        </p:txBody>
      </p:sp>
      <p:sp>
        <p:nvSpPr>
          <p:cNvPr id="123" name="Shape 123"/>
          <p:cNvSpPr/>
          <p:nvPr/>
        </p:nvSpPr>
        <p:spPr>
          <a:xfrm>
            <a:off x="7040880" y="2057400"/>
            <a:ext cx="4297680" cy="1143000"/>
          </a:xfrm>
          <a:prstGeom prst="roundRect">
            <a:avLst>
              <a:gd name="adj" fmla="val 10000"/>
            </a:avLst>
          </a:prstGeom>
          <a:solidFill>
            <a:srgbClr val="EAF2FF"/>
          </a:solidFill>
          <a:ln w="12700">
            <a:solidFill>
              <a:srgbClr val="DCE6F5"/>
            </a:solidFill>
          </a:ln>
        </p:spPr>
        <p:txBody>
          <a:bodyPr wrap="square" lIns="228600" tIns="73152" rIns="228600" bIns="73152" anchor="ctr">
            <a:normAutofit/>
          </a:bodyPr>
          <a:lstStyle/>
          <a:p>
            <a:pPr marL="0" indent="0" algn="l">
              <a:spcBef>
                <a:spcPts val="0"/>
              </a:spcBef>
              <a:buNone/>
            </a:pPr>
            <a:r>
              <a:rPr lang="th-TH" sz="1450" b="1" i="0" dirty="0">
                <a:solidFill>
                  <a:srgbClr val="005CFF"/>
                </a:solidFill>
              </a:rPr>
              <a:t>1. Task List ระหว่างรัน</a:t>
            </a:r>
          </a:p>
          <a:p>
            <a:pPr marL="0" indent="0" algn="l">
              <a:spcBef>
                <a:spcPts val="150"/>
              </a:spcBef>
              <a:buNone/>
            </a:pPr>
            <a:r>
              <a:rPr lang="th-TH" sz="1250" b="0" i="0" dirty="0">
                <a:solidFill>
                  <a:srgbClr val="0D1B2A"/>
                </a:solidFill>
              </a:rPr>
              <a:t>สถานะไหลต่อหน้า Pending → Completed</a:t>
            </a:r>
          </a:p>
        </p:txBody>
      </p:sp>
      <p:sp>
        <p:nvSpPr>
          <p:cNvPr id="124" name="Shape 124"/>
          <p:cNvSpPr/>
          <p:nvPr/>
        </p:nvSpPr>
        <p:spPr>
          <a:xfrm>
            <a:off x="7040880" y="3337560"/>
            <a:ext cx="4297680" cy="1143000"/>
          </a:xfrm>
          <a:prstGeom prst="roundRect">
            <a:avLst>
              <a:gd name="adj" fmla="val 10000"/>
            </a:avLst>
          </a:prstGeom>
          <a:solidFill>
            <a:srgbClr val="EAF2FF"/>
          </a:solidFill>
          <a:ln w="12700">
            <a:solidFill>
              <a:srgbClr val="DCE6F5"/>
            </a:solidFill>
          </a:ln>
        </p:spPr>
        <p:txBody>
          <a:bodyPr wrap="square" lIns="228600" tIns="73152" rIns="228600" bIns="73152" anchor="ctr">
            <a:normAutofit/>
          </a:bodyPr>
          <a:lstStyle/>
          <a:p>
            <a:pPr marL="0" indent="0" algn="l">
              <a:spcBef>
                <a:spcPts val="0"/>
              </a:spcBef>
              <a:buNone/>
            </a:pPr>
            <a:r>
              <a:rPr lang="th-TH" sz="1450" b="1" i="0" dirty="0">
                <a:solidFill>
                  <a:srgbClr val="005CFF"/>
                </a:solidFill>
              </a:rPr>
              <a:t>2. Git Checkpoint หลังจบ</a:t>
            </a:r>
          </a:p>
          <a:p>
            <a:pPr marL="0" indent="0" algn="l">
              <a:spcBef>
                <a:spcPts val="150"/>
              </a:spcBef>
              <a:buNone/>
            </a:pPr>
            <a:r>
              <a:rPr lang="th-TH" sz="1050" b="0" i="0" dirty="0">
                <a:solidFill>
                  <a:srgbClr val="0D1B2A"/>
                </a:solidFill>
                <a:latin typeface="Consolas"/>
                <a:cs typeface="Consolas"/>
              </a:rPr>
              <a:t>git log --oneline เห็นงานเป็นขั้น</a:t>
            </a:r>
          </a:p>
        </p:txBody>
      </p:sp>
      <p:sp>
        <p:nvSpPr>
          <p:cNvPr id="125" name="Shape 125"/>
          <p:cNvSpPr/>
          <p:nvPr/>
        </p:nvSpPr>
        <p:spPr>
          <a:xfrm>
            <a:off x="7040880" y="4617720"/>
            <a:ext cx="4297680" cy="1143000"/>
          </a:xfrm>
          <a:prstGeom prst="roundRect">
            <a:avLst>
              <a:gd name="adj" fmla="val 10000"/>
            </a:avLst>
          </a:prstGeom>
          <a:solidFill>
            <a:srgbClr val="EAF2FF"/>
          </a:solidFill>
          <a:ln w="12700">
            <a:solidFill>
              <a:srgbClr val="DCE6F5"/>
            </a:solidFill>
          </a:ln>
        </p:spPr>
        <p:txBody>
          <a:bodyPr wrap="square" lIns="228600" tIns="73152" rIns="228600" bIns="73152" anchor="ctr">
            <a:normAutofit/>
          </a:bodyPr>
          <a:lstStyle/>
          <a:p>
            <a:pPr marL="0" indent="0" algn="l">
              <a:spcBef>
                <a:spcPts val="0"/>
              </a:spcBef>
              <a:buNone/>
            </a:pPr>
            <a:r>
              <a:rPr lang="th-TH" sz="1450" b="1" i="0" dirty="0">
                <a:solidFill>
                  <a:srgbClr val="005CFF"/>
                </a:solidFill>
              </a:rPr>
              <a:t>3. เทียบยอดกับ API</a:t>
            </a:r>
          </a:p>
          <a:p>
            <a:pPr marL="0" indent="0" algn="l">
              <a:spcBef>
                <a:spcPts val="150"/>
              </a:spcBef>
              <a:buNone/>
            </a:pPr>
            <a:r>
              <a:rPr lang="th-TH" sz="1050" b="0" i="0" dirty="0">
                <a:solidFill>
                  <a:srgbClr val="0D1B2A"/>
                </a:solidFill>
                <a:latin typeface="Consolas"/>
                <a:cs typeface="Consolas"/>
              </a:rPr>
              <a:t>EXECUTIVE-SUMMARY.md ตรงกับ totalRevenue ของ /api/summary</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D8C78A-27C3-C602-1856-17FC9608783E}"/>
              </a:ext>
            </a:extLst>
          </p:cNvPr>
          <p:cNvSpPr>
            <a:spLocks noGrp="1"/>
          </p:cNvSpPr>
          <p:nvPr>
            <p:ph type="ftr" sz="quarter" idx="10"/>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BA0D2626-FC54-DB13-7998-316C7EBD51B4}"/>
              </a:ext>
            </a:extLst>
          </p:cNvPr>
          <p:cNvSpPr>
            <a:spLocks noGrp="1"/>
          </p:cNvSpPr>
          <p:nvPr>
            <p:ph type="sldNum" sz="quarter" idx="11"/>
          </p:nvPr>
        </p:nvSpPr>
        <p:spPr/>
        <p:txBody>
          <a:bodyPr/>
          <a:lstStyle/>
          <a:p>
            <a:fld id="{7B973119-0BF9-7444-941C-BCE2AFE6BE2E}" type="slidenum">
              <a:rPr lang="en-TH" smtClean="0"/>
              <a:pPr/>
              <a:t>83</a:t>
            </a:fld>
            <a:endParaRPr lang="en-TH"/>
          </a:p>
        </p:txBody>
      </p:sp>
      <p:sp>
        <p:nvSpPr>
          <p:cNvPr id="104" name="Title 1"/>
          <p:cNvSpPr>
            <a:spLocks noGrp="1"/>
          </p:cNvSpPr>
          <p:nvPr>
            <p:ph type="title"/>
          </p:nvPr>
        </p:nvSpPr>
        <p:spPr/>
        <p:txBody>
          <a:bodyPr>
            <a:normAutofit/>
          </a:bodyPr>
          <a:lstStyle/>
          <a:p>
            <a:r>
              <a:rPr lang="th-TH" dirty="0"/>
              <a:t>Workshop 6: Checkpoint ก่อนส่งมอบ</a:t>
            </a:r>
          </a:p>
        </p:txBody>
      </p:sp>
      <p:sp>
        <p:nvSpPr>
          <p:cNvPr id="105" name="Shape 105"/>
          <p:cNvSpPr/>
          <p:nvPr/>
        </p:nvSpPr>
        <p:spPr>
          <a:xfrm>
            <a:off x="841248" y="1691640"/>
            <a:ext cx="6035040" cy="594360"/>
          </a:xfrm>
          <a:prstGeom prst="roundRect">
            <a:avLst>
              <a:gd name="adj" fmla="val 2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6" name="Shape 106"/>
          <p:cNvSpPr/>
          <p:nvPr/>
        </p:nvSpPr>
        <p:spPr>
          <a:xfrm>
            <a:off x="960120" y="1801368"/>
            <a:ext cx="384048" cy="384048"/>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300" b="1" i="0" dirty="0">
                <a:solidFill>
                  <a:srgbClr val="FFFFFF"/>
                </a:solidFill>
              </a:rPr>
              <a:t>✓</a:t>
            </a:r>
          </a:p>
        </p:txBody>
      </p:sp>
      <p:sp>
        <p:nvSpPr>
          <p:cNvPr id="107" name="Shape 107"/>
          <p:cNvSpPr/>
          <p:nvPr/>
        </p:nvSpPr>
        <p:spPr>
          <a:xfrm>
            <a:off x="1508760" y="1691640"/>
            <a:ext cx="5303520" cy="59436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ไฟล์เอเจนต์ครบ 5 บทบาท มี name และ tools</a:t>
            </a:r>
          </a:p>
        </p:txBody>
      </p:sp>
      <p:sp>
        <p:nvSpPr>
          <p:cNvPr id="108" name="Shape 108"/>
          <p:cNvSpPr/>
          <p:nvPr/>
        </p:nvSpPr>
        <p:spPr>
          <a:xfrm>
            <a:off x="841248" y="2377440"/>
            <a:ext cx="6035040" cy="594360"/>
          </a:xfrm>
          <a:prstGeom prst="roundRect">
            <a:avLst>
              <a:gd name="adj" fmla="val 2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9" name="Shape 109"/>
          <p:cNvSpPr/>
          <p:nvPr/>
        </p:nvSpPr>
        <p:spPr>
          <a:xfrm>
            <a:off x="960120" y="2487168"/>
            <a:ext cx="384048" cy="384048"/>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300" b="1" i="0" dirty="0">
                <a:solidFill>
                  <a:srgbClr val="FFFFFF"/>
                </a:solidFill>
              </a:rPr>
              <a:t>✓</a:t>
            </a:r>
          </a:p>
        </p:txBody>
      </p:sp>
      <p:sp>
        <p:nvSpPr>
          <p:cNvPr id="110" name="Shape 110"/>
          <p:cNvSpPr/>
          <p:nvPr/>
        </p:nvSpPr>
        <p:spPr>
          <a:xfrm>
            <a:off x="1508760" y="2377440"/>
            <a:ext cx="5303520" cy="59436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TASKS บอกว่า developer กับ writer รอสเปก</a:t>
            </a:r>
          </a:p>
        </p:txBody>
      </p:sp>
      <p:sp>
        <p:nvSpPr>
          <p:cNvPr id="111" name="Shape 111"/>
          <p:cNvSpPr/>
          <p:nvPr/>
        </p:nvSpPr>
        <p:spPr>
          <a:xfrm>
            <a:off x="841248" y="3063240"/>
            <a:ext cx="6035040" cy="594360"/>
          </a:xfrm>
          <a:prstGeom prst="roundRect">
            <a:avLst>
              <a:gd name="adj" fmla="val 2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2" name="Shape 112"/>
          <p:cNvSpPr/>
          <p:nvPr/>
        </p:nvSpPr>
        <p:spPr>
          <a:xfrm>
            <a:off x="960120" y="3172968"/>
            <a:ext cx="384048" cy="384048"/>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300" b="1" i="0" dirty="0">
                <a:solidFill>
                  <a:srgbClr val="FFFFFF"/>
                </a:solidFill>
              </a:rPr>
              <a:t>✓</a:t>
            </a:r>
          </a:p>
        </p:txBody>
      </p:sp>
      <p:sp>
        <p:nvSpPr>
          <p:cNvPr id="113" name="Shape 113"/>
          <p:cNvSpPr/>
          <p:nvPr/>
        </p:nvSpPr>
        <p:spPr>
          <a:xfrm>
            <a:off x="1508760" y="3063240"/>
            <a:ext cx="5303520" cy="59436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หน้า / โหลด /api/summary</a:t>
            </a:r>
          </a:p>
        </p:txBody>
      </p:sp>
      <p:sp>
        <p:nvSpPr>
          <p:cNvPr id="114" name="Shape 114"/>
          <p:cNvSpPr/>
          <p:nvPr/>
        </p:nvSpPr>
        <p:spPr>
          <a:xfrm>
            <a:off x="841248" y="3749039"/>
            <a:ext cx="6035040" cy="594360"/>
          </a:xfrm>
          <a:prstGeom prst="roundRect">
            <a:avLst>
              <a:gd name="adj" fmla="val 2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5" name="Shape 115"/>
          <p:cNvSpPr/>
          <p:nvPr/>
        </p:nvSpPr>
        <p:spPr>
          <a:xfrm>
            <a:off x="960120" y="3858768"/>
            <a:ext cx="384048" cy="384048"/>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300" b="1" i="0" dirty="0">
                <a:solidFill>
                  <a:srgbClr val="FFFFFF"/>
                </a:solidFill>
              </a:rPr>
              <a:t>✓</a:t>
            </a:r>
          </a:p>
        </p:txBody>
      </p:sp>
      <p:sp>
        <p:nvSpPr>
          <p:cNvPr id="116" name="Shape 116"/>
          <p:cNvSpPr/>
          <p:nvPr/>
        </p:nvSpPr>
        <p:spPr>
          <a:xfrm>
            <a:off x="1508760" y="3749039"/>
            <a:ext cx="5303520" cy="59436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/api/health ไม่มี sk-</a:t>
            </a:r>
          </a:p>
        </p:txBody>
      </p:sp>
      <p:sp>
        <p:nvSpPr>
          <p:cNvPr id="117" name="Shape 117"/>
          <p:cNvSpPr/>
          <p:nvPr/>
        </p:nvSpPr>
        <p:spPr>
          <a:xfrm>
            <a:off x="841248" y="4434840"/>
            <a:ext cx="6035040" cy="594360"/>
          </a:xfrm>
          <a:prstGeom prst="roundRect">
            <a:avLst>
              <a:gd name="adj" fmla="val 2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8" name="Shape 118"/>
          <p:cNvSpPr/>
          <p:nvPr/>
        </p:nvSpPr>
        <p:spPr>
          <a:xfrm>
            <a:off x="960120" y="4544568"/>
            <a:ext cx="384048" cy="384048"/>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300" b="1" i="0" dirty="0">
                <a:solidFill>
                  <a:srgbClr val="FFFFFF"/>
                </a:solidFill>
              </a:rPr>
              <a:t>✓</a:t>
            </a:r>
          </a:p>
        </p:txBody>
      </p:sp>
      <p:sp>
        <p:nvSpPr>
          <p:cNvPr id="119" name="Shape 119"/>
          <p:cNvSpPr/>
          <p:nvPr/>
        </p:nvSpPr>
        <p:spPr>
          <a:xfrm>
            <a:off x="1508760" y="4434840"/>
            <a:ext cx="5303520" cy="59436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quality gate exit 0 (รันเองหลังปิดเซิร์ฟเวอร์)</a:t>
            </a:r>
          </a:p>
        </p:txBody>
      </p:sp>
      <p:sp>
        <p:nvSpPr>
          <p:cNvPr id="120" name="Shape 120"/>
          <p:cNvSpPr/>
          <p:nvPr/>
        </p:nvSpPr>
        <p:spPr>
          <a:xfrm>
            <a:off x="841248" y="5120640"/>
            <a:ext cx="6035040" cy="594360"/>
          </a:xfrm>
          <a:prstGeom prst="roundRect">
            <a:avLst>
              <a:gd name="adj" fmla="val 20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21" name="Shape 121"/>
          <p:cNvSpPr/>
          <p:nvPr/>
        </p:nvSpPr>
        <p:spPr>
          <a:xfrm>
            <a:off x="960120" y="5230368"/>
            <a:ext cx="384048" cy="384048"/>
          </a:xfrm>
          <a:prstGeom prst="ellipse">
            <a:avLst/>
          </a:prstGeom>
          <a:solidFill>
            <a:srgbClr val="12B76A"/>
          </a:solidFill>
          <a:ln>
            <a:noFill/>
          </a:ln>
        </p:spPr>
        <p:txBody>
          <a:bodyPr wrap="square" lIns="0" tIns="0" rIns="0" bIns="0" anchor="ctr">
            <a:normAutofit/>
          </a:bodyPr>
          <a:lstStyle/>
          <a:p>
            <a:pPr marL="0" indent="0" algn="ctr">
              <a:spcBef>
                <a:spcPts val="0"/>
              </a:spcBef>
              <a:buNone/>
            </a:pPr>
            <a:r>
              <a:rPr lang="th-TH" sz="1300" b="1" i="0" dirty="0">
                <a:solidFill>
                  <a:srgbClr val="FFFFFF"/>
                </a:solidFill>
              </a:rPr>
              <a:t>✓</a:t>
            </a:r>
          </a:p>
        </p:txBody>
      </p:sp>
      <p:sp>
        <p:nvSpPr>
          <p:cNvPr id="122" name="Shape 122"/>
          <p:cNvSpPr/>
          <p:nvPr/>
        </p:nvSpPr>
        <p:spPr>
          <a:xfrm>
            <a:off x="1508760" y="5120640"/>
            <a:ext cx="5303520" cy="594360"/>
          </a:xfrm>
          <a:prstGeom prst="rect">
            <a:avLst/>
          </a:prstGeom>
          <a:noFill/>
          <a:ln>
            <a:noFill/>
          </a:ln>
        </p:spPr>
        <p:txBody>
          <a:bodyPr wrap="square" lIns="0" tIns="0" rIns="0" bIns="0" anchor="ctr">
            <a:normAutofit/>
          </a:bodyPr>
          <a:lstStyle/>
          <a:p>
            <a:pPr marL="0" indent="0" algn="l">
              <a:spcBef>
                <a:spcPts val="0"/>
              </a:spcBef>
              <a:buNone/>
            </a:pPr>
            <a:r>
              <a:rPr lang="th-TH" sz="1250" b="0" i="0" dirty="0">
                <a:solidFill>
                  <a:srgbClr val="0D1B2A"/>
                </a:solidFill>
              </a:rPr>
              <a:t>สรุปผู้บริหารเป็นไทย ไม่มียอดคนละชุดกับ API</a:t>
            </a:r>
          </a:p>
        </p:txBody>
      </p:sp>
      <p:pic>
        <p:nvPicPr>
          <p:cNvPr id="123" name="Picture 123"/>
          <p:cNvPicPr>
            <a:picLocks noChangeAspect="1"/>
          </p:cNvPicPr>
          <p:nvPr/>
        </p:nvPicPr>
        <p:blipFill>
          <a:blip r:embed="rId3"/>
          <a:stretch>
            <a:fillRect/>
          </a:stretch>
        </p:blipFill>
        <p:spPr>
          <a:xfrm>
            <a:off x="7178040" y="1691640"/>
            <a:ext cx="4160520" cy="2600325"/>
          </a:xfrm>
          <a:prstGeom prst="rect">
            <a:avLst/>
          </a:prstGeom>
          <a:ln w="12700">
            <a:solidFill>
              <a:srgbClr val="DCE6F5"/>
            </a:solidFill>
          </a:ln>
        </p:spPr>
      </p:pic>
      <p:sp>
        <p:nvSpPr>
          <p:cNvPr id="124" name="Shape 124"/>
          <p:cNvSpPr/>
          <p:nvPr/>
        </p:nvSpPr>
        <p:spPr>
          <a:xfrm>
            <a:off x="7178040" y="4389120"/>
            <a:ext cx="4160520" cy="365760"/>
          </a:xfrm>
          <a:prstGeom prst="rect">
            <a:avLst/>
          </a:prstGeom>
          <a:noFill/>
          <a:ln>
            <a:noFill/>
          </a:ln>
        </p:spPr>
        <p:txBody>
          <a:bodyPr wrap="square" lIns="0" tIns="0" rIns="0" bIns="0" anchor="t">
            <a:normAutofit/>
          </a:bodyPr>
          <a:lstStyle/>
          <a:p>
            <a:pPr marL="0" indent="0" algn="ctr">
              <a:spcBef>
                <a:spcPts val="0"/>
              </a:spcBef>
              <a:buNone/>
            </a:pPr>
            <a:r>
              <a:rPr lang="th-TH" sz="1150" b="0" i="0" dirty="0">
                <a:solidFill>
                  <a:srgbClr val="4C5B6B"/>
                </a:solidFill>
              </a:rPr>
              <a:t>solutions/w6 · แดชบอร์ด Sales Insight</a:t>
            </a:r>
          </a:p>
        </p:txBody>
      </p:sp>
      <p:sp>
        <p:nvSpPr>
          <p:cNvPr id="125" name="Shape 125"/>
          <p:cNvSpPr/>
          <p:nvPr/>
        </p:nvSpPr>
        <p:spPr>
          <a:xfrm>
            <a:off x="7178040" y="4846320"/>
            <a:ext cx="4160520" cy="1005840"/>
          </a:xfrm>
          <a:prstGeom prst="roundRect">
            <a:avLst>
              <a:gd name="adj" fmla="val 12000"/>
            </a:avLst>
          </a:prstGeom>
          <a:solidFill>
            <a:srgbClr val="EAF2FF"/>
          </a:solidFill>
          <a:ln>
            <a:noFill/>
          </a:ln>
        </p:spPr>
        <p:txBody>
          <a:bodyPr wrap="square" lIns="182880" tIns="73152" rIns="182880" bIns="73152" anchor="ctr">
            <a:normAutofit/>
          </a:bodyPr>
          <a:lstStyle/>
          <a:p>
            <a:pPr marL="0" indent="0" algn="l">
              <a:spcBef>
                <a:spcPts val="0"/>
              </a:spcBef>
              <a:buNone/>
            </a:pPr>
            <a:r>
              <a:rPr lang="th-TH" sz="1250" b="1" i="0" dirty="0">
                <a:solidFill>
                  <a:srgbClr val="005CFF"/>
                </a:solidFill>
              </a:rPr>
              <a:t>ผลที่คาดหวัง: </a:t>
            </a:r>
            <a:r>
              <a:rPr lang="th-TH" sz="1200" b="0" i="0" dirty="0">
                <a:solidFill>
                  <a:srgbClr val="0D1B2A"/>
                </a:solidFill>
              </a:rPr>
              <a:t>เห็นยอด ออเดอร์ ชื่อภาคจาก API · gate ยัง exit 0 · ตามไม่ทัน: catch-up.js w6</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Content Placeholder 2"/>
          <p:cNvSpPr>
            <a:spLocks noGrp="1"/>
          </p:cNvSpPr>
          <p:nvPr>
            <p:ph sz="quarter" idx="12"/>
          </p:nvPr>
        </p:nvSpPr>
        <p:spPr/>
        <p:txBody>
          <a:bodyPr/>
          <a:lstStyle/>
          <a:p>
            <a:endParaRPr/>
          </a:p>
        </p:txBody>
      </p:sp>
      <p:sp>
        <p:nvSpPr>
          <p:cNvPr id="4" name="TextBox 3"/>
          <p:cNvSpPr txBox="1"/>
          <p:nvPr/>
        </p:nvSpPr>
        <p:spPr>
          <a:xfrm>
            <a:off x="838200" y="274320"/>
            <a:ext cx="9800000" cy="1050000"/>
          </a:xfrm>
          <a:prstGeom prst="rect">
            <a:avLst/>
          </a:prstGeom>
          <a:noFill/>
        </p:spPr>
        <p:txBody>
          <a:bodyPr wrap="square">
            <a:spAutoFit/>
          </a:bodyPr>
          <a:lstStyle/>
          <a:p>
            <a:r>
              <a:rPr sz="2000" b="1"/>
              <a:t>Workshop 6 · จับหน้าจอจริง (1/3) — ทีม 5 บทบาทส่งมอบครบ</a:t>
            </a:r>
          </a:p>
        </p:txBody>
      </p:sp>
      <p:sp>
        <p:nvSpPr>
          <p:cNvPr id="6" name="TextBox 5"/>
          <p:cNvSpPr txBox="1"/>
          <p:nvPr/>
        </p:nvSpPr>
        <p:spPr>
          <a:xfrm>
            <a:off x="838200" y="6350000"/>
            <a:ext cx="10515600" cy="320000"/>
          </a:xfrm>
          <a:prstGeom prst="rect">
            <a:avLst/>
          </a:prstGeom>
          <a:noFill/>
        </p:spPr>
        <p:txBody>
          <a:bodyPr wrap="none">
            <a:spAutoFit/>
          </a:bodyPr>
          <a:lstStyle/>
          <a:p>
            <a:r>
              <a:rPr sz="1000"/>
              <a:t>จับภาพจริงจาก TUI (interactive) · Claude Code 2.1.310 · sandbox/sales-insight</a:t>
            </a:r>
          </a:p>
        </p:txBody>
      </p:sp>
      <p:pic>
        <p:nvPicPr>
          <p:cNvPr id="7" name="Picture 6" descr="w6-parallel.png"/>
          <p:cNvPicPr>
            <a:picLocks noChangeAspect="1"/>
          </p:cNvPicPr>
          <p:nvPr/>
        </p:nvPicPr>
        <p:blipFill>
          <a:blip r:embed="rId2"/>
          <a:stretch>
            <a:fillRect/>
          </a:stretch>
        </p:blipFill>
        <p:spPr>
          <a:xfrm>
            <a:off x="1496033" y="1353312"/>
            <a:ext cx="9206029" cy="4919472"/>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Content Placeholder 2"/>
          <p:cNvSpPr>
            <a:spLocks noGrp="1"/>
          </p:cNvSpPr>
          <p:nvPr>
            <p:ph sz="quarter" idx="12"/>
          </p:nvPr>
        </p:nvSpPr>
        <p:spPr/>
        <p:txBody>
          <a:bodyPr/>
          <a:lstStyle/>
          <a:p>
            <a:endParaRPr/>
          </a:p>
        </p:txBody>
      </p:sp>
      <p:sp>
        <p:nvSpPr>
          <p:cNvPr id="4" name="TextBox 3"/>
          <p:cNvSpPr txBox="1"/>
          <p:nvPr/>
        </p:nvSpPr>
        <p:spPr>
          <a:xfrm>
            <a:off x="838200" y="274320"/>
            <a:ext cx="9800000" cy="1050000"/>
          </a:xfrm>
          <a:prstGeom prst="rect">
            <a:avLst/>
          </a:prstGeom>
          <a:noFill/>
        </p:spPr>
        <p:txBody>
          <a:bodyPr wrap="square">
            <a:spAutoFit/>
          </a:bodyPr>
          <a:lstStyle/>
          <a:p>
            <a:r>
              <a:rPr sz="2000" b="1"/>
              <a:t>Workshop 6 · จับหน้าจอจริง (2/3) — ไฟล์เอเจนต์ครบ 5 บทบาท</a:t>
            </a:r>
          </a:p>
        </p:txBody>
      </p:sp>
      <p:sp>
        <p:nvSpPr>
          <p:cNvPr id="6" name="TextBox 5"/>
          <p:cNvSpPr txBox="1"/>
          <p:nvPr/>
        </p:nvSpPr>
        <p:spPr>
          <a:xfrm>
            <a:off x="838200" y="6350000"/>
            <a:ext cx="10515600" cy="320000"/>
          </a:xfrm>
          <a:prstGeom prst="rect">
            <a:avLst/>
          </a:prstGeom>
          <a:noFill/>
        </p:spPr>
        <p:txBody>
          <a:bodyPr wrap="none">
            <a:spAutoFit/>
          </a:bodyPr>
          <a:lstStyle/>
          <a:p>
            <a:r>
              <a:rPr sz="1000"/>
              <a:t>จับภาพจริงจาก TUI (interactive) · Claude Code 2.1.310 · sandbox/sales-insight</a:t>
            </a:r>
          </a:p>
        </p:txBody>
      </p:sp>
      <p:pic>
        <p:nvPicPr>
          <p:cNvPr id="7" name="Picture 6" descr="w6-agentslist.png"/>
          <p:cNvPicPr>
            <a:picLocks noChangeAspect="1"/>
          </p:cNvPicPr>
          <p:nvPr/>
        </p:nvPicPr>
        <p:blipFill>
          <a:blip r:embed="rId2"/>
          <a:stretch>
            <a:fillRect/>
          </a:stretch>
        </p:blipFill>
        <p:spPr>
          <a:xfrm>
            <a:off x="1496033" y="1353312"/>
            <a:ext cx="9206029" cy="4919472"/>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Content Placeholder 2"/>
          <p:cNvSpPr>
            <a:spLocks noGrp="1"/>
          </p:cNvSpPr>
          <p:nvPr>
            <p:ph sz="quarter" idx="12"/>
          </p:nvPr>
        </p:nvSpPr>
        <p:spPr/>
        <p:txBody>
          <a:bodyPr/>
          <a:lstStyle/>
          <a:p>
            <a:endParaRPr/>
          </a:p>
        </p:txBody>
      </p:sp>
      <p:sp>
        <p:nvSpPr>
          <p:cNvPr id="4" name="TextBox 3"/>
          <p:cNvSpPr txBox="1"/>
          <p:nvPr/>
        </p:nvSpPr>
        <p:spPr>
          <a:xfrm>
            <a:off x="838200" y="274320"/>
            <a:ext cx="10500000" cy="1050000"/>
          </a:xfrm>
          <a:prstGeom prst="rect">
            <a:avLst/>
          </a:prstGeom>
          <a:noFill/>
        </p:spPr>
        <p:txBody>
          <a:bodyPr wrap="square">
            <a:spAutoFit/>
          </a:bodyPr>
          <a:lstStyle/>
          <a:p>
            <a:r>
              <a:rPr sz="2000" b="1"/>
              <a:t>Workshop 6 · จับหน้าจอจริง (3/3) — gate เขียว · ยอดตรง API</a:t>
            </a:r>
          </a:p>
        </p:txBody>
      </p:sp>
      <p:sp>
        <p:nvSpPr>
          <p:cNvPr id="6" name="TextBox 5"/>
          <p:cNvSpPr txBox="1"/>
          <p:nvPr/>
        </p:nvSpPr>
        <p:spPr>
          <a:xfrm>
            <a:off x="838200" y="6350000"/>
            <a:ext cx="10515600" cy="320000"/>
          </a:xfrm>
          <a:prstGeom prst="rect">
            <a:avLst/>
          </a:prstGeom>
          <a:noFill/>
        </p:spPr>
        <p:txBody>
          <a:bodyPr wrap="none">
            <a:spAutoFit/>
          </a:bodyPr>
          <a:lstStyle/>
          <a:p>
            <a:r>
              <a:rPr sz="1000"/>
              <a:t>จับภาพจริงจาก TUI (interactive) · Claude Code 2.1.310 · sandbox/sales-insight</a:t>
            </a:r>
          </a:p>
        </p:txBody>
      </p:sp>
      <p:pic>
        <p:nvPicPr>
          <p:cNvPr id="7" name="Picture 6" descr="w6-report.png"/>
          <p:cNvPicPr>
            <a:picLocks noChangeAspect="1"/>
          </p:cNvPicPr>
          <p:nvPr/>
        </p:nvPicPr>
        <p:blipFill>
          <a:blip r:embed="rId2"/>
          <a:stretch>
            <a:fillRect/>
          </a:stretch>
        </p:blipFill>
        <p:spPr>
          <a:xfrm>
            <a:off x="1496033" y="1353312"/>
            <a:ext cx="9206029" cy="4919472"/>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Module 11 · Deploy &amp; Pre-flight</a:t>
            </a:r>
          </a:p>
        </p:txBody>
      </p:sp>
      <p:sp>
        <p:nvSpPr>
          <p:cNvPr id="3" name="Text Placeholder 2"/>
          <p:cNvSpPr>
            <a:spLocks noGrp="1"/>
          </p:cNvSpPr>
          <p:nvPr>
            <p:ph type="body" idx="1"/>
          </p:nvPr>
        </p:nvSpPr>
        <p:spPr/>
        <p:txBody>
          <a:bodyPr>
            <a:normAutofit lnSpcReduction="10000"/>
          </a:bodyPr>
          <a:lstStyle/>
          <a:p>
            <a:r>
              <a:rPr lang="th-TH" dirty="0"/>
              <a:t>ขึ้น Production (Vercel) พร้อม Checklist ก่อนปล่อย Agent ทำงานอัตโนมัติ</a:t>
            </a:r>
          </a:p>
        </p:txBody>
      </p:sp>
      <p:sp>
        <p:nvSpPr>
          <p:cNvPr id="5" name="Text Placeholder 4"/>
          <p:cNvSpPr>
            <a:spLocks noGrp="1"/>
          </p:cNvSpPr>
          <p:nvPr>
            <p:ph type="body" idx="14"/>
          </p:nvPr>
        </p:nvSpPr>
        <p:spPr/>
        <p:txBody>
          <a:bodyPr/>
          <a:lstStyle/>
          <a:p>
            <a:r>
              <a:rPr lang="th-TH" dirty="0"/>
              <a:t>วันที่ 2 · บ่าย · ⏱ ~30 นาที</a:t>
            </a:r>
          </a:p>
        </p:txBody>
      </p:sp>
      <p:pic>
        <p:nvPicPr>
          <p:cNvPr id="9" name="Picture Placeholder 8">
            <a:extLst>
              <a:ext uri="{FF2B5EF4-FFF2-40B4-BE49-F238E27FC236}">
                <a16:creationId xmlns:a16="http://schemas.microsoft.com/office/drawing/2014/main" id="{C7515A1A-A4EA-0587-8091-74A43D485097}"/>
              </a:ext>
            </a:extLst>
          </p:cNvPr>
          <p:cNvPicPr>
            <a:picLocks noGrp="1" noChangeAspect="1"/>
          </p:cNvPicPr>
          <p:nvPr>
            <p:ph type="pic" sz="quarter" idx="13"/>
          </p:nvPr>
        </p:nvPicPr>
        <p:blipFill>
          <a:blip r:embed="rId3"/>
          <a:srcRect t="3167" b="3167"/>
          <a:stretch/>
        </p:blipFill>
        <p:spPr>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75FA2F4-5E1F-0FA1-55AF-7393CF950121}"/>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D38CD370-CB73-EA25-557A-A8E84EB022A4}"/>
              </a:ext>
            </a:extLst>
          </p:cNvPr>
          <p:cNvSpPr>
            <a:spLocks noGrp="1"/>
          </p:cNvSpPr>
          <p:nvPr>
            <p:ph type="sldNum" sz="quarter" idx="4"/>
          </p:nvPr>
        </p:nvSpPr>
        <p:spPr/>
        <p:txBody>
          <a:bodyPr/>
          <a:lstStyle/>
          <a:p>
            <a:fld id="{7B973119-0BF9-7444-941C-BCE2AFE6BE2E}" type="slidenum">
              <a:rPr lang="en-TH" smtClean="0"/>
              <a:pPr/>
              <a:t>88</a:t>
            </a:fld>
            <a:endParaRPr lang="en-TH"/>
          </a:p>
        </p:txBody>
      </p:sp>
      <p:sp>
        <p:nvSpPr>
          <p:cNvPr id="104" name="Title 1"/>
          <p:cNvSpPr>
            <a:spLocks noGrp="1"/>
          </p:cNvSpPr>
          <p:nvPr>
            <p:ph type="title"/>
          </p:nvPr>
        </p:nvSpPr>
        <p:spPr/>
        <p:txBody>
          <a:bodyPr>
            <a:normAutofit/>
          </a:bodyPr>
          <a:lstStyle/>
          <a:p>
            <a:r>
              <a:rPr lang="th-TH" dirty="0"/>
              <a:t>Deploy ขึ้น Vercel ผ่าน Claude Code Integration</a:t>
            </a:r>
          </a:p>
        </p:txBody>
      </p:sp>
      <p:sp>
        <p:nvSpPr>
          <p:cNvPr id="105" name="Shape 105"/>
          <p:cNvSpPr/>
          <p:nvPr/>
        </p:nvSpPr>
        <p:spPr>
          <a:xfrm>
            <a:off x="841248" y="1645920"/>
            <a:ext cx="6035040" cy="2286000"/>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0"/>
              </a:spcBef>
              <a:buNone/>
            </a:pPr>
            <a:r>
              <a:rPr lang="th-TH" sz="1100" b="1" i="0" dirty="0">
                <a:solidFill>
                  <a:srgbClr val="7FB5FA"/>
                </a:solidFill>
              </a:rPr>
              <a:t>Prompt EN (แนะนำ) — ใน TUI เมื่อผู้สอนบอกว่าห้องนี้ deploy จริง</a:t>
            </a:r>
          </a:p>
          <a:p>
            <a:pPr marL="0" indent="0" algn="l">
              <a:spcBef>
                <a:spcPts val="100"/>
              </a:spcBef>
              <a:buNone/>
            </a:pPr>
            <a:r>
              <a:rPr lang="th-TH" sz="1200" b="0" i="0" dirty="0">
                <a:solidFill>
                  <a:srgbClr val="E6EDF7"/>
                </a:solidFill>
                <a:latin typeface="Consolas"/>
                <a:cs typeface="Consolas"/>
              </a:rPr>
              <a:t>Deploy this Sales Insight app to Vercel with the Vercel connection.</a:t>
            </a:r>
          </a:p>
          <a:p>
            <a:pPr marL="0" indent="0" algn="l">
              <a:spcBef>
                <a:spcPts val="100"/>
              </a:spcBef>
              <a:buNone/>
            </a:pPr>
            <a:r>
              <a:rPr lang="th-TH" sz="1200" b="0" i="0" dirty="0">
                <a:solidFill>
                  <a:srgbClr val="E6EDF7"/>
                </a:solidFill>
                <a:latin typeface="Consolas"/>
                <a:cs typeface="Consolas"/>
              </a:rPr>
              <a:t>Before deploying, run node scripts/quality-gate.js.</a:t>
            </a:r>
          </a:p>
          <a:p>
            <a:pPr marL="0" indent="0" algn="l">
              <a:spcBef>
                <a:spcPts val="100"/>
              </a:spcBef>
              <a:buNone/>
            </a:pPr>
            <a:r>
              <a:rPr lang="th-TH" sz="1200" b="0" i="0" dirty="0">
                <a:solidFill>
                  <a:srgbClr val="E6EDF7"/>
                </a:solidFill>
                <a:latin typeface="Consolas"/>
                <a:cs typeface="Consolas"/>
              </a:rPr>
              <a:t>If it fails, stop and report.</a:t>
            </a:r>
          </a:p>
          <a:p>
            <a:pPr marL="0" indent="0" algn="l">
              <a:spcBef>
                <a:spcPts val="100"/>
              </a:spcBef>
              <a:buNone/>
            </a:pPr>
            <a:r>
              <a:rPr lang="th-TH" sz="1200" b="0" i="0" dirty="0">
                <a:solidFill>
                  <a:srgbClr val="E6EDF7"/>
                </a:solidFill>
                <a:latin typeface="Consolas"/>
                <a:cs typeface="Consolas"/>
              </a:rPr>
              <a:t>After deploying, give me the production URL and</a:t>
            </a:r>
          </a:p>
          <a:p>
            <a:pPr marL="0" indent="0" algn="l">
              <a:spcBef>
                <a:spcPts val="100"/>
              </a:spcBef>
              <a:buNone/>
            </a:pPr>
            <a:r>
              <a:rPr lang="th-TH" sz="1200" b="0" i="0" dirty="0">
                <a:solidFill>
                  <a:srgbClr val="E6EDF7"/>
                </a:solidFill>
                <a:latin typeface="Consolas"/>
                <a:cs typeface="Consolas"/>
              </a:rPr>
              <a:t>the commit that was deployed. Do not print any sk- value.</a:t>
            </a:r>
          </a:p>
        </p:txBody>
      </p:sp>
      <p:sp>
        <p:nvSpPr>
          <p:cNvPr id="106" name="Shape 106"/>
          <p:cNvSpPr/>
          <p:nvPr/>
        </p:nvSpPr>
        <p:spPr>
          <a:xfrm>
            <a:off x="841248" y="4114800"/>
            <a:ext cx="2971800" cy="1143000"/>
          </a:xfrm>
          <a:prstGeom prst="roundRect">
            <a:avLst>
              <a:gd name="adj" fmla="val 10000"/>
            </a:avLst>
          </a:prstGeom>
          <a:solidFill>
            <a:srgbClr val="F3F7FD"/>
          </a:solidFill>
          <a:ln w="12700">
            <a:solidFill>
              <a:srgbClr val="DCE6F5"/>
            </a:solidFill>
          </a:ln>
        </p:spPr>
        <p:txBody>
          <a:bodyPr wrap="square" lIns="182880" tIns="73152" rIns="182880" bIns="73152" anchor="ctr">
            <a:normAutofit/>
          </a:bodyPr>
          <a:lstStyle/>
          <a:p>
            <a:pPr marL="0" indent="0" algn="l">
              <a:spcBef>
                <a:spcPts val="0"/>
              </a:spcBef>
              <a:buNone/>
            </a:pPr>
            <a:r>
              <a:rPr lang="th-TH" sz="1350" b="1" i="0" dirty="0">
                <a:solidFill>
                  <a:srgbClr val="005CFF"/>
                </a:solidFill>
              </a:rPr>
              <a:t>Pre-flight ฝังใน prompt</a:t>
            </a:r>
          </a:p>
          <a:p>
            <a:pPr marL="0" indent="0" algn="l">
              <a:spcBef>
                <a:spcPts val="150"/>
              </a:spcBef>
              <a:buNone/>
            </a:pPr>
            <a:r>
              <a:rPr lang="th-TH" sz="1200" b="0" i="0" dirty="0">
                <a:solidFill>
                  <a:srgbClr val="0D1B2A"/>
                </a:solidFill>
              </a:rPr>
              <a:t>รัน gate ก่อน — ไม่ผ่านให้หยุดแล้วรายงาน</a:t>
            </a:r>
          </a:p>
        </p:txBody>
      </p:sp>
      <p:sp>
        <p:nvSpPr>
          <p:cNvPr id="107" name="Shape 107"/>
          <p:cNvSpPr/>
          <p:nvPr/>
        </p:nvSpPr>
        <p:spPr>
          <a:xfrm>
            <a:off x="3904488" y="4114800"/>
            <a:ext cx="2971800" cy="1143000"/>
          </a:xfrm>
          <a:prstGeom prst="roundRect">
            <a:avLst>
              <a:gd name="adj" fmla="val 10000"/>
            </a:avLst>
          </a:prstGeom>
          <a:solidFill>
            <a:srgbClr val="F3F7FD"/>
          </a:solidFill>
          <a:ln w="12700">
            <a:solidFill>
              <a:srgbClr val="DCE6F5"/>
            </a:solidFill>
          </a:ln>
        </p:spPr>
        <p:txBody>
          <a:bodyPr wrap="square" lIns="182880" tIns="73152" rIns="182880" bIns="73152" anchor="ctr">
            <a:normAutofit/>
          </a:bodyPr>
          <a:lstStyle/>
          <a:p>
            <a:pPr marL="0" indent="0" algn="l">
              <a:spcBef>
                <a:spcPts val="0"/>
              </a:spcBef>
              <a:buNone/>
            </a:pPr>
            <a:r>
              <a:rPr lang="th-TH" sz="1350" b="1" i="0" dirty="0">
                <a:solidFill>
                  <a:srgbClr val="005CFF"/>
                </a:solidFill>
              </a:rPr>
              <a:t>Traceability</a:t>
            </a:r>
          </a:p>
          <a:p>
            <a:pPr marL="0" indent="0" algn="l">
              <a:spcBef>
                <a:spcPts val="150"/>
              </a:spcBef>
              <a:buNone/>
            </a:pPr>
            <a:r>
              <a:rPr lang="th-TH" sz="1200" b="0" i="0" dirty="0">
                <a:solidFill>
                  <a:srgbClr val="0D1B2A"/>
                </a:solidFill>
              </a:rPr>
              <a:t>URL + commit = หลักฐานสองชิ้น ไม่มีไม่นับ</a:t>
            </a:r>
          </a:p>
        </p:txBody>
      </p:sp>
      <p:sp>
        <p:nvSpPr>
          <p:cNvPr id="108" name="Shape 108"/>
          <p:cNvSpPr/>
          <p:nvPr/>
        </p:nvSpPr>
        <p:spPr>
          <a:xfrm>
            <a:off x="841248" y="5394960"/>
            <a:ext cx="6035040" cy="502920"/>
          </a:xfrm>
          <a:prstGeom prst="roundRect">
            <a:avLst>
              <a:gd name="adj" fmla="val 30000"/>
            </a:avLst>
          </a:prstGeom>
          <a:solidFill>
            <a:srgbClr val="FFF8E6"/>
          </a:solidFill>
          <a:ln>
            <a:noFill/>
          </a:ln>
        </p:spPr>
        <p:txBody>
          <a:bodyPr wrap="square" lIns="182880" tIns="73152" rIns="182880" bIns="73152" anchor="ctr">
            <a:normAutofit/>
          </a:bodyPr>
          <a:lstStyle/>
          <a:p>
            <a:pPr marL="0" indent="0" algn="l">
              <a:spcBef>
                <a:spcPts val="0"/>
              </a:spcBef>
              <a:buNone/>
            </a:pPr>
            <a:r>
              <a:rPr lang="th-TH" sz="1200" b="1" i="0" dirty="0">
                <a:solidFill>
                  <a:srgbClr val="B54708"/>
                </a:solidFill>
              </a:rPr>
              <a:t>headless ไม่ยอมเรียก vercel </a:t>
            </a:r>
            <a:r>
              <a:rPr lang="th-TH" sz="1200" b="0" i="0" dirty="0">
                <a:solidFill>
                  <a:srgbClr val="0D1B2A"/>
                </a:solidFill>
              </a:rPr>
              <a:t>(Bash ถูกปฏิเสธ) → ใช้ TUI หรือรัน CLI เอง</a:t>
            </a:r>
          </a:p>
        </p:txBody>
      </p:sp>
      <p:sp>
        <p:nvSpPr>
          <p:cNvPr id="110" name="Shape 110"/>
          <p:cNvSpPr/>
          <p:nvPr/>
        </p:nvSpPr>
        <p:spPr>
          <a:xfrm>
            <a:off x="7178040" y="4389120"/>
            <a:ext cx="4160520" cy="365760"/>
          </a:xfrm>
          <a:prstGeom prst="rect">
            <a:avLst/>
          </a:prstGeom>
          <a:noFill/>
          <a:ln>
            <a:noFill/>
          </a:ln>
        </p:spPr>
        <p:txBody>
          <a:bodyPr wrap="square" lIns="0" tIns="0" rIns="0" bIns="0" anchor="t">
            <a:normAutofit/>
          </a:bodyPr>
          <a:lstStyle/>
          <a:p>
            <a:pPr marL="0" indent="0" algn="ctr">
              <a:spcBef>
                <a:spcPts val="0"/>
              </a:spcBef>
              <a:buNone/>
            </a:pPr>
            <a:r>
              <a:rPr lang="th-TH" sz="1150" b="0" i="0" dirty="0">
                <a:solidFill>
                  <a:srgbClr val="4C5B6B"/>
                </a:solidFill>
              </a:rPr>
              <a:t>งานที่จะขึ้น Production: Sales Insight</a:t>
            </a:r>
          </a:p>
        </p:txBody>
      </p:sp>
      <p:sp>
        <p:nvSpPr>
          <p:cNvPr id="111" name="Shape 111"/>
          <p:cNvSpPr/>
          <p:nvPr/>
        </p:nvSpPr>
        <p:spPr>
          <a:xfrm>
            <a:off x="7178040" y="4846320"/>
            <a:ext cx="4160520" cy="1051560"/>
          </a:xfrm>
          <a:prstGeom prst="roundRect">
            <a:avLst>
              <a:gd name="adj" fmla="val 10000"/>
            </a:avLst>
          </a:prstGeom>
          <a:solidFill>
            <a:srgbClr val="FEF3F2"/>
          </a:solidFill>
          <a:ln w="12700">
            <a:solidFill>
              <a:srgbClr val="FDA29B"/>
            </a:solidFill>
          </a:ln>
        </p:spPr>
        <p:txBody>
          <a:bodyPr wrap="square" lIns="182880" tIns="73152" rIns="182880" bIns="73152" anchor="ctr">
            <a:normAutofit/>
          </a:bodyPr>
          <a:lstStyle/>
          <a:p>
            <a:pPr marL="0" indent="0" algn="l">
              <a:spcBef>
                <a:spcPts val="0"/>
              </a:spcBef>
              <a:buNone/>
            </a:pPr>
            <a:r>
              <a:rPr lang="th-TH" sz="1200" b="1" i="0" dirty="0">
                <a:solidFill>
                  <a:srgbClr val="D92D20"/>
                </a:solidFill>
              </a:rPr>
              <a:t>สถานะ: </a:t>
            </a:r>
            <a:r>
              <a:rPr lang="th-TH" sz="1200" b="0" i="0" dirty="0">
                <a:solidFill>
                  <a:srgbClr val="0D1B2A"/>
                </a:solidFill>
              </a:rPr>
              <a:t>repo ยังไม่มี URL จริง — deploy ขึ้น Vercel ยังต้องมีคนทำให้จบหนึ่งรอบ ถ้าห้องไม่ deploy ให้จบที่เช็กลิสต์ + ผล gate</a:t>
            </a:r>
          </a:p>
        </p:txBody>
      </p:sp>
      <p:sp>
        <p:nvSpPr>
          <p:cNvPr id="112" name="Shape 105"/>
          <p:cNvSpPr/>
          <p:nvPr/>
        </p:nvSpPr>
        <p:spPr>
          <a:xfrm>
            <a:off x="7178040" y="1691640"/>
            <a:ext cx="4160520" cy="2596896"/>
          </a:xfrm>
          <a:prstGeom prst="roundRect">
            <a:avLst>
              <a:gd name="adj" fmla="val 4000"/>
            </a:avLst>
          </a:prstGeom>
          <a:solidFill>
            <a:srgbClr val="0F1B2D"/>
          </a:solidFill>
          <a:ln>
            <a:noFill/>
          </a:ln>
        </p:spPr>
        <p:txBody>
          <a:bodyPr wrap="square" lIns="182880" tIns="73152" rIns="182880" bIns="73152" anchor="t">
            <a:normAutofit/>
          </a:bodyPr>
          <a:lstStyle/>
          <a:p>
            <a:pPr marL="0" indent="0" algn="l">
              <a:spcBef>
                <a:spcPts val="0"/>
              </a:spcBef>
              <a:buNone/>
            </a:pPr>
            <a:r>
              <a:rPr lang="th-TH" sz="1100" b="1" i="0" dirty="0">
                <a:solidFill>
                  <a:srgbClr val="7FB5FA"/>
                </a:solidFill>
              </a:rPr>
              <a:t>Prompt TH (ใช้ได้เต็มที่)</a:t>
            </a:r>
          </a:p>
          <a:p>
            <a:pPr marL="0" indent="0" algn="l">
              <a:spcBef>
                <a:spcPts val="100"/>
              </a:spcBef>
              <a:buNone/>
            </a:pPr>
            <a:r>
              <a:rPr lang="th-TH" sz="1200" b="0" i="0" dirty="0">
                <a:solidFill>
                  <a:srgbClr val="E6EDF7"/>
                </a:solidFill>
                <a:latin typeface="Consolas"/>
                <a:cs typeface="Consolas"/>
              </a:rPr>
              <a:t>Deploy แอป Sales Insight ขึ้น Vercel</a:t>
            </a:r>
          </a:p>
          <a:p>
            <a:pPr marL="0" indent="0" algn="l">
              <a:spcBef>
                <a:spcPts val="100"/>
              </a:spcBef>
              <a:buNone/>
            </a:pPr>
            <a:r>
              <a:rPr lang="th-TH" sz="1200" b="0" i="0" dirty="0">
                <a:solidFill>
                  <a:srgbClr val="E6EDF7"/>
                </a:solidFill>
                <a:latin typeface="Consolas"/>
                <a:cs typeface="Consolas"/>
              </a:rPr>
              <a:t>โดยใช้การเชื่อม Vercel</a:t>
            </a:r>
          </a:p>
          <a:p>
            <a:pPr marL="0" indent="0" algn="l">
              <a:spcBef>
                <a:spcPts val="100"/>
              </a:spcBef>
              <a:buNone/>
            </a:pPr>
            <a:r>
              <a:rPr lang="th-TH" sz="1200" b="0" i="0" dirty="0">
                <a:solidFill>
                  <a:srgbClr val="E6EDF7"/>
                </a:solidFill>
                <a:latin typeface="Consolas"/>
                <a:cs typeface="Consolas"/>
              </a:rPr>
              <a:t>ก่อน deploy รัน node scripts/quality-gate.js</a:t>
            </a:r>
          </a:p>
          <a:p>
            <a:pPr marL="0" indent="0" algn="l">
              <a:spcBef>
                <a:spcPts val="100"/>
              </a:spcBef>
              <a:buNone/>
            </a:pPr>
            <a:r>
              <a:rPr lang="th-TH" sz="1200" b="0" i="0" dirty="0">
                <a:solidFill>
                  <a:srgbClr val="E6EDF7"/>
                </a:solidFill>
                <a:latin typeface="Consolas"/>
                <a:cs typeface="Consolas"/>
              </a:rPr>
              <a:t>ถ้าไม่ผ่านให้หยุดแล้วรายงาน</a:t>
            </a:r>
          </a:p>
          <a:p>
            <a:pPr marL="0" indent="0" algn="l">
              <a:spcBef>
                <a:spcPts val="100"/>
              </a:spcBef>
              <a:buNone/>
            </a:pPr>
            <a:r>
              <a:rPr lang="th-TH" sz="1200" b="0" i="0" dirty="0">
                <a:solidFill>
                  <a:srgbClr val="E6EDF7"/>
                </a:solidFill>
                <a:latin typeface="Consolas"/>
                <a:cs typeface="Consolas"/>
              </a:rPr>
              <a:t>หลัง deploy ส่ง production URL และ commit</a:t>
            </a:r>
          </a:p>
          <a:p>
            <a:pPr marL="0" indent="0" algn="l">
              <a:spcBef>
                <a:spcPts val="100"/>
              </a:spcBef>
              <a:buNone/>
            </a:pPr>
            <a:r>
              <a:rPr lang="th-TH" sz="1200" b="0" i="0" dirty="0">
                <a:solidFill>
                  <a:srgbClr val="E6EDF7"/>
                </a:solidFill>
                <a:latin typeface="Consolas"/>
                <a:cs typeface="Consolas"/>
              </a:rPr>
              <a:t>ห้ามพิมพ์ค่าที่ขึ้นต้นด้วย sk-</a:t>
            </a:r>
          </a:p>
        </p:txBody>
      </p:sp>
    </p:spTree>
    <p:extLst>
      <p:ext uri="{BB962C8B-B14F-4D97-AF65-F5344CB8AC3E}">
        <p14:creationId xmlns:p14="http://schemas.microsoft.com/office/powerpoint/2010/main" val="313855358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D1EBC54-7FDB-8BFA-4C1A-0B12F0DAD94C}"/>
              </a:ext>
            </a:extLst>
          </p:cNvPr>
          <p:cNvSpPr>
            <a:spLocks noGrp="1"/>
          </p:cNvSpPr>
          <p:nvPr>
            <p:ph type="ftr" sz="quarter" idx="3"/>
          </p:nvPr>
        </p:nvSpPr>
        <p:spPr/>
        <p:txBody>
          <a:bodyPr/>
          <a:lstStyle/>
          <a:p>
            <a:r>
              <a:rPr lang="en-US"/>
              <a:t>Copyright © 2026 9Expert Co., Ltd. All rights reserved.</a:t>
            </a:r>
            <a:endParaRPr lang="en-TH" dirty="0"/>
          </a:p>
        </p:txBody>
      </p:sp>
      <p:sp>
        <p:nvSpPr>
          <p:cNvPr id="103" name="Title 1"/>
          <p:cNvSpPr>
            <a:spLocks noGrp="1"/>
          </p:cNvSpPr>
          <p:nvPr>
            <p:ph type="title"/>
          </p:nvPr>
        </p:nvSpPr>
        <p:spPr/>
        <p:txBody>
          <a:bodyPr>
            <a:normAutofit/>
          </a:bodyPr>
          <a:lstStyle/>
          <a:p>
            <a:r>
              <a:rPr lang="th-TH" dirty="0"/>
              <a:t>From Laptop to Cloud: เลือก Runtime ให้ตรงงาน</a:t>
            </a:r>
          </a:p>
        </p:txBody>
      </p:sp>
      <p:sp>
        <p:nvSpPr>
          <p:cNvPr id="104" name="Shape 104"/>
          <p:cNvSpPr/>
          <p:nvPr/>
        </p:nvSpPr>
        <p:spPr>
          <a:xfrm>
            <a:off x="841248" y="1600200"/>
            <a:ext cx="1691640" cy="438912"/>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350" b="1" i="0" dirty="0">
                <a:solidFill>
                  <a:srgbClr val="FFFFFF"/>
                </a:solidFill>
              </a:rPr>
              <a:t>เรื่อง</a:t>
            </a:r>
          </a:p>
        </p:txBody>
      </p:sp>
      <p:sp>
        <p:nvSpPr>
          <p:cNvPr id="105" name="Shape 105"/>
          <p:cNvSpPr/>
          <p:nvPr/>
        </p:nvSpPr>
        <p:spPr>
          <a:xfrm>
            <a:off x="2578608" y="1600200"/>
            <a:ext cx="2834640" cy="438912"/>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350" b="1" i="0" dirty="0">
                <a:solidFill>
                  <a:srgbClr val="FFFFFF"/>
                </a:solidFill>
              </a:rPr>
              <a:t>Claude Code (CLI)</a:t>
            </a:r>
          </a:p>
        </p:txBody>
      </p:sp>
      <p:sp>
        <p:nvSpPr>
          <p:cNvPr id="106" name="Shape 106"/>
          <p:cNvSpPr/>
          <p:nvPr/>
        </p:nvSpPr>
        <p:spPr>
          <a:xfrm>
            <a:off x="5458968" y="1600200"/>
            <a:ext cx="2834640" cy="438912"/>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350" b="1" i="0" dirty="0">
                <a:solidFill>
                  <a:srgbClr val="FFFFFF"/>
                </a:solidFill>
              </a:rPr>
              <a:t>Claude Agent SDK</a:t>
            </a:r>
          </a:p>
        </p:txBody>
      </p:sp>
      <p:sp>
        <p:nvSpPr>
          <p:cNvPr id="200" name="Shape 200"/>
          <p:cNvSpPr/>
          <p:nvPr/>
        </p:nvSpPr>
        <p:spPr>
          <a:xfrm>
            <a:off x="8339327" y="1600200"/>
            <a:ext cx="3017520" cy="438912"/>
          </a:xfrm>
          <a:prstGeom prst="rect">
            <a:avLst/>
          </a:prstGeom>
          <a:solidFill>
            <a:srgbClr val="005CFF"/>
          </a:solidFill>
          <a:ln>
            <a:noFill/>
          </a:ln>
        </p:spPr>
        <p:txBody>
          <a:bodyPr wrap="square" lIns="137160" tIns="73152" rIns="137160" bIns="73152" anchor="ctr">
            <a:normAutofit/>
          </a:bodyPr>
          <a:lstStyle/>
          <a:p>
            <a:pPr marL="0" indent="0" algn="l">
              <a:spcBef>
                <a:spcPts val="0"/>
              </a:spcBef>
              <a:buNone/>
            </a:pPr>
            <a:r>
              <a:rPr lang="th-TH" sz="1350" b="1" i="0" dirty="0">
                <a:solidFill>
                  <a:srgbClr val="FFFFFF"/>
                </a:solidFill>
              </a:rPr>
              <a:t>Claude Managed Agents (beta)</a:t>
            </a:r>
          </a:p>
        </p:txBody>
      </p:sp>
      <p:sp>
        <p:nvSpPr>
          <p:cNvPr id="107" name="Shape 107"/>
          <p:cNvSpPr/>
          <p:nvPr/>
        </p:nvSpPr>
        <p:spPr>
          <a:xfrm>
            <a:off x="841248" y="2084831"/>
            <a:ext cx="1691640" cy="60350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1" i="0" dirty="0">
                <a:solidFill>
                  <a:srgbClr val="0D1B2A"/>
                </a:solidFill>
              </a:rPr>
              <a:t>Runtime</a:t>
            </a:r>
          </a:p>
        </p:txBody>
      </p:sp>
      <p:sp>
        <p:nvSpPr>
          <p:cNvPr id="108" name="Shape 108"/>
          <p:cNvSpPr/>
          <p:nvPr/>
        </p:nvSpPr>
        <p:spPr>
          <a:xfrm>
            <a:off x="2578608" y="2084831"/>
            <a:ext cx="2834640" cy="60350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เครื่องเรา · terminal / IDE</a:t>
            </a:r>
          </a:p>
        </p:txBody>
      </p:sp>
      <p:sp>
        <p:nvSpPr>
          <p:cNvPr id="109" name="Shape 109"/>
          <p:cNvSpPr/>
          <p:nvPr/>
        </p:nvSpPr>
        <p:spPr>
          <a:xfrm>
            <a:off x="5458968" y="2084831"/>
            <a:ext cx="2834640" cy="60350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process ของเราเอง (Python / TypeScript)</a:t>
            </a:r>
          </a:p>
        </p:txBody>
      </p:sp>
      <p:sp>
        <p:nvSpPr>
          <p:cNvPr id="201" name="Shape 201"/>
          <p:cNvSpPr/>
          <p:nvPr/>
        </p:nvSpPr>
        <p:spPr>
          <a:xfrm>
            <a:off x="8339327" y="2084831"/>
            <a:ext cx="3017520" cy="60350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cloud sandbox ของ Anthropic หรือ self-hosted sandbox</a:t>
            </a:r>
          </a:p>
        </p:txBody>
      </p:sp>
      <p:sp>
        <p:nvSpPr>
          <p:cNvPr id="110" name="Shape 110"/>
          <p:cNvSpPr/>
          <p:nvPr/>
        </p:nvSpPr>
        <p:spPr>
          <a:xfrm>
            <a:off x="841248" y="2724911"/>
            <a:ext cx="1691640" cy="60350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1" i="0" dirty="0">
                <a:solidFill>
                  <a:srgbClr val="0D1B2A"/>
                </a:solidFill>
              </a:rPr>
              <a:t>เหมาะกับใคร</a:t>
            </a:r>
          </a:p>
        </p:txBody>
      </p:sp>
      <p:sp>
        <p:nvSpPr>
          <p:cNvPr id="111" name="Shape 111"/>
          <p:cNvSpPr/>
          <p:nvPr/>
        </p:nvSpPr>
        <p:spPr>
          <a:xfrm>
            <a:off x="2578608" y="2724911"/>
            <a:ext cx="2834640" cy="60350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dev ทำงาน interactive / one-off task</a:t>
            </a:r>
          </a:p>
        </p:txBody>
      </p:sp>
      <p:sp>
        <p:nvSpPr>
          <p:cNvPr id="112" name="Shape 112"/>
          <p:cNvSpPr/>
          <p:nvPr/>
        </p:nvSpPr>
        <p:spPr>
          <a:xfrm>
            <a:off x="5458968" y="2724911"/>
            <a:ext cx="2834640" cy="60350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ทีมที่ฝัง agent loop ของ Claude Code ในแอป / CI</a:t>
            </a:r>
          </a:p>
        </p:txBody>
      </p:sp>
      <p:sp>
        <p:nvSpPr>
          <p:cNvPr id="202" name="Shape 202"/>
          <p:cNvSpPr/>
          <p:nvPr/>
        </p:nvSpPr>
        <p:spPr>
          <a:xfrm>
            <a:off x="8339327" y="2724911"/>
            <a:ext cx="3017520" cy="60350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งานยาว async ที่ไม่อยากสร้าง loop + sandbox เอง</a:t>
            </a:r>
          </a:p>
        </p:txBody>
      </p:sp>
      <p:sp>
        <p:nvSpPr>
          <p:cNvPr id="113" name="Shape 113"/>
          <p:cNvSpPr/>
          <p:nvPr/>
        </p:nvSpPr>
        <p:spPr>
          <a:xfrm>
            <a:off x="841248" y="3364991"/>
            <a:ext cx="1691640" cy="60350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1" i="0" dirty="0">
                <a:solidFill>
                  <a:srgbClr val="0D1B2A"/>
                </a:solidFill>
              </a:rPr>
              <a:t>State / Sessions</a:t>
            </a:r>
          </a:p>
        </p:txBody>
      </p:sp>
      <p:sp>
        <p:nvSpPr>
          <p:cNvPr id="114" name="Shape 114"/>
          <p:cNvSpPr/>
          <p:nvPr/>
        </p:nvSpPr>
        <p:spPr>
          <a:xfrm>
            <a:off x="2578608" y="3364991"/>
            <a:ext cx="2834640" cy="60350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session บนเครื่อง · resume ได้</a:t>
            </a:r>
          </a:p>
        </p:txBody>
      </p:sp>
      <p:sp>
        <p:nvSpPr>
          <p:cNvPr id="115" name="Shape 115"/>
          <p:cNvSpPr/>
          <p:nvPr/>
        </p:nvSpPr>
        <p:spPr>
          <a:xfrm>
            <a:off x="5458968" y="3364991"/>
            <a:ext cx="2834640" cy="60350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sessions: resume / fork ได้</a:t>
            </a:r>
          </a:p>
        </p:txBody>
      </p:sp>
      <p:sp>
        <p:nvSpPr>
          <p:cNvPr id="203" name="Shape 203"/>
          <p:cNvSpPr/>
          <p:nvPr/>
        </p:nvSpPr>
        <p:spPr>
          <a:xfrm>
            <a:off x="8339327" y="3364991"/>
            <a:ext cx="3017520" cy="60350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stateful ฝั่ง server (history + sandbox) · ยังไม่รองรับ ZDR / HIPAA BAA</a:t>
            </a:r>
          </a:p>
        </p:txBody>
      </p:sp>
      <p:sp>
        <p:nvSpPr>
          <p:cNvPr id="116" name="Shape 116"/>
          <p:cNvSpPr/>
          <p:nvPr/>
        </p:nvSpPr>
        <p:spPr>
          <a:xfrm>
            <a:off x="841248" y="4005071"/>
            <a:ext cx="1691640" cy="60350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1" i="0" dirty="0">
                <a:solidFill>
                  <a:srgbClr val="0D1B2A"/>
                </a:solidFill>
              </a:rPr>
              <a:t>Tools / MCP</a:t>
            </a:r>
          </a:p>
        </p:txBody>
      </p:sp>
      <p:sp>
        <p:nvSpPr>
          <p:cNvPr id="117" name="Shape 117"/>
          <p:cNvSpPr/>
          <p:nvPr/>
        </p:nvSpPr>
        <p:spPr>
          <a:xfrm>
            <a:off x="2578608" y="4005071"/>
            <a:ext cx="2834640" cy="60350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built-in tools + MCP + hooks + subagents</a:t>
            </a:r>
          </a:p>
        </p:txBody>
      </p:sp>
      <p:sp>
        <p:nvSpPr>
          <p:cNvPr id="118" name="Shape 118"/>
          <p:cNvSpPr/>
          <p:nvPr/>
        </p:nvSpPr>
        <p:spPr>
          <a:xfrm>
            <a:off x="5458968" y="4005071"/>
            <a:ext cx="2834640" cy="60350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ชุดเดียวกับ Claude Code: tools, hooks, subagents, MCP</a:t>
            </a:r>
          </a:p>
        </p:txBody>
      </p:sp>
      <p:sp>
        <p:nvSpPr>
          <p:cNvPr id="204" name="Shape 204"/>
          <p:cNvSpPr/>
          <p:nvPr/>
        </p:nvSpPr>
        <p:spPr>
          <a:xfrm>
            <a:off x="8339327" y="4005071"/>
            <a:ext cx="3017520" cy="60350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Bash, file ops, web search/fetch + MCP · permission policy</a:t>
            </a:r>
          </a:p>
        </p:txBody>
      </p:sp>
      <p:sp>
        <p:nvSpPr>
          <p:cNvPr id="119" name="Shape 119"/>
          <p:cNvSpPr/>
          <p:nvPr/>
        </p:nvSpPr>
        <p:spPr>
          <a:xfrm>
            <a:off x="841248" y="4645152"/>
            <a:ext cx="1691640" cy="60350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1" i="0" dirty="0">
                <a:solidFill>
                  <a:srgbClr val="0D1B2A"/>
                </a:solidFill>
              </a:rPr>
              <a:t>Cost</a:t>
            </a:r>
          </a:p>
        </p:txBody>
      </p:sp>
      <p:sp>
        <p:nvSpPr>
          <p:cNvPr id="120" name="Shape 120"/>
          <p:cNvSpPr/>
          <p:nvPr/>
        </p:nvSpPr>
        <p:spPr>
          <a:xfrm>
            <a:off x="2578608" y="4645152"/>
            <a:ext cx="2834640" cy="60350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subscription Pro / Max / Team / Enterprise หรือ Console (API)</a:t>
            </a:r>
          </a:p>
        </p:txBody>
      </p:sp>
      <p:sp>
        <p:nvSpPr>
          <p:cNvPr id="121" name="Shape 121"/>
          <p:cNvSpPr/>
          <p:nvPr/>
        </p:nvSpPr>
        <p:spPr>
          <a:xfrm>
            <a:off x="5458968" y="4645152"/>
            <a:ext cx="2834640" cy="60350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API key · จ่ายตาม tokens (pay-as-you-go)</a:t>
            </a:r>
          </a:p>
        </p:txBody>
      </p:sp>
      <p:sp>
        <p:nvSpPr>
          <p:cNvPr id="205" name="Shape 205"/>
          <p:cNvSpPr/>
          <p:nvPr/>
        </p:nvSpPr>
        <p:spPr>
          <a:xfrm>
            <a:off x="8339327" y="4645152"/>
            <a:ext cx="3017520" cy="603504"/>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tokens + $0.08 / session-hour เฉพาะตอน running</a:t>
            </a:r>
          </a:p>
        </p:txBody>
      </p:sp>
      <p:sp>
        <p:nvSpPr>
          <p:cNvPr id="122" name="Shape 122"/>
          <p:cNvSpPr/>
          <p:nvPr/>
        </p:nvSpPr>
        <p:spPr>
          <a:xfrm>
            <a:off x="841248" y="5285231"/>
            <a:ext cx="1691640" cy="603504"/>
          </a:xfrm>
          <a:prstGeom prst="rect">
            <a:avLst/>
          </a:prstGeom>
          <a:solidFill>
            <a:srgbClr val="EAF2FF"/>
          </a:solidFill>
          <a:ln w="12700">
            <a:solidFill>
              <a:srgbClr val="DCE6F5"/>
            </a:solidFill>
          </a:ln>
        </p:spPr>
        <p:txBody>
          <a:bodyPr wrap="square" lIns="137160" tIns="73152" rIns="137160" bIns="73152" anchor="ctr">
            <a:normAutofit/>
          </a:bodyPr>
          <a:lstStyle/>
          <a:p>
            <a:pPr marL="0" indent="0" algn="l">
              <a:spcBef>
                <a:spcPts val="0"/>
              </a:spcBef>
              <a:buNone/>
            </a:pPr>
            <a:r>
              <a:rPr lang="th-TH" sz="1250" b="1" i="0" dirty="0">
                <a:solidFill>
                  <a:srgbClr val="0D1B2A"/>
                </a:solidFill>
              </a:rPr>
              <a:t>ใช้เมื่อไร</a:t>
            </a:r>
          </a:p>
        </p:txBody>
      </p:sp>
      <p:sp>
        <p:nvSpPr>
          <p:cNvPr id="123" name="Shape 123"/>
          <p:cNvSpPr/>
          <p:nvPr/>
        </p:nvSpPr>
        <p:spPr>
          <a:xfrm>
            <a:off x="2578608" y="5285231"/>
            <a:ext cx="2834640" cy="60350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เรียน + พัฒนาใน L2 (วันนี้)</a:t>
            </a:r>
          </a:p>
        </p:txBody>
      </p:sp>
      <p:sp>
        <p:nvSpPr>
          <p:cNvPr id="124" name="Shape 124"/>
          <p:cNvSpPr/>
          <p:nvPr/>
        </p:nvSpPr>
        <p:spPr>
          <a:xfrm>
            <a:off x="5458968" y="5285231"/>
            <a:ext cx="2834640" cy="60350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เอา agent เข้า product / pipeline</a:t>
            </a:r>
          </a:p>
        </p:txBody>
      </p:sp>
      <p:sp>
        <p:nvSpPr>
          <p:cNvPr id="206" name="Shape 206"/>
          <p:cNvSpPr/>
          <p:nvPr/>
        </p:nvSpPr>
        <p:spPr>
          <a:xfrm>
            <a:off x="8339327" y="5285231"/>
            <a:ext cx="3017520" cy="603504"/>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production agent บน cloud · scheduled runs</a:t>
            </a:r>
          </a:p>
        </p:txBody>
      </p:sp>
    </p:spTree>
    <p:extLst>
      <p:ext uri="{BB962C8B-B14F-4D97-AF65-F5344CB8AC3E}">
        <p14:creationId xmlns:p14="http://schemas.microsoft.com/office/powerpoint/2010/main" val="162685834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Production Pre-flight Checklist: ติ๊กให้ครบก่อนกด Enter</a:t>
            </a:r>
          </a:p>
        </p:txBody>
      </p:sp>
      <p:sp>
        <p:nvSpPr>
          <p:cNvPr id="3" name="Content Placeholder 2"/>
          <p:cNvSpPr>
            <a:spLocks noGrp="1"/>
          </p:cNvSpPr>
          <p:nvPr>
            <p:ph sz="quarter" idx="12"/>
          </p:nvPr>
        </p:nvSpPr>
        <p:spPr/>
        <p:txBody>
          <a:bodyPr/>
          <a:lstStyle/>
          <a:p>
            <a:pPr marL="0" indent="0" algn="l">
              <a:spcBef>
                <a:spcPts val="0"/>
              </a:spcBef>
              <a:buNone/>
            </a:pPr>
            <a:r>
              <a:rPr lang="th-TH" sz="1500" b="1" i="0" dirty="0">
                <a:solidFill>
                  <a:srgbClr val="005CFF"/>
                </a:solidFill>
              </a:rPr>
              <a:t>1. </a:t>
            </a:r>
            <a:r>
              <a:rPr lang="th-TH" sz="1500" b="1" i="0" dirty="0">
                <a:solidFill>
                  <a:srgbClr val="0D1B2A"/>
                </a:solidFill>
              </a:rPr>
              <a:t>เปิด Claude จาก sandbox/sales-insight</a:t>
            </a:r>
            <a:r>
              <a:rPr lang="th-TH" sz="1350" b="0" i="0" dirty="0">
                <a:solidFill>
                  <a:srgbClr val="4C5B6B"/>
                </a:solidFill>
              </a:rPr>
              <a:t>  — ขอบเขตของเอเจนต์</a:t>
            </a:r>
          </a:p>
          <a:p>
            <a:pPr marL="0" indent="0" algn="l">
              <a:spcBef>
                <a:spcPts val="0"/>
              </a:spcBef>
              <a:buNone/>
            </a:pPr>
            <a:r>
              <a:rPr lang="th-TH" sz="1500" b="1" i="0" dirty="0">
                <a:solidFill>
                  <a:srgbClr val="005CFF"/>
                </a:solidFill>
              </a:rPr>
              <a:t>2. </a:t>
            </a:r>
            <a:r>
              <a:rPr lang="th-TH" sz="1500" b="1" i="0" dirty="0">
                <a:solidFill>
                  <a:srgbClr val="0D1B2A"/>
                </a:solidFill>
              </a:rPr>
              <a:t>quality gate exit 0</a:t>
            </a:r>
            <a:r>
              <a:rPr lang="th-TH" sz="1350" b="0" i="0" dirty="0">
                <a:solidFill>
                  <a:srgbClr val="4C5B6B"/>
                </a:solidFill>
              </a:rPr>
              <a:t>  — ของเสียไม่ขึ้นของจริง</a:t>
            </a:r>
          </a:p>
          <a:p>
            <a:pPr marL="0" indent="0" algn="l">
              <a:spcBef>
                <a:spcPts val="0"/>
              </a:spcBef>
              <a:buNone/>
            </a:pPr>
            <a:r>
              <a:rPr lang="th-TH" sz="1500" b="1" i="0" dirty="0">
                <a:solidFill>
                  <a:srgbClr val="005CFF"/>
                </a:solidFill>
              </a:rPr>
              <a:t>3. </a:t>
            </a:r>
            <a:r>
              <a:rPr lang="th-TH" sz="1500" b="1" i="0" dirty="0">
                <a:solidFill>
                  <a:srgbClr val="0D1B2A"/>
                </a:solidFill>
              </a:rPr>
              <a:t>ไม่มี sk- ใน /api/health</a:t>
            </a:r>
            <a:r>
              <a:rPr lang="th-TH" sz="1350" b="0" i="0" dirty="0">
                <a:solidFill>
                  <a:srgbClr val="4C5B6B"/>
                </a:solidFill>
              </a:rPr>
              <a:t>  — ไม่ส่งค่าตัวอย่างออกไป</a:t>
            </a:r>
          </a:p>
          <a:p>
            <a:pPr marL="0" indent="0" algn="l">
              <a:spcBef>
                <a:spcPts val="0"/>
              </a:spcBef>
              <a:buNone/>
            </a:pPr>
            <a:r>
              <a:rPr lang="th-TH" sz="1500" b="1" i="0" dirty="0">
                <a:solidFill>
                  <a:srgbClr val="005CFF"/>
                </a:solidFill>
              </a:rPr>
              <a:t>4. </a:t>
            </a:r>
            <a:r>
              <a:rPr lang="th-TH" sz="1500" b="1" i="0" dirty="0">
                <a:solidFill>
                  <a:srgbClr val="0D1B2A"/>
                </a:solidFill>
              </a:rPr>
              <a:t>ANTHROPIC_API_KEY ว่าง</a:t>
            </a:r>
            <a:r>
              <a:rPr lang="th-TH" sz="1350" b="0" i="0" dirty="0">
                <a:solidFill>
                  <a:srgbClr val="4C5B6B"/>
                </a:solidFill>
              </a:rPr>
              <a:t>  — ไม่หลุดไปคิดเงินรายครั้ง</a:t>
            </a:r>
          </a:p>
          <a:p>
            <a:pPr marL="0" indent="0" algn="l">
              <a:spcBef>
                <a:spcPts val="0"/>
              </a:spcBef>
              <a:buNone/>
            </a:pPr>
            <a:r>
              <a:rPr lang="th-TH" sz="1500" b="1" i="0" dirty="0">
                <a:solidFill>
                  <a:srgbClr val="005CFF"/>
                </a:solidFill>
              </a:rPr>
              <a:t>5. </a:t>
            </a:r>
            <a:r>
              <a:rPr lang="th-TH" sz="1500" b="1" i="0" dirty="0">
                <a:solidFill>
                  <a:srgbClr val="0D1B2A"/>
                </a:solidFill>
              </a:rPr>
              <a:t>เซิร์ฟเวอร์ในเครื่องถูกปิดแล้ว</a:t>
            </a:r>
            <a:r>
              <a:rPr lang="th-TH" sz="1350" b="0" i="0" dirty="0">
                <a:solidFill>
                  <a:srgbClr val="4C5B6B"/>
                </a:solidFill>
              </a:rPr>
              <a:t>  — quality gate ไม่เจอ port busy</a:t>
            </a:r>
          </a:p>
          <a:p>
            <a:pPr marL="0" indent="0" algn="l">
              <a:spcBef>
                <a:spcPts val="0"/>
              </a:spcBef>
              <a:buNone/>
            </a:pPr>
            <a:r>
              <a:rPr lang="th-TH" sz="1500" b="1" i="0" dirty="0">
                <a:solidFill>
                  <a:srgbClr val="005CFF"/>
                </a:solidFill>
              </a:rPr>
              <a:t>6. </a:t>
            </a:r>
            <a:r>
              <a:rPr lang="th-TH" sz="1500" b="1" i="0" dirty="0">
                <a:solidFill>
                  <a:srgbClr val="0D1B2A"/>
                </a:solidFill>
              </a:rPr>
              <a:t>รู้ว่าจะหยุดเมื่อเอเจนต์วน</a:t>
            </a:r>
            <a:r>
              <a:rPr lang="th-TH" sz="1350" b="0" i="0" dirty="0">
                <a:solidFill>
                  <a:srgbClr val="4C5B6B"/>
                </a:solidFill>
              </a:rPr>
              <a:t>  — มีคนดูอยู่</a:t>
            </a:r>
          </a:p>
          <a:p>
            <a:pPr marL="0" indent="0" algn="l">
              <a:spcBef>
                <a:spcPts val="0"/>
              </a:spcBef>
              <a:buNone/>
            </a:pPr>
            <a:r>
              <a:rPr lang="th-TH" sz="1500" b="1" i="0" dirty="0">
                <a:solidFill>
                  <a:srgbClr val="005CFF"/>
                </a:solidFill>
              </a:rPr>
              <a:t>7. </a:t>
            </a:r>
            <a:r>
              <a:rPr lang="th-TH" sz="1500" b="1" i="0" dirty="0">
                <a:solidFill>
                  <a:srgbClr val="0D1B2A"/>
                </a:solidFill>
              </a:rPr>
              <a:t>บัญชี Vercel ล็อกอินแล้ว</a:t>
            </a:r>
            <a:r>
              <a:rPr lang="th-TH" sz="1350" b="0" i="0" dirty="0">
                <a:solidFill>
                  <a:srgbClr val="4C5B6B"/>
                </a:solidFill>
              </a:rPr>
              <a:t>  — ไม่ไปสมัครกลางแล็บ</a:t>
            </a:r>
          </a:p>
          <a:p>
            <a:pPr marL="0" indent="0" algn="l">
              <a:spcBef>
                <a:spcPts val="0"/>
              </a:spcBef>
              <a:buNone/>
            </a:pPr>
            <a:r>
              <a:rPr lang="th-TH" sz="1500" b="1" i="0" dirty="0">
                <a:solidFill>
                  <a:srgbClr val="005CFF"/>
                </a:solidFill>
              </a:rPr>
              <a:t>เสริมจากผู้สอน: </a:t>
            </a:r>
            <a:r>
              <a:rPr lang="th-TH" sz="1350" b="0" i="0" dirty="0">
                <a:solidFill>
                  <a:srgbClr val="4C5B6B"/>
                </a:solidFill>
              </a:rPr>
              <a:t>git สะอาด + commit ล่าสุด ย้อนได้ · allowedTools น้อยที่สุด · งบ token (ทีม ~15×)</a:t>
            </a:r>
          </a:p>
        </p:txBody>
      </p:sp>
    </p:spTree>
    <p:extLst>
      <p:ext uri="{BB962C8B-B14F-4D97-AF65-F5344CB8AC3E}">
        <p14:creationId xmlns:p14="http://schemas.microsoft.com/office/powerpoint/2010/main" val="357090672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05CA9B4-3585-FD89-9A37-67CA18EBCC06}"/>
              </a:ext>
            </a:extLst>
          </p:cNvPr>
          <p:cNvSpPr>
            <a:spLocks noGrp="1"/>
          </p:cNvSpPr>
          <p:nvPr>
            <p:ph type="ftr" sz="quarter" idx="3"/>
          </p:nvPr>
        </p:nvSpPr>
        <p:spPr/>
        <p:txBody>
          <a:bodyPr/>
          <a:lstStyle/>
          <a:p>
            <a:r>
              <a:rPr lang="en-US"/>
              <a:t>Copyright © 2026 9Expert Co., Ltd. All rights reserved.</a:t>
            </a:r>
            <a:endParaRPr lang="en-TH"/>
          </a:p>
        </p:txBody>
      </p:sp>
      <p:sp>
        <p:nvSpPr>
          <p:cNvPr id="3" name="Slide Number Placeholder 2">
            <a:extLst>
              <a:ext uri="{FF2B5EF4-FFF2-40B4-BE49-F238E27FC236}">
                <a16:creationId xmlns:a16="http://schemas.microsoft.com/office/drawing/2014/main" id="{DEB70693-E99D-1FB1-A707-391404D038E7}"/>
              </a:ext>
            </a:extLst>
          </p:cNvPr>
          <p:cNvSpPr>
            <a:spLocks noGrp="1"/>
          </p:cNvSpPr>
          <p:nvPr>
            <p:ph type="sldNum" sz="quarter" idx="4"/>
          </p:nvPr>
        </p:nvSpPr>
        <p:spPr/>
        <p:txBody>
          <a:bodyPr/>
          <a:lstStyle/>
          <a:p>
            <a:fld id="{7B973119-0BF9-7444-941C-BCE2AFE6BE2E}" type="slidenum">
              <a:rPr lang="en-TH" smtClean="0"/>
              <a:t>91</a:t>
            </a:fld>
            <a:endParaRPr lang="en-TH"/>
          </a:p>
        </p:txBody>
      </p:sp>
      <p:sp>
        <p:nvSpPr>
          <p:cNvPr id="104" name="Title 1"/>
          <p:cNvSpPr>
            <a:spLocks noGrp="1"/>
          </p:cNvSpPr>
          <p:nvPr>
            <p:ph type="title"/>
          </p:nvPr>
        </p:nvSpPr>
        <p:spPr/>
        <p:txBody>
          <a:bodyPr>
            <a:normAutofit/>
          </a:bodyPr>
          <a:lstStyle/>
          <a:p>
            <a:r>
              <a:rPr lang="th-TH" dirty="0"/>
              <a:t>Pre-flight Eval: วัดทั้งผลและเส้นทาง + กัน Prompt Injection</a:t>
            </a:r>
          </a:p>
        </p:txBody>
      </p:sp>
      <p:sp>
        <p:nvSpPr>
          <p:cNvPr id="105" name="Shape 105"/>
          <p:cNvSpPr/>
          <p:nvPr/>
        </p:nvSpPr>
        <p:spPr>
          <a:xfrm>
            <a:off x="841248" y="1645920"/>
            <a:ext cx="3291840" cy="416052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06" name="Shape 106"/>
          <p:cNvSpPr/>
          <p:nvPr/>
        </p:nvSpPr>
        <p:spPr>
          <a:xfrm>
            <a:off x="2029968" y="1828800"/>
            <a:ext cx="914400" cy="91440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2600" b="0" i="0" dirty="0">
                <a:solidFill>
                  <a:srgbClr val="FFFFFF"/>
                </a:solidFill>
              </a:rPr>
              <a:t>🎯</a:t>
            </a:r>
          </a:p>
        </p:txBody>
      </p:sp>
      <p:sp>
        <p:nvSpPr>
          <p:cNvPr id="107" name="Shape 107"/>
          <p:cNvSpPr/>
          <p:nvPr/>
        </p:nvSpPr>
        <p:spPr>
          <a:xfrm>
            <a:off x="1024128" y="2834640"/>
            <a:ext cx="2926080" cy="2377440"/>
          </a:xfrm>
          <a:prstGeom prst="rect">
            <a:avLst/>
          </a:prstGeom>
          <a:noFill/>
          <a:ln>
            <a:noFill/>
          </a:ln>
        </p:spPr>
        <p:txBody>
          <a:bodyPr wrap="square" lIns="0" tIns="0" rIns="0" bIns="0" anchor="t">
            <a:normAutofit/>
          </a:bodyPr>
          <a:lstStyle/>
          <a:p>
            <a:pPr marL="0" indent="0" algn="ctr">
              <a:spcBef>
                <a:spcPts val="0"/>
              </a:spcBef>
              <a:buNone/>
            </a:pPr>
            <a:r>
              <a:rPr lang="th-TH" sz="1900" b="1" i="0" dirty="0">
                <a:solidFill>
                  <a:srgbClr val="005CFF"/>
                </a:solidFill>
              </a:rPr>
              <a:t>Outcome + Trajectory</a:t>
            </a:r>
          </a:p>
          <a:p>
            <a:pPr marL="0" indent="0" algn="ctr">
              <a:spcBef>
                <a:spcPts val="600"/>
              </a:spcBef>
              <a:buNone/>
            </a:pPr>
            <a:r>
              <a:rPr lang="th-TH" sz="1300" b="0" i="0" dirty="0">
                <a:solidFill>
                  <a:srgbClr val="0D1B2A"/>
                </a:solidFill>
              </a:rPr>
              <a:t>ผลถูกอย่างเดียวไม่พอ: tool ถูกตัว? ลำดับสมเหตุผล? กู้ error ได้? หยุดถูกจังหวะ?</a:t>
            </a:r>
          </a:p>
          <a:p>
            <a:pPr marL="0" indent="0" algn="ctr">
              <a:spcBef>
                <a:spcPts val="600"/>
              </a:spcBef>
              <a:buNone/>
            </a:pPr>
            <a:r>
              <a:rPr lang="th-TH" sz="1250" b="1" i="0" dirty="0">
                <a:solidFill>
                  <a:srgbClr val="4C5B6B"/>
                </a:solidFill>
              </a:rPr>
              <a:t>จำไว้: </a:t>
            </a:r>
            <a:r>
              <a:rPr lang="th-TH" sz="1250" b="0" i="0" dirty="0">
                <a:solidFill>
                  <a:srgbClr val="4C5B6B"/>
                </a:solidFill>
              </a:rPr>
              <a:t>ทางที่อันตรายแต่ได้คำตอบถูก ยังนับว่าพลาด</a:t>
            </a:r>
          </a:p>
        </p:txBody>
      </p:sp>
      <p:sp>
        <p:nvSpPr>
          <p:cNvPr id="108" name="Shape 108"/>
          <p:cNvSpPr/>
          <p:nvPr/>
        </p:nvSpPr>
        <p:spPr>
          <a:xfrm>
            <a:off x="1618488" y="5257800"/>
            <a:ext cx="1737360" cy="384048"/>
          </a:xfrm>
          <a:prstGeom prst="roundRect">
            <a:avLst>
              <a:gd name="adj" fmla="val 50000"/>
            </a:avLst>
          </a:prstGeom>
          <a:solidFill>
            <a:srgbClr val="005CFF"/>
          </a:solidFill>
          <a:ln>
            <a:noFill/>
          </a:ln>
        </p:spPr>
        <p:txBody>
          <a:bodyPr wrap="square" lIns="45720" tIns="45720" rIns="45720" bIns="45720" anchor="ctr">
            <a:normAutofit lnSpcReduction="10000"/>
          </a:bodyPr>
          <a:lstStyle/>
          <a:p>
            <a:pPr marL="0" indent="0" algn="ctr">
              <a:spcBef>
                <a:spcPts val="0"/>
              </a:spcBef>
              <a:buNone/>
            </a:pPr>
            <a:r>
              <a:rPr lang="th-TH" sz="1200" b="1" i="0" dirty="0">
                <a:solidFill>
                  <a:srgbClr val="FFFFFF"/>
                </a:solidFill>
              </a:rPr>
              <a:t>ผล + ทาง</a:t>
            </a:r>
          </a:p>
        </p:txBody>
      </p:sp>
      <p:sp>
        <p:nvSpPr>
          <p:cNvPr id="109" name="Shape 109"/>
          <p:cNvSpPr/>
          <p:nvPr/>
        </p:nvSpPr>
        <p:spPr>
          <a:xfrm>
            <a:off x="4407408" y="1645920"/>
            <a:ext cx="3291840" cy="416052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0" name="Shape 110"/>
          <p:cNvSpPr/>
          <p:nvPr/>
        </p:nvSpPr>
        <p:spPr>
          <a:xfrm>
            <a:off x="5596128" y="1828800"/>
            <a:ext cx="914400" cy="914400"/>
          </a:xfrm>
          <a:prstGeom prst="ellipse">
            <a:avLst/>
          </a:prstGeom>
          <a:solidFill>
            <a:srgbClr val="0D1B2A"/>
          </a:solidFill>
          <a:ln>
            <a:noFill/>
          </a:ln>
        </p:spPr>
        <p:txBody>
          <a:bodyPr wrap="square" lIns="0" tIns="0" rIns="0" bIns="0" anchor="ctr">
            <a:normAutofit/>
          </a:bodyPr>
          <a:lstStyle/>
          <a:p>
            <a:pPr marL="0" indent="0" algn="ctr">
              <a:spcBef>
                <a:spcPts val="0"/>
              </a:spcBef>
              <a:buNone/>
            </a:pPr>
            <a:r>
              <a:rPr lang="th-TH" sz="2600" b="0" i="0" dirty="0">
                <a:solidFill>
                  <a:srgbClr val="FFFFFF"/>
                </a:solidFill>
              </a:rPr>
              <a:t>k</a:t>
            </a:r>
          </a:p>
        </p:txBody>
      </p:sp>
      <p:sp>
        <p:nvSpPr>
          <p:cNvPr id="111" name="Shape 111"/>
          <p:cNvSpPr/>
          <p:nvPr/>
        </p:nvSpPr>
        <p:spPr>
          <a:xfrm>
            <a:off x="4590288" y="2834640"/>
            <a:ext cx="2926080" cy="2377440"/>
          </a:xfrm>
          <a:prstGeom prst="rect">
            <a:avLst/>
          </a:prstGeom>
          <a:noFill/>
          <a:ln>
            <a:noFill/>
          </a:ln>
        </p:spPr>
        <p:txBody>
          <a:bodyPr wrap="square" lIns="0" tIns="0" rIns="0" bIns="0" anchor="t">
            <a:normAutofit/>
          </a:bodyPr>
          <a:lstStyle/>
          <a:p>
            <a:pPr marL="0" indent="0" algn="ctr">
              <a:spcBef>
                <a:spcPts val="0"/>
              </a:spcBef>
              <a:buNone/>
            </a:pPr>
            <a:r>
              <a:rPr lang="th-TH" sz="1900" b="1" i="0" dirty="0">
                <a:solidFill>
                  <a:srgbClr val="0D1B2A"/>
                </a:solidFill>
              </a:rPr>
              <a:t>pass@k vs pass^k</a:t>
            </a:r>
          </a:p>
          <a:p>
            <a:pPr marL="0" indent="0" algn="ctr">
              <a:spcBef>
                <a:spcPts val="600"/>
              </a:spcBef>
              <a:buNone/>
            </a:pPr>
            <a:r>
              <a:rPr lang="th-TH" sz="1300" b="0" i="0" dirty="0">
                <a:solidFill>
                  <a:srgbClr val="0D1B2A"/>
                </a:solidFill>
              </a:rPr>
              <a:t>Agent ไม่ deterministic → รันโจทย์เดิม k รอบ</a:t>
            </a:r>
          </a:p>
          <a:p>
            <a:pPr marL="0" indent="0" algn="ctr">
              <a:spcBef>
                <a:spcPts val="600"/>
              </a:spcBef>
              <a:buNone/>
            </a:pPr>
            <a:r>
              <a:rPr lang="th-TH" sz="1250" b="1" i="0" dirty="0">
                <a:solidFill>
                  <a:srgbClr val="4C5B6B"/>
                </a:solidFill>
              </a:rPr>
              <a:t>pass@k: </a:t>
            </a:r>
            <a:r>
              <a:rPr lang="th-TH" sz="1250" b="0" i="0" dirty="0">
                <a:solidFill>
                  <a:srgbClr val="4C5B6B"/>
                </a:solidFill>
              </a:rPr>
              <a:t>ผ่านอย่างน้อย 1 รอบ = ทำได้</a:t>
            </a:r>
          </a:p>
          <a:p>
            <a:pPr marL="0" indent="0" algn="ctr">
              <a:spcBef>
                <a:spcPts val="600"/>
              </a:spcBef>
              <a:buNone/>
            </a:pPr>
            <a:r>
              <a:rPr lang="th-TH" sz="1250" b="1" i="0" dirty="0">
                <a:solidFill>
                  <a:srgbClr val="4C5B6B"/>
                </a:solidFill>
              </a:rPr>
              <a:t>pass^k: </a:t>
            </a:r>
            <a:r>
              <a:rPr lang="th-TH" sz="1250" b="0" i="0" dirty="0">
                <a:solidFill>
                  <a:srgbClr val="4C5B6B"/>
                </a:solidFill>
              </a:rPr>
              <a:t>ผ่านครบทุกรอบ = ไว้ใจได้</a:t>
            </a:r>
          </a:p>
        </p:txBody>
      </p:sp>
      <p:sp>
        <p:nvSpPr>
          <p:cNvPr id="112" name="Shape 112"/>
          <p:cNvSpPr/>
          <p:nvPr/>
        </p:nvSpPr>
        <p:spPr>
          <a:xfrm>
            <a:off x="5184648" y="5257800"/>
            <a:ext cx="1737360" cy="384048"/>
          </a:xfrm>
          <a:prstGeom prst="roundRect">
            <a:avLst>
              <a:gd name="adj" fmla="val 50000"/>
            </a:avLst>
          </a:prstGeom>
          <a:solidFill>
            <a:srgbClr val="005CFF"/>
          </a:solidFill>
          <a:ln>
            <a:noFill/>
          </a:ln>
        </p:spPr>
        <p:txBody>
          <a:bodyPr wrap="square" lIns="45720" tIns="45720" rIns="45720" bIns="45720" anchor="ctr">
            <a:normAutofit lnSpcReduction="10000"/>
          </a:bodyPr>
          <a:lstStyle/>
          <a:p>
            <a:pPr marL="0" indent="0" algn="ctr">
              <a:spcBef>
                <a:spcPts val="0"/>
              </a:spcBef>
              <a:buNone/>
            </a:pPr>
            <a:r>
              <a:rPr lang="th-TH" sz="1200" b="1" i="0" dirty="0">
                <a:solidFill>
                  <a:srgbClr val="FFFFFF"/>
                </a:solidFill>
              </a:rPr>
              <a:t>ความสม่ำเสมอ</a:t>
            </a:r>
          </a:p>
        </p:txBody>
      </p:sp>
      <p:sp>
        <p:nvSpPr>
          <p:cNvPr id="113" name="Shape 113"/>
          <p:cNvSpPr/>
          <p:nvPr/>
        </p:nvSpPr>
        <p:spPr>
          <a:xfrm>
            <a:off x="7973568" y="1645920"/>
            <a:ext cx="3291840" cy="4160520"/>
          </a:xfrm>
          <a:prstGeom prst="roundRect">
            <a:avLst>
              <a:gd name="adj" fmla="val 6000"/>
            </a:avLst>
          </a:prstGeom>
          <a:solidFill>
            <a:srgbClr val="F3F7FD"/>
          </a:solidFill>
          <a:ln w="12700">
            <a:solidFill>
              <a:srgbClr val="DCE6F5"/>
            </a:solidFill>
          </a:ln>
        </p:spPr>
        <p:txBody>
          <a:bodyPr wrap="square" lIns="109728" tIns="73152" rIns="109728" bIns="73152" anchor="t">
            <a:normAutofit/>
          </a:bodyPr>
          <a:lstStyle/>
          <a:p>
            <a:endParaRPr lang="en-US" sz="1000"/>
          </a:p>
        </p:txBody>
      </p:sp>
      <p:sp>
        <p:nvSpPr>
          <p:cNvPr id="114" name="Shape 114"/>
          <p:cNvSpPr/>
          <p:nvPr/>
        </p:nvSpPr>
        <p:spPr>
          <a:xfrm>
            <a:off x="9162288" y="1828800"/>
            <a:ext cx="914400" cy="914400"/>
          </a:xfrm>
          <a:prstGeom prst="ellipse">
            <a:avLst/>
          </a:prstGeom>
          <a:solidFill>
            <a:srgbClr val="005CFF"/>
          </a:solidFill>
          <a:ln>
            <a:noFill/>
          </a:ln>
        </p:spPr>
        <p:txBody>
          <a:bodyPr wrap="square" lIns="0" tIns="0" rIns="0" bIns="0" anchor="ctr">
            <a:normAutofit/>
          </a:bodyPr>
          <a:lstStyle/>
          <a:p>
            <a:pPr marL="0" indent="0" algn="ctr">
              <a:spcBef>
                <a:spcPts val="0"/>
              </a:spcBef>
              <a:buNone/>
            </a:pPr>
            <a:r>
              <a:rPr lang="th-TH" sz="2600" b="0" i="0" dirty="0">
                <a:solidFill>
                  <a:srgbClr val="FFFFFF"/>
                </a:solidFill>
              </a:rPr>
              <a:t>!</a:t>
            </a:r>
          </a:p>
        </p:txBody>
      </p:sp>
      <p:sp>
        <p:nvSpPr>
          <p:cNvPr id="115" name="Shape 115"/>
          <p:cNvSpPr/>
          <p:nvPr/>
        </p:nvSpPr>
        <p:spPr>
          <a:xfrm>
            <a:off x="8156448" y="2834640"/>
            <a:ext cx="2926080" cy="2377440"/>
          </a:xfrm>
          <a:prstGeom prst="rect">
            <a:avLst/>
          </a:prstGeom>
          <a:noFill/>
          <a:ln>
            <a:noFill/>
          </a:ln>
        </p:spPr>
        <p:txBody>
          <a:bodyPr wrap="square" lIns="0" tIns="0" rIns="0" bIns="0" anchor="t">
            <a:normAutofit/>
          </a:bodyPr>
          <a:lstStyle/>
          <a:p>
            <a:pPr marL="0" indent="0" algn="ctr">
              <a:spcBef>
                <a:spcPts val="0"/>
              </a:spcBef>
              <a:buNone/>
            </a:pPr>
            <a:r>
              <a:rPr lang="th-TH" sz="1900" b="1" i="0" dirty="0">
                <a:solidFill>
                  <a:srgbClr val="005CFF"/>
                </a:solidFill>
              </a:rPr>
              <a:t>Indirect Injection</a:t>
            </a:r>
          </a:p>
          <a:p>
            <a:pPr marL="0" indent="0" algn="ctr">
              <a:spcBef>
                <a:spcPts val="600"/>
              </a:spcBef>
              <a:buNone/>
            </a:pPr>
            <a:r>
              <a:rPr lang="th-TH" sz="1300" b="0" i="0" dirty="0">
                <a:solidFill>
                  <a:srgbClr val="0D1B2A"/>
                </a:solidFill>
              </a:rPr>
              <a:t>คำสั่งแฝงในเว็บ ไฟล์ หรือผล tool/MCP = untrusted ไม่ใช่คำสั่ง</a:t>
            </a:r>
          </a:p>
          <a:p>
            <a:pPr marL="0" indent="0" algn="ctr">
              <a:spcBef>
                <a:spcPts val="600"/>
              </a:spcBef>
              <a:buNone/>
            </a:pPr>
            <a:r>
              <a:rPr lang="th-TH" sz="1250" b="1" i="0" dirty="0">
                <a:solidFill>
                  <a:srgbClr val="4C5B6B"/>
                </a:solidFill>
              </a:rPr>
              <a:t>เช็ก: </a:t>
            </a:r>
            <a:r>
              <a:rPr lang="th-TH" sz="1250" b="0" i="0" dirty="0">
                <a:solidFill>
                  <a:srgbClr val="4C5B6B"/>
                </a:solidFill>
              </a:rPr>
              <a:t>least privilege · approval gate ก่อน action เสี่ยง · ทดสอบด้วยหน้าเว็บที่ฝังคำสั่ง</a:t>
            </a:r>
          </a:p>
        </p:txBody>
      </p:sp>
      <p:sp>
        <p:nvSpPr>
          <p:cNvPr id="116" name="Shape 116"/>
          <p:cNvSpPr/>
          <p:nvPr/>
        </p:nvSpPr>
        <p:spPr>
          <a:xfrm>
            <a:off x="8750808" y="5257800"/>
            <a:ext cx="1737360" cy="384048"/>
          </a:xfrm>
          <a:prstGeom prst="roundRect">
            <a:avLst>
              <a:gd name="adj" fmla="val 50000"/>
            </a:avLst>
          </a:prstGeom>
          <a:solidFill>
            <a:srgbClr val="D92D20"/>
          </a:solidFill>
          <a:ln>
            <a:noFill/>
          </a:ln>
        </p:spPr>
        <p:txBody>
          <a:bodyPr wrap="square" lIns="45720" tIns="45720" rIns="45720" bIns="45720" anchor="ctr">
            <a:normAutofit lnSpcReduction="10000"/>
          </a:bodyPr>
          <a:lstStyle/>
          <a:p>
            <a:pPr marL="0" indent="0" algn="ctr">
              <a:spcBef>
                <a:spcPts val="0"/>
              </a:spcBef>
              <a:buNone/>
            </a:pPr>
            <a:r>
              <a:rPr lang="th-TH" sz="1200" b="1" i="0" dirty="0">
                <a:solidFill>
                  <a:srgbClr val="FFFFFF"/>
                </a:solidFill>
              </a:rPr>
              <a:t>untrusted input</a:t>
            </a:r>
          </a:p>
        </p:txBody>
      </p:sp>
      <p:sp>
        <p:nvSpPr>
          <p:cNvPr id="117" name="Shape 117"/>
          <p:cNvSpPr/>
          <p:nvPr/>
        </p:nvSpPr>
        <p:spPr>
          <a:xfrm>
            <a:off x="841248" y="5833872"/>
            <a:ext cx="10515600" cy="274320"/>
          </a:xfrm>
          <a:prstGeom prst="rect">
            <a:avLst/>
          </a:prstGeom>
          <a:noFill/>
          <a:ln>
            <a:noFill/>
          </a:ln>
        </p:spPr>
        <p:txBody>
          <a:bodyPr wrap="square" lIns="0" tIns="0" rIns="0" bIns="0" anchor="t">
            <a:normAutofit/>
          </a:bodyPr>
          <a:lstStyle/>
          <a:p>
            <a:pPr marL="0" indent="0" algn="ctr">
              <a:spcBef>
                <a:spcPts val="0"/>
              </a:spcBef>
              <a:buNone/>
            </a:pPr>
            <a:r>
              <a:rPr lang="th-TH" sz="1100" b="0" i="0" dirty="0">
                <a:solidFill>
                  <a:srgbClr val="4C5B6B"/>
                </a:solidFill>
              </a:rPr>
              <a:t>ระดับความน่าเชื่อถือที่ต้องการขึ้นกับความเสี่ยง — งานเสี่ยงสูง (เช่น deploy production) ต้องมี approval แม้ agent มั่นใจ</a:t>
            </a:r>
          </a:p>
        </p:txBody>
      </p:sp>
    </p:spTree>
    <p:extLst>
      <p:ext uri="{BB962C8B-B14F-4D97-AF65-F5344CB8AC3E}">
        <p14:creationId xmlns:p14="http://schemas.microsoft.com/office/powerpoint/2010/main" val="41867276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D1EBC54-7FDB-8BFA-4C1A-0B12F0DAD94C}"/>
              </a:ext>
            </a:extLst>
          </p:cNvPr>
          <p:cNvSpPr>
            <a:spLocks noGrp="1"/>
          </p:cNvSpPr>
          <p:nvPr>
            <p:ph type="ftr" sz="quarter" idx="3"/>
          </p:nvPr>
        </p:nvSpPr>
        <p:spPr/>
        <p:txBody>
          <a:bodyPr/>
          <a:lstStyle/>
          <a:p>
            <a:r>
              <a:rPr lang="th-TH" sz="1150" b="1" i="0" dirty="0">
                <a:solidFill>
                  <a:srgbClr val="0D1B2A"/>
                </a:solidFill>
              </a:rPr>
              <a:t>Copyright © 2026 9Expert Co., Ltd. All rights reserved.</a:t>
            </a:r>
            <a:endParaRPr lang="en-TH" dirty="0"/>
          </a:p>
        </p:txBody>
      </p:sp>
      <p:sp>
        <p:nvSpPr>
          <p:cNvPr id="103" name="Title 1"/>
          <p:cNvSpPr>
            <a:spLocks noGrp="1"/>
          </p:cNvSpPr>
          <p:nvPr>
            <p:ph type="title"/>
          </p:nvPr>
        </p:nvSpPr>
        <p:spPr/>
        <p:txBody>
          <a:bodyPr>
            <a:normAutofit/>
          </a:bodyPr>
          <a:lstStyle/>
          <a:p>
            <a:r>
              <a:rPr lang="th-TH" dirty="0"/>
              <a:t>Failure Modes ที่เจอจริง: อาการ → พบใน Lab → กันด้วย</a:t>
            </a:r>
          </a:p>
        </p:txBody>
      </p:sp>
      <p:sp>
        <p:nvSpPr>
          <p:cNvPr id="104" name="Shape 104"/>
          <p:cNvSpPr/>
          <p:nvPr/>
        </p:nvSpPr>
        <p:spPr>
          <a:xfrm>
            <a:off x="841248" y="1600200"/>
            <a:ext cx="4187952" cy="438912"/>
          </a:xfrm>
          <a:prstGeom prst="rect">
            <a:avLst/>
          </a:prstGeom>
          <a:solidFill>
            <a:srgbClr val="D92D20"/>
          </a:solidFill>
          <a:ln>
            <a:noFill/>
          </a:ln>
        </p:spPr>
        <p:txBody>
          <a:bodyPr wrap="square" lIns="137160" tIns="73152" rIns="137160" bIns="73152" anchor="ctr">
            <a:normAutofit/>
          </a:bodyPr>
          <a:lstStyle/>
          <a:p>
            <a:pPr marL="0" indent="0" algn="l">
              <a:spcBef>
                <a:spcPts val="0"/>
              </a:spcBef>
              <a:buNone/>
            </a:pPr>
            <a:r>
              <a:rPr lang="th-TH" sz="1350" b="1" i="0" dirty="0">
                <a:solidFill>
                  <a:srgbClr val="FFFFFF"/>
                </a:solidFill>
              </a:rPr>
              <a:t>อาการ</a:t>
            </a:r>
          </a:p>
        </p:txBody>
      </p:sp>
      <p:sp>
        <p:nvSpPr>
          <p:cNvPr id="105" name="Shape 105"/>
          <p:cNvSpPr/>
          <p:nvPr/>
        </p:nvSpPr>
        <p:spPr>
          <a:xfrm>
            <a:off x="5074920" y="1600200"/>
            <a:ext cx="2194560" cy="438912"/>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350" b="1" i="0" dirty="0">
                <a:solidFill>
                  <a:srgbClr val="FFFFFF"/>
                </a:solidFill>
              </a:rPr>
              <a:t>พบใน Lab</a:t>
            </a:r>
          </a:p>
        </p:txBody>
      </p:sp>
      <p:sp>
        <p:nvSpPr>
          <p:cNvPr id="106" name="Shape 106"/>
          <p:cNvSpPr/>
          <p:nvPr/>
        </p:nvSpPr>
        <p:spPr>
          <a:xfrm>
            <a:off x="7315200" y="1600200"/>
            <a:ext cx="4041648" cy="438912"/>
          </a:xfrm>
          <a:prstGeom prst="rect">
            <a:avLst/>
          </a:prstGeom>
          <a:solidFill>
            <a:srgbClr val="0D1B2A"/>
          </a:solidFill>
          <a:ln>
            <a:noFill/>
          </a:ln>
        </p:spPr>
        <p:txBody>
          <a:bodyPr wrap="square" lIns="137160" tIns="73152" rIns="137160" bIns="73152" anchor="ctr">
            <a:normAutofit/>
          </a:bodyPr>
          <a:lstStyle/>
          <a:p>
            <a:pPr marL="0" indent="0" algn="l">
              <a:spcBef>
                <a:spcPts val="0"/>
              </a:spcBef>
              <a:buNone/>
            </a:pPr>
            <a:r>
              <a:rPr lang="th-TH" sz="1350" b="1" i="0" dirty="0">
                <a:solidFill>
                  <a:srgbClr val="FFFFFF"/>
                </a:solidFill>
              </a:rPr>
              <a:t>กันด้วย</a:t>
            </a:r>
          </a:p>
        </p:txBody>
      </p:sp>
      <p:sp>
        <p:nvSpPr>
          <p:cNvPr id="107" name="Shape 107"/>
          <p:cNvSpPr/>
          <p:nvPr/>
        </p:nvSpPr>
        <p:spPr>
          <a:xfrm>
            <a:off x="841248" y="2084831"/>
            <a:ext cx="4187952" cy="356616"/>
          </a:xfrm>
          <a:prstGeom prst="rect">
            <a:avLst/>
          </a:prstGeom>
          <a:solidFill>
            <a:srgbClr val="FEF3F2"/>
          </a:solidFill>
          <a:ln w="12700">
            <a:solidFill>
              <a:srgbClr val="DCE6F5"/>
            </a:solidFill>
          </a:ln>
        </p:spPr>
        <p:txBody>
          <a:bodyPr wrap="square" lIns="137160" tIns="73152" rIns="137160" bIns="73152" anchor="ctr">
            <a:normAutofit/>
          </a:bodyPr>
          <a:lstStyle/>
          <a:p>
            <a:pPr marL="0" indent="0" algn="l">
              <a:spcBef>
                <a:spcPts val="0"/>
              </a:spcBef>
              <a:buNone/>
            </a:pPr>
            <a:r>
              <a:rPr lang="th-TH" sz="1150" b="1" i="0" dirty="0">
                <a:solidFill>
                  <a:srgbClr val="0D1B2A"/>
                </a:solidFill>
              </a:rPr>
              <a:t>บอกว่าเขียนไฟล์แล้ว แต่ไฟล์ไม่มี</a:t>
            </a:r>
          </a:p>
        </p:txBody>
      </p:sp>
      <p:sp>
        <p:nvSpPr>
          <p:cNvPr id="108" name="Shape 108"/>
          <p:cNvSpPr/>
          <p:nvPr/>
        </p:nvSpPr>
        <p:spPr>
          <a:xfrm>
            <a:off x="5074920" y="2084831"/>
            <a:ext cx="2194560" cy="356616"/>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050" b="0" i="0" dirty="0">
                <a:solidFill>
                  <a:srgbClr val="4C5B6B"/>
                </a:solidFill>
                <a:latin typeface="Consolas"/>
                <a:cs typeface="Consolas"/>
              </a:rPr>
              <a:t>W2</a:t>
            </a:r>
          </a:p>
        </p:txBody>
      </p:sp>
      <p:sp>
        <p:nvSpPr>
          <p:cNvPr id="109" name="Shape 109"/>
          <p:cNvSpPr/>
          <p:nvPr/>
        </p:nvSpPr>
        <p:spPr>
          <a:xfrm>
            <a:off x="7315200" y="2084831"/>
            <a:ext cx="4041648" cy="356616"/>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เปิดไฟล์ หรือรัน quality gate ทุกครั้ง</a:t>
            </a:r>
          </a:p>
        </p:txBody>
      </p:sp>
      <p:sp>
        <p:nvSpPr>
          <p:cNvPr id="110" name="Shape 110"/>
          <p:cNvSpPr/>
          <p:nvPr/>
        </p:nvSpPr>
        <p:spPr>
          <a:xfrm>
            <a:off x="841248" y="2473451"/>
            <a:ext cx="4187952" cy="356616"/>
          </a:xfrm>
          <a:prstGeom prst="rect">
            <a:avLst/>
          </a:prstGeom>
          <a:solidFill>
            <a:srgbClr val="FEF3F2"/>
          </a:solidFill>
          <a:ln w="12700">
            <a:solidFill>
              <a:srgbClr val="DCE6F5"/>
            </a:solidFill>
          </a:ln>
        </p:spPr>
        <p:txBody>
          <a:bodyPr wrap="square" lIns="137160" tIns="73152" rIns="137160" bIns="73152" anchor="ctr">
            <a:normAutofit/>
          </a:bodyPr>
          <a:lstStyle/>
          <a:p>
            <a:pPr marL="0" indent="0" algn="l">
              <a:spcBef>
                <a:spcPts val="0"/>
              </a:spcBef>
              <a:buNone/>
            </a:pPr>
            <a:r>
              <a:rPr lang="th-TH" sz="1150" b="1" i="0" dirty="0">
                <a:solidFill>
                  <a:srgbClr val="0D1B2A"/>
                </a:solidFill>
              </a:rPr>
              <a:t>ทีมขนานแล้วไปคนละทิศ</a:t>
            </a:r>
          </a:p>
        </p:txBody>
      </p:sp>
      <p:sp>
        <p:nvSpPr>
          <p:cNvPr id="111" name="Shape 111"/>
          <p:cNvSpPr/>
          <p:nvPr/>
        </p:nvSpPr>
        <p:spPr>
          <a:xfrm>
            <a:off x="5074920" y="2473451"/>
            <a:ext cx="2194560" cy="356616"/>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050" b="0" i="0" dirty="0">
                <a:solidFill>
                  <a:srgbClr val="4C5B6B"/>
                </a:solidFill>
                <a:latin typeface="Consolas"/>
                <a:cs typeface="Consolas"/>
              </a:rPr>
              <a:t>W6</a:t>
            </a:r>
          </a:p>
        </p:txBody>
      </p:sp>
      <p:sp>
        <p:nvSpPr>
          <p:cNvPr id="112" name="Shape 112"/>
          <p:cNvSpPr/>
          <p:nvPr/>
        </p:nvSpPr>
        <p:spPr>
          <a:xfrm>
            <a:off x="7315200" y="2473451"/>
            <a:ext cx="4041648" cy="356616"/>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เขียนสัญญากลางก่อนแตกงาน</a:t>
            </a:r>
          </a:p>
        </p:txBody>
      </p:sp>
      <p:sp>
        <p:nvSpPr>
          <p:cNvPr id="113" name="Shape 113"/>
          <p:cNvSpPr/>
          <p:nvPr/>
        </p:nvSpPr>
        <p:spPr>
          <a:xfrm>
            <a:off x="841248" y="2862072"/>
            <a:ext cx="4187952" cy="356616"/>
          </a:xfrm>
          <a:prstGeom prst="rect">
            <a:avLst/>
          </a:prstGeom>
          <a:solidFill>
            <a:srgbClr val="FEF3F2"/>
          </a:solidFill>
          <a:ln w="12700">
            <a:solidFill>
              <a:srgbClr val="DCE6F5"/>
            </a:solidFill>
          </a:ln>
        </p:spPr>
        <p:txBody>
          <a:bodyPr wrap="square" lIns="137160" tIns="73152" rIns="137160" bIns="73152" anchor="ctr">
            <a:normAutofit/>
          </a:bodyPr>
          <a:lstStyle/>
          <a:p>
            <a:pPr marL="0" indent="0" algn="l">
              <a:spcBef>
                <a:spcPts val="0"/>
              </a:spcBef>
              <a:buNone/>
            </a:pPr>
            <a:r>
              <a:rPr lang="th-TH" sz="1150" b="1" i="0" dirty="0">
                <a:solidFill>
                  <a:srgbClr val="0D1B2A"/>
                </a:solidFill>
              </a:rPr>
              <a:t>รายงานยาวจนบทสนทนาหลักจม</a:t>
            </a:r>
          </a:p>
        </p:txBody>
      </p:sp>
      <p:sp>
        <p:nvSpPr>
          <p:cNvPr id="114" name="Shape 114"/>
          <p:cNvSpPr/>
          <p:nvPr/>
        </p:nvSpPr>
        <p:spPr>
          <a:xfrm>
            <a:off x="5074920" y="2862072"/>
            <a:ext cx="2194560" cy="356616"/>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050" b="0" i="0" dirty="0">
                <a:solidFill>
                  <a:srgbClr val="4C5B6B"/>
                </a:solidFill>
                <a:latin typeface="Consolas"/>
                <a:cs typeface="Consolas"/>
              </a:rPr>
              <a:t>W1</a:t>
            </a:r>
          </a:p>
        </p:txBody>
      </p:sp>
      <p:sp>
        <p:nvSpPr>
          <p:cNvPr id="115" name="Shape 115"/>
          <p:cNvSpPr/>
          <p:nvPr/>
        </p:nvSpPr>
        <p:spPr>
          <a:xfrm>
            <a:off x="7315200" y="2862072"/>
            <a:ext cx="4041648" cy="356616"/>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จำกัดความยาวหรือรูปแบบใน prompt</a:t>
            </a:r>
          </a:p>
        </p:txBody>
      </p:sp>
      <p:sp>
        <p:nvSpPr>
          <p:cNvPr id="116" name="Shape 116"/>
          <p:cNvSpPr/>
          <p:nvPr/>
        </p:nvSpPr>
        <p:spPr>
          <a:xfrm>
            <a:off x="841248" y="3250691"/>
            <a:ext cx="4187952" cy="356616"/>
          </a:xfrm>
          <a:prstGeom prst="rect">
            <a:avLst/>
          </a:prstGeom>
          <a:solidFill>
            <a:srgbClr val="FEF3F2"/>
          </a:solidFill>
          <a:ln w="12700">
            <a:solidFill>
              <a:srgbClr val="DCE6F5"/>
            </a:solidFill>
          </a:ln>
        </p:spPr>
        <p:txBody>
          <a:bodyPr wrap="square" lIns="137160" tIns="73152" rIns="137160" bIns="73152" anchor="ctr">
            <a:normAutofit/>
          </a:bodyPr>
          <a:lstStyle/>
          <a:p>
            <a:pPr marL="0" indent="0" algn="l">
              <a:spcBef>
                <a:spcPts val="0"/>
              </a:spcBef>
              <a:buNone/>
            </a:pPr>
            <a:r>
              <a:rPr lang="th-TH" sz="1150" b="1" i="0" dirty="0">
                <a:solidFill>
                  <a:srgbClr val="0D1B2A"/>
                </a:solidFill>
              </a:rPr>
              <a:t>หมดเทิร์นก่อนลงมือ</a:t>
            </a:r>
          </a:p>
        </p:txBody>
      </p:sp>
      <p:sp>
        <p:nvSpPr>
          <p:cNvPr id="117" name="Shape 117"/>
          <p:cNvSpPr/>
          <p:nvPr/>
        </p:nvSpPr>
        <p:spPr>
          <a:xfrm>
            <a:off x="5074920" y="3250691"/>
            <a:ext cx="2194560" cy="356616"/>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050" b="0" i="0" dirty="0">
                <a:solidFill>
                  <a:srgbClr val="4C5B6B"/>
                </a:solidFill>
                <a:latin typeface="Consolas"/>
                <a:cs typeface="Consolas"/>
              </a:rPr>
              <a:t>W2 · W4</a:t>
            </a:r>
          </a:p>
        </p:txBody>
      </p:sp>
      <p:sp>
        <p:nvSpPr>
          <p:cNvPr id="118" name="Shape 118"/>
          <p:cNvSpPr/>
          <p:nvPr/>
        </p:nvSpPr>
        <p:spPr>
          <a:xfrm>
            <a:off x="7315200" y="3250691"/>
            <a:ext cx="4041648" cy="356616"/>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อย่าตั้ง --max-turns ต่ำเกิน</a:t>
            </a:r>
          </a:p>
        </p:txBody>
      </p:sp>
      <p:sp>
        <p:nvSpPr>
          <p:cNvPr id="119" name="Shape 119"/>
          <p:cNvSpPr/>
          <p:nvPr/>
        </p:nvSpPr>
        <p:spPr>
          <a:xfrm>
            <a:off x="841248" y="3639311"/>
            <a:ext cx="4187952" cy="356616"/>
          </a:xfrm>
          <a:prstGeom prst="rect">
            <a:avLst/>
          </a:prstGeom>
          <a:solidFill>
            <a:srgbClr val="FEF3F2"/>
          </a:solidFill>
          <a:ln w="12700">
            <a:solidFill>
              <a:srgbClr val="DCE6F5"/>
            </a:solidFill>
          </a:ln>
        </p:spPr>
        <p:txBody>
          <a:bodyPr wrap="square" lIns="137160" tIns="73152" rIns="137160" bIns="73152" anchor="ctr">
            <a:normAutofit/>
          </a:bodyPr>
          <a:lstStyle/>
          <a:p>
            <a:pPr marL="0" indent="0" algn="l">
              <a:spcBef>
                <a:spcPts val="0"/>
              </a:spcBef>
              <a:buNone/>
            </a:pPr>
            <a:r>
              <a:rPr lang="th-TH" sz="1150" b="1" i="0" dirty="0">
                <a:solidFill>
                  <a:srgbClr val="0D1B2A"/>
                </a:solidFill>
              </a:rPr>
              <a:t>เขียน .claude/** ไม่ได้ใน claude -p</a:t>
            </a:r>
          </a:p>
        </p:txBody>
      </p:sp>
      <p:sp>
        <p:nvSpPr>
          <p:cNvPr id="120" name="Shape 120"/>
          <p:cNvSpPr/>
          <p:nvPr/>
        </p:nvSpPr>
        <p:spPr>
          <a:xfrm>
            <a:off x="5074920" y="3639311"/>
            <a:ext cx="2194560" cy="356616"/>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050" b="0" i="0" dirty="0">
                <a:solidFill>
                  <a:srgbClr val="4C5B6B"/>
                </a:solidFill>
                <a:latin typeface="Consolas"/>
                <a:cs typeface="Consolas"/>
              </a:rPr>
              <a:t>W2 · W3</a:t>
            </a:r>
          </a:p>
        </p:txBody>
      </p:sp>
      <p:sp>
        <p:nvSpPr>
          <p:cNvPr id="121" name="Shape 121"/>
          <p:cNvSpPr/>
          <p:nvPr/>
        </p:nvSpPr>
        <p:spPr>
          <a:xfrm>
            <a:off x="7315200" y="3639311"/>
            <a:ext cx="4041648" cy="356616"/>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ทำใน TUI แล้วกดอนุญาต</a:t>
            </a:r>
          </a:p>
        </p:txBody>
      </p:sp>
      <p:sp>
        <p:nvSpPr>
          <p:cNvPr id="122" name="Shape 122"/>
          <p:cNvSpPr/>
          <p:nvPr/>
        </p:nvSpPr>
        <p:spPr>
          <a:xfrm>
            <a:off x="841248" y="4027931"/>
            <a:ext cx="4187952" cy="356616"/>
          </a:xfrm>
          <a:prstGeom prst="rect">
            <a:avLst/>
          </a:prstGeom>
          <a:solidFill>
            <a:srgbClr val="FEF3F2"/>
          </a:solidFill>
          <a:ln w="12700">
            <a:solidFill>
              <a:srgbClr val="DCE6F5"/>
            </a:solidFill>
          </a:ln>
        </p:spPr>
        <p:txBody>
          <a:bodyPr wrap="square" lIns="137160" tIns="73152" rIns="137160" bIns="73152" anchor="ctr">
            <a:normAutofit/>
          </a:bodyPr>
          <a:lstStyle/>
          <a:p>
            <a:pPr marL="0" indent="0" algn="l">
              <a:spcBef>
                <a:spcPts val="0"/>
              </a:spcBef>
              <a:buNone/>
            </a:pPr>
            <a:r>
              <a:rPr lang="th-TH" sz="1150" b="1" i="0" dirty="0">
                <a:solidFill>
                  <a:srgbClr val="0D1B2A"/>
                </a:solidFill>
              </a:rPr>
              <a:t>Bash ถูกปฏิเสธใน claude -p</a:t>
            </a:r>
          </a:p>
        </p:txBody>
      </p:sp>
      <p:sp>
        <p:nvSpPr>
          <p:cNvPr id="123" name="Shape 123"/>
          <p:cNvSpPr/>
          <p:nvPr/>
        </p:nvSpPr>
        <p:spPr>
          <a:xfrm>
            <a:off x="5074920" y="4027931"/>
            <a:ext cx="2194560" cy="356616"/>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050" b="0" i="0" dirty="0">
                <a:solidFill>
                  <a:srgbClr val="4C5B6B"/>
                </a:solidFill>
                <a:latin typeface="Consolas"/>
                <a:cs typeface="Consolas"/>
              </a:rPr>
              <a:t>W1 · W4 · W5</a:t>
            </a:r>
          </a:p>
        </p:txBody>
      </p:sp>
      <p:sp>
        <p:nvSpPr>
          <p:cNvPr id="124" name="Shape 124"/>
          <p:cNvSpPr/>
          <p:nvPr/>
        </p:nvSpPr>
        <p:spPr>
          <a:xfrm>
            <a:off x="7315200" y="4027931"/>
            <a:ext cx="4041648" cy="356616"/>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ใส่ธงที่ Lab ระบุ หรือใช้ TUI</a:t>
            </a:r>
          </a:p>
        </p:txBody>
      </p:sp>
      <p:sp>
        <p:nvSpPr>
          <p:cNvPr id="125" name="Shape 125"/>
          <p:cNvSpPr/>
          <p:nvPr/>
        </p:nvSpPr>
        <p:spPr>
          <a:xfrm>
            <a:off x="841248" y="4416552"/>
            <a:ext cx="4187952" cy="356616"/>
          </a:xfrm>
          <a:prstGeom prst="rect">
            <a:avLst/>
          </a:prstGeom>
          <a:solidFill>
            <a:srgbClr val="FEF3F2"/>
          </a:solidFill>
          <a:ln w="12700">
            <a:solidFill>
              <a:srgbClr val="DCE6F5"/>
            </a:solidFill>
          </a:ln>
        </p:spPr>
        <p:txBody>
          <a:bodyPr wrap="square" lIns="137160" tIns="73152" rIns="137160" bIns="73152" anchor="ctr">
            <a:normAutofit/>
          </a:bodyPr>
          <a:lstStyle/>
          <a:p>
            <a:pPr marL="0" indent="0" algn="l">
              <a:spcBef>
                <a:spcPts val="0"/>
              </a:spcBef>
              <a:buNone/>
            </a:pPr>
            <a:r>
              <a:rPr lang="th-TH" sz="1150" b="1" i="0" dirty="0">
                <a:solidFill>
                  <a:srgbClr val="0D1B2A"/>
                </a:solidFill>
              </a:rPr>
              <a:t>ANTHROPIC_API_KEY ทับบัญชีคลาส</a:t>
            </a:r>
          </a:p>
        </p:txBody>
      </p:sp>
      <p:sp>
        <p:nvSpPr>
          <p:cNvPr id="126" name="Shape 126"/>
          <p:cNvSpPr/>
          <p:nvPr/>
        </p:nvSpPr>
        <p:spPr>
          <a:xfrm>
            <a:off x="5074920" y="4416552"/>
            <a:ext cx="2194560" cy="356616"/>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050" b="0" i="0" dirty="0">
                <a:solidFill>
                  <a:srgbClr val="4C5B6B"/>
                </a:solidFill>
                <a:latin typeface="Consolas"/>
                <a:cs typeface="Consolas"/>
              </a:rPr>
              <a:t>Lab 0</a:t>
            </a:r>
          </a:p>
        </p:txBody>
      </p:sp>
      <p:sp>
        <p:nvSpPr>
          <p:cNvPr id="127" name="Shape 127"/>
          <p:cNvSpPr/>
          <p:nvPr/>
        </p:nvSpPr>
        <p:spPr>
          <a:xfrm>
            <a:off x="7315200" y="4416552"/>
            <a:ext cx="4041648" cy="356616"/>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unset ANTHROPIC_API_KEY ก่อนเปิด claude</a:t>
            </a:r>
          </a:p>
        </p:txBody>
      </p:sp>
      <p:sp>
        <p:nvSpPr>
          <p:cNvPr id="128" name="Shape 122"/>
          <p:cNvSpPr/>
          <p:nvPr/>
        </p:nvSpPr>
        <p:spPr>
          <a:xfrm>
            <a:off x="841248" y="4805172"/>
            <a:ext cx="4187952" cy="356616"/>
          </a:xfrm>
          <a:prstGeom prst="rect">
            <a:avLst/>
          </a:prstGeom>
          <a:solidFill>
            <a:srgbClr val="FEF3F2"/>
          </a:solidFill>
          <a:ln w="12700">
            <a:solidFill>
              <a:srgbClr val="DCE6F5"/>
            </a:solidFill>
          </a:ln>
        </p:spPr>
        <p:txBody>
          <a:bodyPr wrap="square" lIns="137160" tIns="73152" rIns="137160" bIns="73152" anchor="ctr">
            <a:normAutofit/>
          </a:bodyPr>
          <a:lstStyle/>
          <a:p>
            <a:pPr marL="0" indent="0" algn="l">
              <a:spcBef>
                <a:spcPts val="0"/>
              </a:spcBef>
              <a:buNone/>
            </a:pPr>
            <a:r>
              <a:rPr lang="th-TH" sz="1150" b="1" i="0" dirty="0">
                <a:solidFill>
                  <a:srgbClr val="0D1B2A"/>
                </a:solidFill>
              </a:rPr>
              <a:t>ฆ่า Node ทั้งเครื่อง</a:t>
            </a:r>
          </a:p>
        </p:txBody>
      </p:sp>
      <p:sp>
        <p:nvSpPr>
          <p:cNvPr id="129" name="Shape 123"/>
          <p:cNvSpPr/>
          <p:nvPr/>
        </p:nvSpPr>
        <p:spPr>
          <a:xfrm>
            <a:off x="5074920" y="4805172"/>
            <a:ext cx="2194560" cy="356616"/>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050" b="0" i="0" dirty="0">
                <a:solidFill>
                  <a:srgbClr val="4C5B6B"/>
                </a:solidFill>
                <a:latin typeface="Consolas"/>
                <a:cs typeface="Consolas"/>
              </a:rPr>
              <a:t>Lab 0 · W5</a:t>
            </a:r>
          </a:p>
        </p:txBody>
      </p:sp>
      <p:sp>
        <p:nvSpPr>
          <p:cNvPr id="130" name="Shape 124"/>
          <p:cNvSpPr/>
          <p:nvPr/>
        </p:nvSpPr>
        <p:spPr>
          <a:xfrm>
            <a:off x="7315200" y="4805172"/>
            <a:ext cx="4041648" cy="356616"/>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ปิดเฉพาะ PID ห้าม taskkill //IM node.exe</a:t>
            </a:r>
          </a:p>
        </p:txBody>
      </p:sp>
      <p:sp>
        <p:nvSpPr>
          <p:cNvPr id="131" name="Shape 125"/>
          <p:cNvSpPr/>
          <p:nvPr/>
        </p:nvSpPr>
        <p:spPr>
          <a:xfrm>
            <a:off x="841248" y="5193792"/>
            <a:ext cx="4187952" cy="356616"/>
          </a:xfrm>
          <a:prstGeom prst="rect">
            <a:avLst/>
          </a:prstGeom>
          <a:solidFill>
            <a:srgbClr val="FEF3F2"/>
          </a:solidFill>
          <a:ln w="12700">
            <a:solidFill>
              <a:srgbClr val="DCE6F5"/>
            </a:solidFill>
          </a:ln>
        </p:spPr>
        <p:txBody>
          <a:bodyPr wrap="square" lIns="137160" tIns="73152" rIns="137160" bIns="73152" anchor="ctr">
            <a:normAutofit/>
          </a:bodyPr>
          <a:lstStyle/>
          <a:p>
            <a:pPr marL="0" indent="0" algn="l">
              <a:spcBef>
                <a:spcPts val="0"/>
              </a:spcBef>
              <a:buNone/>
            </a:pPr>
            <a:r>
              <a:rPr lang="th-TH" sz="1150" b="1" i="0" dirty="0">
                <a:solidFill>
                  <a:srgbClr val="0D1B2A"/>
                </a:solidFill>
              </a:rPr>
              <a:t>port 3000 busy</a:t>
            </a:r>
          </a:p>
        </p:txBody>
      </p:sp>
      <p:sp>
        <p:nvSpPr>
          <p:cNvPr id="132" name="Shape 126"/>
          <p:cNvSpPr/>
          <p:nvPr/>
        </p:nvSpPr>
        <p:spPr>
          <a:xfrm>
            <a:off x="5074920" y="5193792"/>
            <a:ext cx="2194560" cy="356616"/>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050" b="0" i="0" dirty="0">
                <a:solidFill>
                  <a:srgbClr val="4C5B6B"/>
                </a:solidFill>
                <a:latin typeface="Consolas"/>
                <a:cs typeface="Consolas"/>
              </a:rPr>
              <a:t>Lab 0 · W5 · W6</a:t>
            </a:r>
          </a:p>
        </p:txBody>
      </p:sp>
      <p:sp>
        <p:nvSpPr>
          <p:cNvPr id="133" name="Shape 127"/>
          <p:cNvSpPr/>
          <p:nvPr/>
        </p:nvSpPr>
        <p:spPr>
          <a:xfrm>
            <a:off x="7315200" y="5193792"/>
            <a:ext cx="4041648" cy="356616"/>
          </a:xfrm>
          <a:prstGeom prst="rect">
            <a:avLst/>
          </a:prstGeom>
          <a:solidFill>
            <a:srgbClr val="F3F7FD"/>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ปิดเซิร์ฟเวอร์เก่า หรือตั้ง PORT</a:t>
            </a:r>
          </a:p>
        </p:txBody>
      </p:sp>
      <p:sp>
        <p:nvSpPr>
          <p:cNvPr id="134" name="Shape 122"/>
          <p:cNvSpPr/>
          <p:nvPr/>
        </p:nvSpPr>
        <p:spPr>
          <a:xfrm>
            <a:off x="841248" y="5582412"/>
            <a:ext cx="4187952" cy="356616"/>
          </a:xfrm>
          <a:prstGeom prst="rect">
            <a:avLst/>
          </a:prstGeom>
          <a:solidFill>
            <a:srgbClr val="FEF3F2"/>
          </a:solidFill>
          <a:ln w="12700">
            <a:solidFill>
              <a:srgbClr val="DCE6F5"/>
            </a:solidFill>
          </a:ln>
        </p:spPr>
        <p:txBody>
          <a:bodyPr wrap="square" lIns="137160" tIns="73152" rIns="137160" bIns="73152" anchor="ctr">
            <a:normAutofit/>
          </a:bodyPr>
          <a:lstStyle/>
          <a:p>
            <a:pPr marL="0" indent="0" algn="l">
              <a:spcBef>
                <a:spcPts val="0"/>
              </a:spcBef>
              <a:buNone/>
            </a:pPr>
            <a:r>
              <a:rPr lang="th-TH" sz="1150" b="1" i="0" dirty="0">
                <a:solidFill>
                  <a:srgbClr val="0D1B2A"/>
                </a:solidFill>
              </a:rPr>
              <a:t>แก้ตัวตรวจแทนของที่ถูกตรวจ</a:t>
            </a:r>
          </a:p>
        </p:txBody>
      </p:sp>
      <p:sp>
        <p:nvSpPr>
          <p:cNvPr id="135" name="Shape 123"/>
          <p:cNvSpPr/>
          <p:nvPr/>
        </p:nvSpPr>
        <p:spPr>
          <a:xfrm>
            <a:off x="5074920" y="5582412"/>
            <a:ext cx="2194560" cy="356616"/>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050" b="0" i="0" dirty="0">
                <a:solidFill>
                  <a:srgbClr val="4C5B6B"/>
                </a:solidFill>
                <a:latin typeface="Consolas"/>
                <a:cs typeface="Consolas"/>
              </a:rPr>
              <a:t>W4 · W5</a:t>
            </a:r>
          </a:p>
        </p:txBody>
      </p:sp>
      <p:sp>
        <p:nvSpPr>
          <p:cNvPr id="136" name="Shape 124"/>
          <p:cNvSpPr/>
          <p:nvPr/>
        </p:nvSpPr>
        <p:spPr>
          <a:xfrm>
            <a:off x="7315200" y="5582412"/>
            <a:ext cx="4041648" cy="356616"/>
          </a:xfrm>
          <a:prstGeom prst="rect">
            <a:avLst/>
          </a:prstGeom>
          <a:solidFill>
            <a:srgbClr val="FFFFFF"/>
          </a:solidFill>
          <a:ln w="12700">
            <a:solidFill>
              <a:srgbClr val="DCE6F5"/>
            </a:solidFill>
          </a:ln>
        </p:spPr>
        <p:txBody>
          <a:bodyPr wrap="square" lIns="137160" tIns="73152" rIns="137160" bIns="73152" anchor="ctr">
            <a:normAutofit/>
          </a:bodyPr>
          <a:lstStyle/>
          <a:p>
            <a:pPr marL="0" indent="0" algn="l">
              <a:spcBef>
                <a:spcPts val="0"/>
              </a:spcBef>
              <a:buNone/>
            </a:pPr>
            <a:r>
              <a:rPr lang="th-TH" sz="1150" b="0" i="0" dirty="0">
                <a:solidFill>
                  <a:srgbClr val="0D1B2A"/>
                </a:solidFill>
              </a:rPr>
              <a:t>ห้ามแก้ quality-gate.js อ่าน diff ก่อนรับ</a:t>
            </a:r>
          </a:p>
        </p:txBody>
      </p:sp>
    </p:spTree>
    <p:extLst>
      <p:ext uri="{BB962C8B-B14F-4D97-AF65-F5344CB8AC3E}">
        <p14:creationId xmlns:p14="http://schemas.microsoft.com/office/powerpoint/2010/main" val="16268583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2A47176-A541-A5FD-65E1-41C3231E7415}"/>
              </a:ext>
            </a:extLst>
          </p:cNvPr>
          <p:cNvSpPr>
            <a:spLocks noGrp="1"/>
          </p:cNvSpPr>
          <p:nvPr>
            <p:ph type="ftr" sz="quarter" idx="3"/>
          </p:nvPr>
        </p:nvSpPr>
        <p:spPr/>
        <p:txBody>
          <a:bodyPr/>
          <a:lstStyle/>
          <a:p>
            <a:r>
              <a:rPr lang="en-US"/>
              <a:t>Copyright © 2026 9Expert Co., Ltd. All rights reserved.</a:t>
            </a:r>
            <a:endParaRPr lang="en-TH" dirty="0"/>
          </a:p>
        </p:txBody>
      </p:sp>
      <p:sp>
        <p:nvSpPr>
          <p:cNvPr id="3" name="Slide Number Placeholder 2">
            <a:extLst>
              <a:ext uri="{FF2B5EF4-FFF2-40B4-BE49-F238E27FC236}">
                <a16:creationId xmlns:a16="http://schemas.microsoft.com/office/drawing/2014/main" id="{92BD1EB5-5A68-F578-2753-A13C0346943D}"/>
              </a:ext>
            </a:extLst>
          </p:cNvPr>
          <p:cNvSpPr>
            <a:spLocks noGrp="1"/>
          </p:cNvSpPr>
          <p:nvPr>
            <p:ph type="sldNum" sz="quarter" idx="4"/>
          </p:nvPr>
        </p:nvSpPr>
        <p:spPr/>
        <p:txBody>
          <a:bodyPr/>
          <a:lstStyle/>
          <a:p>
            <a:fld id="{7B973119-0BF9-7444-941C-BCE2AFE6BE2E}" type="slidenum">
              <a:rPr lang="en-TH" smtClean="0"/>
              <a:pPr/>
              <a:t>93</a:t>
            </a:fld>
            <a:endParaRPr lang="en-TH"/>
          </a:p>
        </p:txBody>
      </p:sp>
      <p:sp>
        <p:nvSpPr>
          <p:cNvPr id="104" name="Title 1"/>
          <p:cNvSpPr>
            <a:spLocks noGrp="1"/>
          </p:cNvSpPr>
          <p:nvPr>
            <p:ph type="title"/>
          </p:nvPr>
        </p:nvSpPr>
        <p:spPr/>
        <p:txBody>
          <a:bodyPr>
            <a:normAutofit/>
          </a:bodyPr>
          <a:lstStyle/>
          <a:p>
            <a:r>
              <a:rPr lang="th-TH" dirty="0"/>
              <a:t>Best Practices: 3 หลักนำ Multi-Agent ไปใช้จริงในองค์กร</a:t>
            </a:r>
          </a:p>
        </p:txBody>
      </p:sp>
      <p:sp>
        <p:nvSpPr>
          <p:cNvPr id="105" name="Shape 105"/>
          <p:cNvSpPr/>
          <p:nvPr/>
        </p:nvSpPr>
        <p:spPr>
          <a:xfrm>
            <a:off x="1435608" y="1783080"/>
            <a:ext cx="2103120" cy="2103120"/>
          </a:xfrm>
          <a:prstGeom prst="ellipse">
            <a:avLst/>
          </a:prstGeom>
          <a:solidFill>
            <a:srgbClr val="FFFFFF"/>
          </a:solidFill>
          <a:ln w="76200">
            <a:solidFill>
              <a:srgbClr val="005CFF"/>
            </a:solidFill>
          </a:ln>
        </p:spPr>
        <p:txBody>
          <a:bodyPr wrap="square" lIns="109728" tIns="73152" rIns="109728" bIns="73152" anchor="t">
            <a:normAutofit/>
          </a:bodyPr>
          <a:lstStyle/>
          <a:p>
            <a:endParaRPr lang="en-US" sz="1000"/>
          </a:p>
        </p:txBody>
      </p:sp>
      <p:sp>
        <p:nvSpPr>
          <p:cNvPr id="106" name="Shape 106"/>
          <p:cNvSpPr/>
          <p:nvPr/>
        </p:nvSpPr>
        <p:spPr>
          <a:xfrm>
            <a:off x="1435608" y="1783080"/>
            <a:ext cx="2103120" cy="2103120"/>
          </a:xfrm>
          <a:prstGeom prst="rect">
            <a:avLst/>
          </a:prstGeom>
          <a:noFill/>
          <a:ln>
            <a:noFill/>
          </a:ln>
        </p:spPr>
        <p:txBody>
          <a:bodyPr wrap="square" lIns="0" tIns="0" rIns="0" bIns="0" anchor="ctr">
            <a:normAutofit/>
          </a:bodyPr>
          <a:lstStyle/>
          <a:p>
            <a:pPr marL="0" indent="0" algn="ctr">
              <a:spcBef>
                <a:spcPts val="0"/>
              </a:spcBef>
              <a:buNone/>
            </a:pPr>
            <a:r>
              <a:rPr lang="th-TH" sz="5400" b="1" i="0" dirty="0">
                <a:solidFill>
                  <a:srgbClr val="005CFF"/>
                </a:solidFill>
              </a:rPr>
              <a:t>1</a:t>
            </a:r>
          </a:p>
        </p:txBody>
      </p:sp>
      <p:sp>
        <p:nvSpPr>
          <p:cNvPr id="107" name="Shape 107"/>
          <p:cNvSpPr/>
          <p:nvPr/>
        </p:nvSpPr>
        <p:spPr>
          <a:xfrm>
            <a:off x="841248" y="4023360"/>
            <a:ext cx="3291840" cy="50292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0D1B2A"/>
                </a:solidFill>
              </a:rPr>
              <a:t>สัญญากลางก่อนขนาน</a:t>
            </a:r>
          </a:p>
        </p:txBody>
      </p:sp>
      <p:sp>
        <p:nvSpPr>
          <p:cNvPr id="108" name="Shape 108"/>
          <p:cNvSpPr/>
          <p:nvPr/>
        </p:nvSpPr>
        <p:spPr>
          <a:xfrm>
            <a:off x="886968" y="4526280"/>
            <a:ext cx="3200400" cy="1005840"/>
          </a:xfrm>
          <a:prstGeom prst="rect">
            <a:avLst/>
          </a:prstGeom>
          <a:noFill/>
          <a:ln>
            <a:noFill/>
          </a:ln>
        </p:spPr>
        <p:txBody>
          <a:bodyPr wrap="square" lIns="0" tIns="0" rIns="0" bIns="0" anchor="t">
            <a:normAutofit/>
          </a:bodyPr>
          <a:lstStyle/>
          <a:p>
            <a:pPr marL="0" indent="0" algn="ctr">
              <a:spcBef>
                <a:spcPts val="0"/>
              </a:spcBef>
              <a:buNone/>
            </a:pPr>
            <a:r>
              <a:rPr lang="th-TH" sz="1300" b="0" i="0" dirty="0">
                <a:solidFill>
                  <a:srgbClr val="4C5B6B"/>
                </a:solidFill>
              </a:rPr>
              <a:t>Product Spec + Task Dependency List ก่อน dispatch ทุกครั้ง</a:t>
            </a:r>
          </a:p>
        </p:txBody>
      </p:sp>
      <p:sp>
        <p:nvSpPr>
          <p:cNvPr id="109" name="Shape 109"/>
          <p:cNvSpPr/>
          <p:nvPr/>
        </p:nvSpPr>
        <p:spPr>
          <a:xfrm>
            <a:off x="5001768" y="1783080"/>
            <a:ext cx="2103120" cy="2103120"/>
          </a:xfrm>
          <a:prstGeom prst="ellipse">
            <a:avLst/>
          </a:prstGeom>
          <a:solidFill>
            <a:srgbClr val="FFFFFF"/>
          </a:solidFill>
          <a:ln w="76200">
            <a:solidFill>
              <a:srgbClr val="2486FF"/>
            </a:solidFill>
          </a:ln>
        </p:spPr>
        <p:txBody>
          <a:bodyPr wrap="square" lIns="109728" tIns="73152" rIns="109728" bIns="73152" anchor="t">
            <a:normAutofit/>
          </a:bodyPr>
          <a:lstStyle/>
          <a:p>
            <a:endParaRPr lang="en-US" sz="1000"/>
          </a:p>
        </p:txBody>
      </p:sp>
      <p:sp>
        <p:nvSpPr>
          <p:cNvPr id="110" name="Shape 110"/>
          <p:cNvSpPr/>
          <p:nvPr/>
        </p:nvSpPr>
        <p:spPr>
          <a:xfrm>
            <a:off x="5001768" y="1783080"/>
            <a:ext cx="2103120" cy="2103120"/>
          </a:xfrm>
          <a:prstGeom prst="rect">
            <a:avLst/>
          </a:prstGeom>
          <a:noFill/>
          <a:ln>
            <a:noFill/>
          </a:ln>
        </p:spPr>
        <p:txBody>
          <a:bodyPr wrap="square" lIns="0" tIns="0" rIns="0" bIns="0" anchor="ctr">
            <a:normAutofit/>
          </a:bodyPr>
          <a:lstStyle/>
          <a:p>
            <a:pPr marL="0" indent="0" algn="ctr">
              <a:spcBef>
                <a:spcPts val="0"/>
              </a:spcBef>
              <a:buNone/>
            </a:pPr>
            <a:r>
              <a:rPr lang="th-TH" sz="5400" b="1" i="0" dirty="0">
                <a:solidFill>
                  <a:srgbClr val="2486FF"/>
                </a:solidFill>
              </a:rPr>
              <a:t>2</a:t>
            </a:r>
          </a:p>
        </p:txBody>
      </p:sp>
      <p:sp>
        <p:nvSpPr>
          <p:cNvPr id="111" name="Shape 111"/>
          <p:cNvSpPr/>
          <p:nvPr/>
        </p:nvSpPr>
        <p:spPr>
          <a:xfrm>
            <a:off x="4407408" y="4023360"/>
            <a:ext cx="3291840" cy="50292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0D1B2A"/>
                </a:solidFill>
              </a:rPr>
              <a:t>คุม Context และงบ Token</a:t>
            </a:r>
          </a:p>
        </p:txBody>
      </p:sp>
      <p:sp>
        <p:nvSpPr>
          <p:cNvPr id="112" name="Shape 112"/>
          <p:cNvSpPr/>
          <p:nvPr/>
        </p:nvSpPr>
        <p:spPr>
          <a:xfrm>
            <a:off x="4453128" y="4526280"/>
            <a:ext cx="3200400" cy="1005840"/>
          </a:xfrm>
          <a:prstGeom prst="rect">
            <a:avLst/>
          </a:prstGeom>
          <a:noFill/>
          <a:ln>
            <a:noFill/>
          </a:ln>
        </p:spPr>
        <p:txBody>
          <a:bodyPr wrap="square" lIns="0" tIns="0" rIns="0" bIns="0" anchor="t">
            <a:normAutofit/>
          </a:bodyPr>
          <a:lstStyle/>
          <a:p>
            <a:pPr marL="0" indent="0" algn="ctr">
              <a:spcBef>
                <a:spcPts val="0"/>
              </a:spcBef>
              <a:buNone/>
            </a:pPr>
            <a:r>
              <a:rPr lang="th-TH" sz="1300" b="0" i="0" dirty="0">
                <a:solidFill>
                  <a:srgbClr val="4C5B6B"/>
                </a:solidFill>
              </a:rPr>
              <a:t>กำหนดรูปแบบ/ความยาวผลลัพธ์ · ใช้ทีมเมื่อคุ้ม 15×</a:t>
            </a:r>
          </a:p>
        </p:txBody>
      </p:sp>
      <p:sp>
        <p:nvSpPr>
          <p:cNvPr id="113" name="Shape 113"/>
          <p:cNvSpPr/>
          <p:nvPr/>
        </p:nvSpPr>
        <p:spPr>
          <a:xfrm>
            <a:off x="8567928" y="1783080"/>
            <a:ext cx="2103120" cy="2103120"/>
          </a:xfrm>
          <a:prstGeom prst="ellipse">
            <a:avLst/>
          </a:prstGeom>
          <a:solidFill>
            <a:srgbClr val="FFFFFF"/>
          </a:solidFill>
          <a:ln w="76200">
            <a:solidFill>
              <a:srgbClr val="12B76A"/>
            </a:solidFill>
          </a:ln>
        </p:spPr>
        <p:txBody>
          <a:bodyPr wrap="square" lIns="109728" tIns="73152" rIns="109728" bIns="73152" anchor="t">
            <a:normAutofit/>
          </a:bodyPr>
          <a:lstStyle/>
          <a:p>
            <a:endParaRPr lang="en-US" sz="1000"/>
          </a:p>
        </p:txBody>
      </p:sp>
      <p:sp>
        <p:nvSpPr>
          <p:cNvPr id="114" name="Shape 114"/>
          <p:cNvSpPr/>
          <p:nvPr/>
        </p:nvSpPr>
        <p:spPr>
          <a:xfrm>
            <a:off x="8567928" y="1783080"/>
            <a:ext cx="2103120" cy="2103120"/>
          </a:xfrm>
          <a:prstGeom prst="rect">
            <a:avLst/>
          </a:prstGeom>
          <a:noFill/>
          <a:ln>
            <a:noFill/>
          </a:ln>
        </p:spPr>
        <p:txBody>
          <a:bodyPr wrap="square" lIns="0" tIns="0" rIns="0" bIns="0" anchor="ctr">
            <a:normAutofit/>
          </a:bodyPr>
          <a:lstStyle/>
          <a:p>
            <a:pPr marL="0" indent="0" algn="ctr">
              <a:spcBef>
                <a:spcPts val="0"/>
              </a:spcBef>
              <a:buNone/>
            </a:pPr>
            <a:r>
              <a:rPr lang="th-TH" sz="5400" b="1" i="0" dirty="0">
                <a:solidFill>
                  <a:srgbClr val="12B76A"/>
                </a:solidFill>
              </a:rPr>
              <a:t>3</a:t>
            </a:r>
          </a:p>
        </p:txBody>
      </p:sp>
      <p:sp>
        <p:nvSpPr>
          <p:cNvPr id="115" name="Shape 115"/>
          <p:cNvSpPr/>
          <p:nvPr/>
        </p:nvSpPr>
        <p:spPr>
          <a:xfrm>
            <a:off x="7973568" y="4023360"/>
            <a:ext cx="3291840" cy="502920"/>
          </a:xfrm>
          <a:prstGeom prst="rect">
            <a:avLst/>
          </a:prstGeom>
          <a:noFill/>
          <a:ln>
            <a:noFill/>
          </a:ln>
        </p:spPr>
        <p:txBody>
          <a:bodyPr wrap="square" lIns="0" tIns="0" rIns="0" bIns="0" anchor="t">
            <a:normAutofit/>
          </a:bodyPr>
          <a:lstStyle/>
          <a:p>
            <a:pPr marL="0" indent="0" algn="ctr">
              <a:spcBef>
                <a:spcPts val="0"/>
              </a:spcBef>
              <a:buNone/>
            </a:pPr>
            <a:r>
              <a:rPr lang="th-TH" sz="1700" b="1" i="0" dirty="0">
                <a:solidFill>
                  <a:srgbClr val="0D1B2A"/>
                </a:solidFill>
              </a:rPr>
              <a:t>Gate + Git Checkpoint</a:t>
            </a:r>
          </a:p>
        </p:txBody>
      </p:sp>
      <p:sp>
        <p:nvSpPr>
          <p:cNvPr id="116" name="Shape 116"/>
          <p:cNvSpPr/>
          <p:nvPr/>
        </p:nvSpPr>
        <p:spPr>
          <a:xfrm>
            <a:off x="8019288" y="4526280"/>
            <a:ext cx="3200400" cy="1005840"/>
          </a:xfrm>
          <a:prstGeom prst="rect">
            <a:avLst/>
          </a:prstGeom>
          <a:noFill/>
          <a:ln>
            <a:noFill/>
          </a:ln>
        </p:spPr>
        <p:txBody>
          <a:bodyPr wrap="square" lIns="0" tIns="0" rIns="0" bIns="0" anchor="t">
            <a:normAutofit/>
          </a:bodyPr>
          <a:lstStyle/>
          <a:p>
            <a:pPr marL="0" indent="0" algn="ctr">
              <a:spcBef>
                <a:spcPts val="0"/>
              </a:spcBef>
              <a:buNone/>
            </a:pPr>
            <a:r>
              <a:rPr lang="th-TH" sz="1300" b="0" i="0" dirty="0">
                <a:solidFill>
                  <a:srgbClr val="4C5B6B"/>
                </a:solidFill>
              </a:rPr>
              <a:t>ตรวจด้วย gate/hook ที่บังคับจริง · commit ทุกครั้งที่สำเร็จ</a:t>
            </a:r>
          </a:p>
        </p:txBody>
      </p:sp>
      <p:sp>
        <p:nvSpPr>
          <p:cNvPr id="117" name="Shape 117"/>
          <p:cNvSpPr/>
          <p:nvPr/>
        </p:nvSpPr>
        <p:spPr>
          <a:xfrm>
            <a:off x="841248" y="5577840"/>
            <a:ext cx="10515600" cy="320040"/>
          </a:xfrm>
          <a:prstGeom prst="rect">
            <a:avLst/>
          </a:prstGeom>
          <a:noFill/>
          <a:ln>
            <a:noFill/>
          </a:ln>
        </p:spPr>
        <p:txBody>
          <a:bodyPr wrap="square" lIns="0" tIns="0" rIns="0" bIns="0" anchor="t">
            <a:normAutofit/>
          </a:bodyPr>
          <a:lstStyle/>
          <a:p>
            <a:pPr marL="0" indent="0" algn="ctr">
              <a:spcBef>
                <a:spcPts val="0"/>
              </a:spcBef>
              <a:buNone/>
            </a:pPr>
            <a:r>
              <a:rPr lang="th-TH" sz="1200" b="1" i="0" dirty="0">
                <a:solidFill>
                  <a:srgbClr val="005CFF"/>
                </a:solidFill>
              </a:rPr>
              <a:t>ความจำของ Agent ไม่ใช่กลไกควบคุม — สิ่งสำคัญต้องอยู่ใน config ที่บังคับจริง</a:t>
            </a:r>
          </a:p>
        </p:txBody>
      </p:sp>
    </p:spTree>
    <p:extLst>
      <p:ext uri="{BB962C8B-B14F-4D97-AF65-F5344CB8AC3E}">
        <p14:creationId xmlns:p14="http://schemas.microsoft.com/office/powerpoint/2010/main" val="6800630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h-TH" dirty="0"/>
              <a:t>Q&amp;A · ขอบคุณครับ</a:t>
            </a:r>
          </a:p>
        </p:txBody>
      </p:sp>
      <p:sp>
        <p:nvSpPr>
          <p:cNvPr id="3" name="Text Placeholder 2"/>
          <p:cNvSpPr>
            <a:spLocks noGrp="1"/>
          </p:cNvSpPr>
          <p:nvPr>
            <p:ph type="body" idx="1"/>
          </p:nvPr>
        </p:nvSpPr>
        <p:spPr/>
        <p:txBody>
          <a:bodyPr/>
          <a:lstStyle/>
          <a:p>
            <a:r>
              <a:rPr lang="th-TH" dirty="0"/>
              <a:t>Build AI Multi-Agent with Claude Code</a:t>
            </a:r>
          </a:p>
          <a:p>
            <a:r>
              <a:rPr lang="th-TH" dirty="0"/>
              <a:t>วิทยากร ภัคพงศ์ กฤตวัฒน์ (พี่เอก)</a:t>
            </a:r>
          </a:p>
        </p:txBody>
      </p:sp>
      <p:sp>
        <p:nvSpPr>
          <p:cNvPr id="5" name="Text Placeholder 4"/>
          <p:cNvSpPr>
            <a:spLocks noGrp="1"/>
          </p:cNvSpPr>
          <p:nvPr>
            <p:ph type="body" idx="14"/>
          </p:nvPr>
        </p:nvSpPr>
        <p:spPr/>
        <p:txBody>
          <a:bodyPr>
            <a:normAutofit/>
          </a:bodyPr>
          <a:lstStyle/>
          <a:p>
            <a:r>
              <a:rPr lang="th-TH" dirty="0"/>
              <a:t>สแกน QR เปิด Repo ของคอร์ส</a:t>
            </a:r>
          </a:p>
        </p:txBody>
      </p:sp>
      <p:sp>
        <p:nvSpPr>
          <p:cNvPr id="106" name="Shape 106"/>
          <p:cNvSpPr/>
          <p:nvPr/>
        </p:nvSpPr>
        <p:spPr>
          <a:xfrm>
            <a:off x="8823960" y="1920240"/>
            <a:ext cx="2514600" cy="2971800"/>
          </a:xfrm>
          <a:prstGeom prst="roundRect">
            <a:avLst>
              <a:gd name="adj" fmla="val 6000"/>
            </a:avLst>
          </a:prstGeom>
          <a:solidFill>
            <a:srgbClr val="FFFFFF"/>
          </a:solidFill>
          <a:ln>
            <a:noFill/>
          </a:ln>
        </p:spPr>
        <p:txBody>
          <a:bodyPr wrap="square" lIns="109728" tIns="73152" rIns="109728" bIns="73152" anchor="t">
            <a:normAutofit/>
          </a:bodyPr>
          <a:lstStyle/>
          <a:p>
            <a:endParaRPr lang="en-US" sz="1000"/>
          </a:p>
        </p:txBody>
      </p:sp>
      <p:pic>
        <p:nvPicPr>
          <p:cNvPr id="107" name="Picture 107"/>
          <p:cNvPicPr>
            <a:picLocks noChangeAspect="1"/>
          </p:cNvPicPr>
          <p:nvPr/>
        </p:nvPicPr>
        <p:blipFill>
          <a:blip r:embed="rId3"/>
          <a:stretch>
            <a:fillRect/>
          </a:stretch>
        </p:blipFill>
        <p:spPr>
          <a:xfrm>
            <a:off x="9006840" y="2057400"/>
            <a:ext cx="2148840" cy="2148840"/>
          </a:xfrm>
          <a:prstGeom prst="rect">
            <a:avLst/>
          </a:prstGeom>
        </p:spPr>
      </p:pic>
      <p:sp>
        <p:nvSpPr>
          <p:cNvPr id="108" name="Shape 108"/>
          <p:cNvSpPr/>
          <p:nvPr/>
        </p:nvSpPr>
        <p:spPr>
          <a:xfrm>
            <a:off x="8823960" y="4251960"/>
            <a:ext cx="2514600" cy="548640"/>
          </a:xfrm>
          <a:prstGeom prst="rect">
            <a:avLst/>
          </a:prstGeom>
          <a:noFill/>
          <a:ln>
            <a:noFill/>
          </a:ln>
        </p:spPr>
        <p:txBody>
          <a:bodyPr wrap="square" lIns="0" tIns="0" rIns="0" bIns="0" anchor="t">
            <a:normAutofit/>
          </a:bodyPr>
          <a:lstStyle/>
          <a:p>
            <a:pPr marL="0" indent="0" algn="ctr">
              <a:spcBef>
                <a:spcPts val="0"/>
              </a:spcBef>
              <a:buNone/>
            </a:pPr>
            <a:r>
              <a:rPr lang="th-TH" sz="1000" b="1" i="0" dirty="0">
                <a:solidFill>
                  <a:srgbClr val="0D1B2A"/>
                </a:solidFill>
              </a:rPr>
              <a:t>github.com/Onto-IQ/</a:t>
            </a:r>
          </a:p>
          <a:p>
            <a:pPr marL="0" indent="0" algn="ctr">
              <a:spcBef>
                <a:spcPts val="0"/>
              </a:spcBef>
              <a:buNone/>
            </a:pPr>
            <a:r>
              <a:rPr lang="th-TH" sz="1000" b="1" i="0" dirty="0">
                <a:solidFill>
                  <a:srgbClr val="0D1B2A"/>
                </a:solidFill>
              </a:rPr>
              <a:t>build-ai-multi-agent-with-claude</a:t>
            </a:r>
          </a:p>
        </p:txBody>
      </p:sp>
    </p:spTree>
    <p:extLst>
      <p:ext uri="{BB962C8B-B14F-4D97-AF65-F5344CB8AC3E}">
        <p14:creationId xmlns:p14="http://schemas.microsoft.com/office/powerpoint/2010/main" val="3046973404"/>
      </p:ext>
    </p:extLst>
  </p:cSld>
  <p:clrMapOvr>
    <a:masterClrMapping/>
  </p:clrMapOvr>
</p:sld>
</file>

<file path=ppt/theme/theme1.xml><?xml version="1.0" encoding="utf-8"?>
<a:theme xmlns:a="http://schemas.openxmlformats.org/drawingml/2006/main" name="9Expert_CI_LastUpdated06292026">
  <a:themeElements>
    <a:clrScheme name="New_CI">
      <a:dk1>
        <a:srgbClr val="0D1B2A"/>
      </a:dk1>
      <a:lt1>
        <a:srgbClr val="F8FAFD"/>
      </a:lt1>
      <a:dk2>
        <a:srgbClr val="0D1B2A"/>
      </a:dk2>
      <a:lt2>
        <a:srgbClr val="F8FAFD"/>
      </a:lt2>
      <a:accent1>
        <a:srgbClr val="005CFF"/>
      </a:accent1>
      <a:accent2>
        <a:srgbClr val="2486FF"/>
      </a:accent2>
      <a:accent3>
        <a:srgbClr val="48B0FF"/>
      </a:accent3>
      <a:accent4>
        <a:srgbClr val="0072CE"/>
      </a:accent4>
      <a:accent5>
        <a:srgbClr val="D4F73F"/>
      </a:accent5>
      <a:accent6>
        <a:srgbClr val="D5E739"/>
      </a:accent6>
      <a:hlink>
        <a:srgbClr val="69B3E7"/>
      </a:hlink>
      <a:folHlink>
        <a:srgbClr val="147BD1"/>
      </a:folHlink>
    </a:clrScheme>
    <a:fontScheme name="Google Sans">
      <a:majorFont>
        <a:latin typeface="LINE Seed Sans TH"/>
        <a:ea typeface=""/>
        <a:cs typeface="Google Sans"/>
      </a:majorFont>
      <a:minorFont>
        <a:latin typeface="LINE Seed Sans TH"/>
        <a:ea typeface=""/>
        <a:cs typeface="Google Sa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white">
        <a:solidFill>
          <a:srgbClr val="FFFFFF"/>
        </a:solidFill>
        <a:ln>
          <a:noFill/>
          <a:headEnd type="none" w="med" len="med"/>
          <a:tailEnd type="triangle" w="lg" len="lg"/>
        </a:ln>
        <a:effectLst/>
      </a:spPr>
      <a:bodyPr vert="horz" wrap="square" lIns="182880" tIns="45720" rIns="182880" bIns="45720" numCol="1" rtlCol="0" anchor="ctr" anchorCtr="0" compatLnSpc="1">
        <a:prstTxWarp prst="textNoShape">
          <a:avLst/>
        </a:prstTxWarp>
      </a:bodyPr>
      <a:lstStyle>
        <a:defPPr algn="ctr" eaLnBrk="0" fontAlgn="base" hangingPunct="0">
          <a:spcBef>
            <a:spcPct val="0"/>
          </a:spcBef>
          <a:spcAft>
            <a:spcPct val="0"/>
          </a:spcAft>
          <a:defRPr sz="1800" dirty="0">
            <a:solidFill>
              <a:schemeClr val="tx1"/>
            </a:solidFill>
          </a:defRPr>
        </a:defPPr>
      </a:lstStyle>
      <a:style>
        <a:lnRef idx="2">
          <a:schemeClr val="accent4"/>
        </a:lnRef>
        <a:fillRef idx="1">
          <a:schemeClr val="lt1"/>
        </a:fillRef>
        <a:effectRef idx="0">
          <a:schemeClr val="accent4"/>
        </a:effectRef>
        <a:fontRef idx="minor">
          <a:schemeClr val="dk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9Expert_CI_LastUpdated06292026" id="{BE0911D3-5800-487C-B878-E90E975B6EAA}" vid="{84B33B6C-9EBE-4EE2-BF15-676FA450EC6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66A76AD-4CBE-40D8-8204-DFFA5B31EF73}">
  <we:reference id="wa200010001" version="1.0.0.1" store="en-US" storeType="OMEX"/>
  <we:alternateReferences>
    <we:reference id="wa200010001" version="1.0.0.1" store="en-US" storeType="OMEX"/>
  </we:alternateReferences>
  <we:properties>
    <we:property name="claude.fileId" value="&quot;78fd8059-87b6-4735-8b22-e17ca680d88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1446</TotalTime>
  <Words>22218</Words>
  <Application>Microsoft Office PowerPoint</Application>
  <PresentationFormat>Widescreen</PresentationFormat>
  <Paragraphs>1736</Paragraphs>
  <Slides>94</Slides>
  <Notes>79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94</vt:i4>
      </vt:variant>
    </vt:vector>
  </HeadingPairs>
  <TitlesOfParts>
    <vt:vector size="101" baseType="lpstr">
      <vt:lpstr>LINE Seed Sans TH</vt:lpstr>
      <vt:lpstr>DB Heavent</vt:lpstr>
      <vt:lpstr>Leelawadee UI</vt:lpstr>
      <vt:lpstr>Arial</vt:lpstr>
      <vt:lpstr>Wingdings</vt:lpstr>
      <vt:lpstr>Consolas</vt:lpstr>
      <vt:lpstr>9Expert_CI_LastUpdated06292026</vt:lpstr>
      <vt:lpstr>Build AI Multi-Agent with Claude Code</vt:lpstr>
      <vt:lpstr>PowerPoint Presentation</vt:lpstr>
      <vt:lpstr>กำหนดการ 2 วัน: จาก Swarm สู่ Capstone</vt:lpstr>
      <vt:lpstr>จบ 2 วัน คุณจะทำได้ 5 เรื่อง</vt:lpstr>
      <vt:lpstr>ใครควรเรียน และต้องมีพื้นฐานอะไร</vt:lpstr>
      <vt:lpstr>เตรียมเครื่องให้พร้อมก่อนเรียน</vt:lpstr>
      <vt:lpstr>Course Repo + Sales Insight: โจทย์จริงของทุก Workshop</vt:lpstr>
      <vt:lpstr>แผนที่ Workshop 1–6: ลงมือทำทุกช่วง</vt:lpstr>
      <vt:lpstr>Module 1 · Agent Architecture</vt:lpstr>
      <vt:lpstr>Chatbot ตอบแล้วจบ — Agent ทำงานจนสำเร็จ</vt:lpstr>
      <vt:lpstr>Tool Calling: วงจรที่ทำให้ Agent ลงมือได้จริง</vt:lpstr>
      <vt:lpstr>รูปแบบ Multi-Agent ใน Claude Code: เลือกตามงานและงบ</vt:lpstr>
      <vt:lpstr>Leader แจกงาน · Workers ทำขนาน</vt:lpstr>
      <vt:lpstr>ทีม Agent เก่งขึ้น แต่จ่าย Token มากขึ้นมาก</vt:lpstr>
      <vt:lpstr>Swarm หรือ Sequential? ดูว่างานขึ้นต่อกันไหม</vt:lpstr>
      <vt:lpstr>Lab สาธิต 2 นาที: หาไฟล์ที่เสี่ยงที่สุด (Module 1)</vt:lpstr>
      <vt:lpstr>Module 2 · Environment Setup</vt:lpstr>
      <vt:lpstr>ติดตั้ง Claude Code CLI แล้วใช้ 2 โหมด</vt:lpstr>
      <vt:lpstr>Lab 0 ตรวจเครื่อง: 4 ขั้นก่อนเริ่ม Workshop 1</vt:lpstr>
      <vt:lpstr>ตามไม่ทัน? Catch-up ทีละ Workshop</vt:lpstr>
      <vt:lpstr>Workspace, Config JSON และ Feature Flags</vt:lpstr>
      <vt:lpstr>Module 3 · Swarm Pattern</vt:lpstr>
      <vt:lpstr>Built-in Subagents ทำงานใน Isolated Context</vt:lpstr>
      <vt:lpstr>Leader-first: ส่งโจทย์ระดับสูง ให้ Leader แตกงานเอง</vt:lpstr>
      <vt:lpstr>Parallel Dispatching จาก Prompt เดียว</vt:lpstr>
      <vt:lpstr>รวมผลกลับ Leader — และสัญญาณว่าแบ่งงานผิด</vt:lpstr>
      <vt:lpstr>Workshop 1: สำรวจแอป Sales Insight แบบขนาน</vt:lpstr>
      <vt:lpstr>Module 4 · Specialty Agents</vt:lpstr>
      <vt:lpstr>CLAUDE.md: คู่มือประจำบ้านของ Agent</vt:lpstr>
      <vt:lpstr>ไฟล์เดียว = Agent หนึ่งตัว ใน .claude/agents/</vt:lpstr>
      <vt:lpstr>Frontmatter Parameters ที่ใช้บ่อย</vt:lpstr>
      <vt:lpstr>Lab 0 · จับหน้าจอจริง (1/2) — ตรวจรุ่น + คีย์ + สคริปต์ตรวจ </vt:lpstr>
      <vt:lpstr>Lab 0 · จับหน้าจอจริง (2/2) — quality gate แดงตามออกแบบ (exit 2)</vt:lpstr>
      <vt:lpstr>TUI vs headless (claude -p) — ใช้ให้ถูกงาน</vt:lpstr>
      <vt:lpstr>Permission Modes: กด Shift+Tab วนโหมดระหว่างทำงาน</vt:lpstr>
      <vt:lpstr>Model Routing: จับคู่งานกับ Model</vt:lpstr>
      <vt:lpstr>เรียกใช้ Specialty Agent ได้ 3 วิธี</vt:lpstr>
      <vt:lpstr>Description &amp; Error ที่ดี: Agent เลือกถูก แก้ทางเองได้</vt:lpstr>
      <vt:lpstr>Workshop 2: สร้าง data-researcher ผ่าน Prompt</vt:lpstr>
      <vt:lpstr>Module 5 · Skills</vt:lpstr>
      <vt:lpstr>Skill vs Subagent: ความรู้ที่ฉีดเข้า vs ตัวลงมือทำ</vt:lpstr>
      <vt:lpstr>Workshop 1 · Explore 3 ตัวขนาน รายงานเดียว</vt:lpstr>
      <vt:lpstr>โครงสร้าง SKILL.md: frontmatter + ขั้นตอนที่รันได้</vt:lpstr>
      <vt:lpstr>ผูก Skill ให้ Subagent ล่วงหน้าด้วย frontmatter skills</vt:lpstr>
      <vt:lpstr>Plugins: รวม Skills + Agents + Hooks + MCP — ตรวจก่อนติดตั้ง</vt:lpstr>
      <vt:lpstr>Module 6 · MCP</vt:lpstr>
      <vt:lpstr>MCP Transports: เลือกตามที่ตั้งของ Server</vt:lpstr>
      <vt:lpstr>MCP Scopes: ตั้งค่าไว้ระดับไหน ใครเห็นบ้าง</vt:lpstr>
      <vt:lpstr>Workshop 3 (Guided Demo ⏱ 20 นาที): ต่อ MCP ทีละขั้น</vt:lpstr>
      <vt:lpstr>Workshop 2 · ให้ Claude เขียน data-researcher</vt:lpstr>
      <vt:lpstr>Workshop 2 อ้าง server.js ทุกประเด็น</vt:lpstr>
      <vt:lpstr>ทดสอบภาษาไทยผ่าน MCP: ตัวอักษรต้องกลับมาครบทั้งสาย</vt:lpstr>
      <vt:lpstr>Module 7 · Orchestration</vt:lpstr>
      <vt:lpstr>Sequential Pipeline: ส่งต่อ Output เป็น Input</vt:lpstr>
      <vt:lpstr>Module 5 · ประโยค trigger เดียว ตรวจครบ 4 ขั้น </vt:lpstr>
      <vt:lpstr>Leader-first Orchestration: Leader คุม Task List และสถานะ</vt:lpstr>
      <vt:lpstr>Agent Teams: Teammates คุยกันเองผ่าน SendMessage</vt:lpstr>
      <vt:lpstr>Workshop 4: Design → Clean → Review (⏱ 40 นาที)</vt:lpstr>
      <vt:lpstr>OpenAI Agents SDK vs Claude Code: แนวคิดคล้าย ไม่ใช่ 1:1</vt:lpstr>
      <vt:lpstr>Module 8 · Context &amp; Memory</vt:lpstr>
      <vt:lpstr>Module 6 · echo ไทย+เลขไทย กลับมาตรงทุกตัวอักษร</vt:lpstr>
      <vt:lpstr>Context Window คือทรัพยากรที่แพงที่สุด</vt:lpstr>
      <vt:lpstr>/compact vs /clear: Agent มึน → สงสัย Context ก่อน</vt:lpstr>
      <vt:lpstr>Summarization Handoff: ส่งกลับเฉพาะที่จำเป็น</vt:lpstr>
      <vt:lpstr>Persistent Memory: ให้ Agent จำข้ามเซสชัน</vt:lpstr>
      <vt:lpstr>Workshop 4 · ตัวทำความสะอาดเก็บ 16 ทิ้ง 8</vt:lpstr>
      <vt:lpstr>Module 9 · Guardrails &amp; Hooks</vt:lpstr>
      <vt:lpstr>Guardrails 3 ชั้น เริ่มจาก Permissions</vt:lpstr>
      <vt:lpstr>Anti-pattern: --dangerously-skip-permissions</vt:lpstr>
      <vt:lpstr>Gate Pattern: Stop Conditions + Human-in-the-Loop</vt:lpstr>
      <vt:lpstr>Hooks: บังคับมาตรฐานอัตโนมัติด้วย Exit Code</vt:lpstr>
      <vt:lpstr>PowerPoint Presentation</vt:lpstr>
      <vt:lpstr>กับดัก Exit Code: exit 2 เท่านั้นที่ Block</vt:lpstr>
      <vt:lpstr>Workshop 5: Quality Gate + Cost Gate (⏱ 40 นาที)</vt:lpstr>
      <vt:lpstr>Gate-first: เห็นแดงก่อน แก้ แล้วพิสูจน์ด้วย exit code</vt:lpstr>
      <vt:lpstr>Module 10 · Capstone</vt:lpstr>
      <vt:lpstr>โจทย์ Capstone: สัญญากลางก่อน แล้วค่อยลงมือ</vt:lpstr>
      <vt:lpstr>Handoff Message: ส่งต่องานแบบมีโครงสร้าง</vt:lpstr>
      <vt:lpstr>PowerPoint Presentation</vt:lpstr>
      <vt:lpstr>PowerPoint Presentation</vt:lpstr>
      <vt:lpstr>ทีม 5 บทบาทของ Capstone</vt:lpstr>
      <vt:lpstr>Result Synthesis: รวมผลด้วย Git Checkpoint + Task Tracking</vt:lpstr>
      <vt:lpstr>Workshop 6: Checkpoint ก่อนส่งมอบ</vt:lpstr>
      <vt:lpstr>PowerPoint Presentation</vt:lpstr>
      <vt:lpstr>PowerPoint Presentation</vt:lpstr>
      <vt:lpstr>PowerPoint Presentation</vt:lpstr>
      <vt:lpstr>Module 11 · Deploy &amp; Pre-flight</vt:lpstr>
      <vt:lpstr>Deploy ขึ้น Vercel ผ่าน Claude Code Integration</vt:lpstr>
      <vt:lpstr>From Laptop to Cloud: เลือก Runtime ให้ตรงงาน</vt:lpstr>
      <vt:lpstr>Production Pre-flight Checklist: ติ๊กให้ครบก่อนกด Enter</vt:lpstr>
      <vt:lpstr>Pre-flight Eval: วัดทั้งผลและเส้นทาง + กัน Prompt Injection</vt:lpstr>
      <vt:lpstr>Failure Modes ที่เจอจริง: อาการ → พบใน Lab → กันด้วย</vt:lpstr>
      <vt:lpstr>Best Practices: 3 หลักนำ Multi-Agent ไปใช้จริงในองค์กร</vt:lpstr>
      <vt:lpstr>Q&amp;A · ขอบคุณครับ</vt:lpstr>
    </vt:vector>
  </TitlesOfParts>
  <Company>9Expert Training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AI Multi-Agent with Claude Code</dc:title>
  <dc:creator>9Expert Training</dc:creator>
  <cp:lastModifiedBy>Phakkhaphong Krittawat</cp:lastModifiedBy>
  <cp:revision>30</cp:revision>
  <dcterms:modified xsi:type="dcterms:W3CDTF">2026-10-27T02:00:41Z</dcterms:modified>
</cp:coreProperties>
</file>